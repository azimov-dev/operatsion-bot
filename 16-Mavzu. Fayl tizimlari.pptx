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5" r:id="rId1"/>
  </p:sldMasterIdLst>
  <p:notesMasterIdLst>
    <p:notesMasterId r:id="rId31"/>
  </p:notesMasterIdLst>
  <p:sldIdLst>
    <p:sldId id="256" r:id="rId2"/>
    <p:sldId id="257" r:id="rId3"/>
    <p:sldId id="340" r:id="rId4"/>
    <p:sldId id="346" r:id="rId5"/>
    <p:sldId id="347" r:id="rId6"/>
    <p:sldId id="348" r:id="rId7"/>
    <p:sldId id="349" r:id="rId8"/>
    <p:sldId id="350" r:id="rId9"/>
    <p:sldId id="351" r:id="rId10"/>
    <p:sldId id="344" r:id="rId11"/>
    <p:sldId id="353" r:id="rId12"/>
    <p:sldId id="354" r:id="rId13"/>
    <p:sldId id="356" r:id="rId14"/>
    <p:sldId id="357" r:id="rId15"/>
    <p:sldId id="345" r:id="rId16"/>
    <p:sldId id="358" r:id="rId17"/>
    <p:sldId id="319" r:id="rId18"/>
    <p:sldId id="332" r:id="rId19"/>
    <p:sldId id="333" r:id="rId20"/>
    <p:sldId id="334" r:id="rId21"/>
    <p:sldId id="352" r:id="rId22"/>
    <p:sldId id="325" r:id="rId23"/>
    <p:sldId id="326" r:id="rId24"/>
    <p:sldId id="327" r:id="rId25"/>
    <p:sldId id="338" r:id="rId26"/>
    <p:sldId id="311" r:id="rId27"/>
    <p:sldId id="312" r:id="rId28"/>
    <p:sldId id="289" r:id="rId29"/>
    <p:sldId id="272" r:id="rId30"/>
  </p:sldIdLst>
  <p:sldSz cx="9144000" cy="6858000" type="screen4x3"/>
  <p:notesSz cx="6858000" cy="9144000"/>
  <p:defaultTextStyle>
    <a:defPPr>
      <a:defRPr lang="ru-RU"/>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51" d="100"/>
          <a:sy n="51" d="100"/>
        </p:scale>
        <p:origin x="206" y="3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ru-RU"/>
          </a:p>
        </p:txBody>
      </p:sp>
      <p:sp>
        <p:nvSpPr>
          <p:cNvPr id="3" name="Дата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37100DE-026E-4F30-B3C2-4E282571EE9B}" type="datetimeFigureOut">
              <a:rPr lang="ru-RU" smtClean="0"/>
              <a:pPr/>
              <a:t>09.10.2025</a:t>
            </a:fld>
            <a:endParaRPr lang="ru-RU"/>
          </a:p>
        </p:txBody>
      </p:sp>
      <p:sp>
        <p:nvSpPr>
          <p:cNvPr id="4" name="Образ слайда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ru-RU"/>
          </a:p>
        </p:txBody>
      </p:sp>
      <p:sp>
        <p:nvSpPr>
          <p:cNvPr id="5" name="Заметки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6" name="Нижний колонтитул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ru-RU"/>
          </a:p>
        </p:txBody>
      </p:sp>
      <p:sp>
        <p:nvSpPr>
          <p:cNvPr id="7" name="Номер слайда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90A70031-D043-48B9-A92B-F5E131A41CA3}" type="slidenum">
              <a:rPr lang="ru-RU" smtClean="0"/>
              <a:pPr/>
              <a:t>‹#›</a:t>
            </a:fld>
            <a:endParaRPr lang="ru-RU"/>
          </a:p>
        </p:txBody>
      </p:sp>
    </p:spTree>
    <p:extLst>
      <p:ext uri="{BB962C8B-B14F-4D97-AF65-F5344CB8AC3E}">
        <p14:creationId xmlns:p14="http://schemas.microsoft.com/office/powerpoint/2010/main" val="35295555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390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ru-RU" altLang="ru-RU"/>
          </a:p>
        </p:txBody>
      </p:sp>
      <p:sp>
        <p:nvSpPr>
          <p:cNvPr id="123908" name="Header Placeholder 3"/>
          <p:cNvSpPr>
            <a:spLocks noGrp="1"/>
          </p:cNvSpPr>
          <p:nvPr>
            <p:ph type="hdr" sz="quarter"/>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r>
              <a:rPr lang="en-US" altLang="ru-RU"/>
              <a:t>Christo Wilson</a:t>
            </a:r>
          </a:p>
        </p:txBody>
      </p:sp>
      <p:sp>
        <p:nvSpPr>
          <p:cNvPr id="123909" name="Date Placeholder 4"/>
          <p:cNvSpPr>
            <a:spLocks noGrp="1"/>
          </p:cNvSpPr>
          <p:nvPr>
            <p:ph type="dt" sz="quarter"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r>
              <a:rPr lang="en-US" altLang="ru-RU"/>
              <a:t>8/22/2012</a:t>
            </a:r>
          </a:p>
        </p:txBody>
      </p:sp>
      <p:sp>
        <p:nvSpPr>
          <p:cNvPr id="123910" name="Footer Placeholder 5"/>
          <p:cNvSpPr>
            <a:spLocks noGrp="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r>
              <a:rPr lang="en-US" altLang="ru-RU"/>
              <a:t>Defense</a:t>
            </a:r>
          </a:p>
        </p:txBody>
      </p:sp>
      <p:sp>
        <p:nvSpPr>
          <p:cNvPr id="123911" name="Slide Number Placeholder 6"/>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fld id="{D1211265-A295-402E-B7EB-B82F9B94463A}" type="slidenum">
              <a:rPr lang="en-US" altLang="ru-RU"/>
              <a:pPr/>
              <a:t>6</a:t>
            </a:fld>
            <a:endParaRPr lang="en-US" altLang="ru-RU"/>
          </a:p>
        </p:txBody>
      </p:sp>
    </p:spTree>
    <p:extLst>
      <p:ext uri="{BB962C8B-B14F-4D97-AF65-F5344CB8AC3E}">
        <p14:creationId xmlns:p14="http://schemas.microsoft.com/office/powerpoint/2010/main" val="2010334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7"/>
          <p:cNvSpPr>
            <a:spLocks noGrp="1" noChangeArrowheads="1"/>
          </p:cNvSpPr>
          <p:nvPr>
            <p:ph type="sldNum" sz="quarter" idx="5"/>
          </p:nvPr>
        </p:nvSpPr>
        <p:spPr>
          <a:noFill/>
        </p:spPr>
        <p:txBody>
          <a:bodyPr/>
          <a:lstStyle/>
          <a:p>
            <a:fld id="{36EC5BBB-5FA1-4D4D-99A4-454909DD127E}" type="slidenum">
              <a:rPr lang="en-GB" smtClean="0"/>
              <a:pPr/>
              <a:t>17</a:t>
            </a:fld>
            <a:endParaRPr lang="en-GB"/>
          </a:p>
        </p:txBody>
      </p:sp>
      <p:sp>
        <p:nvSpPr>
          <p:cNvPr id="49155" name="Rectangle 2"/>
          <p:cNvSpPr>
            <a:spLocks noGrp="1" noRot="1" noChangeAspect="1" noChangeArrowheads="1" noTextEdit="1"/>
          </p:cNvSpPr>
          <p:nvPr>
            <p:ph type="sldImg"/>
          </p:nvPr>
        </p:nvSpPr>
        <p:spPr>
          <a:ln/>
        </p:spPr>
      </p:sp>
      <p:sp>
        <p:nvSpPr>
          <p:cNvPr id="49156" name="Rectangle 3"/>
          <p:cNvSpPr>
            <a:spLocks noGrp="1" noChangeArrowheads="1"/>
          </p:cNvSpPr>
          <p:nvPr>
            <p:ph type="body" idx="1"/>
          </p:nvPr>
        </p:nvSpPr>
        <p:spPr>
          <a:xfrm>
            <a:off x="914400" y="4343400"/>
            <a:ext cx="5029200" cy="4114800"/>
          </a:xfrm>
          <a:noFill/>
          <a:ln/>
        </p:spPr>
        <p:txBody>
          <a:bodyPr/>
          <a:lstStyle/>
          <a:p>
            <a:pPr eaLnBrk="1" hangingPunct="1"/>
            <a:endParaRPr lang="en-US" altLang="en-US"/>
          </a:p>
        </p:txBody>
      </p:sp>
    </p:spTree>
    <p:extLst>
      <p:ext uri="{BB962C8B-B14F-4D97-AF65-F5344CB8AC3E}">
        <p14:creationId xmlns:p14="http://schemas.microsoft.com/office/powerpoint/2010/main" val="28657081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C63177C3-F011-44C5-AF71-58A765831FC8}" type="slidenum">
              <a:rPr lang="en-GB" altLang="ru-RU"/>
              <a:pPr eaLnBrk="1" hangingPunct="1"/>
              <a:t>18</a:t>
            </a:fld>
            <a:endParaRPr lang="en-GB" altLang="ru-RU"/>
          </a:p>
        </p:txBody>
      </p:sp>
      <p:sp>
        <p:nvSpPr>
          <p:cNvPr id="50179" name="Rectangle 2"/>
          <p:cNvSpPr>
            <a:spLocks noGrp="1" noRot="1" noChangeAspect="1" noChangeArrowheads="1" noTextEdit="1"/>
          </p:cNvSpPr>
          <p:nvPr>
            <p:ph type="sldImg"/>
          </p:nvPr>
        </p:nvSpPr>
        <p:spPr>
          <a:ln/>
        </p:spPr>
      </p:sp>
      <p:sp>
        <p:nvSpPr>
          <p:cNvPr id="5018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255326499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09A61F72-137F-4042-8F95-B04D893F582D}" type="slidenum">
              <a:rPr lang="en-GB" altLang="ru-RU"/>
              <a:pPr eaLnBrk="1" hangingPunct="1"/>
              <a:t>19</a:t>
            </a:fld>
            <a:endParaRPr lang="en-GB" altLang="ru-RU"/>
          </a:p>
        </p:txBody>
      </p:sp>
      <p:sp>
        <p:nvSpPr>
          <p:cNvPr id="51203" name="Rectangle 2"/>
          <p:cNvSpPr>
            <a:spLocks noGrp="1" noRot="1" noChangeAspect="1" noChangeArrowheads="1" noTextEdit="1"/>
          </p:cNvSpPr>
          <p:nvPr>
            <p:ph type="sldImg"/>
          </p:nvPr>
        </p:nvSpPr>
        <p:spPr>
          <a:ln/>
        </p:spPr>
      </p:sp>
      <p:sp>
        <p:nvSpPr>
          <p:cNvPr id="51204"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Arial" panose="020B0604020202020204" pitchFamily="34" charset="0"/>
              </a:rPr>
              <a:t>FAT table with file name and address of first cluster </a:t>
            </a:r>
          </a:p>
        </p:txBody>
      </p:sp>
    </p:spTree>
    <p:extLst>
      <p:ext uri="{BB962C8B-B14F-4D97-AF65-F5344CB8AC3E}">
        <p14:creationId xmlns:p14="http://schemas.microsoft.com/office/powerpoint/2010/main" val="408916055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6A2FCE67-37FF-4C5F-8750-85B464AE8FF7}" type="slidenum">
              <a:rPr lang="en-GB" altLang="ru-RU"/>
              <a:pPr eaLnBrk="1" hangingPunct="1"/>
              <a:t>20</a:t>
            </a:fld>
            <a:endParaRPr lang="en-GB" altLang="ru-RU"/>
          </a:p>
        </p:txBody>
      </p:sp>
      <p:sp>
        <p:nvSpPr>
          <p:cNvPr id="52227" name="Rectangle 2"/>
          <p:cNvSpPr>
            <a:spLocks noGrp="1" noRot="1" noChangeAspect="1" noChangeArrowheads="1" noTextEdit="1"/>
          </p:cNvSpPr>
          <p:nvPr>
            <p:ph type="sldImg"/>
          </p:nvPr>
        </p:nvSpPr>
        <p:spPr>
          <a:ln/>
        </p:spPr>
      </p:sp>
      <p:sp>
        <p:nvSpPr>
          <p:cNvPr id="52228"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8059815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14" name="Заголовок 13"/>
          <p:cNvSpPr>
            <a:spLocks noGrp="1"/>
          </p:cNvSpPr>
          <p:nvPr>
            <p:ph type="ctrTitle"/>
          </p:nvPr>
        </p:nvSpPr>
        <p:spPr>
          <a:xfrm>
            <a:off x="1432560" y="359898"/>
            <a:ext cx="7406640" cy="1472184"/>
          </a:xfrm>
        </p:spPr>
        <p:txBody>
          <a:bodyPr anchor="b"/>
          <a:lstStyle>
            <a:lvl1pPr algn="l">
              <a:defRPr/>
            </a:lvl1pPr>
            <a:extLst/>
          </a:lstStyle>
          <a:p>
            <a:r>
              <a:rPr kumimoji="0" lang="ru-RU"/>
              <a:t>Образец заголовка</a:t>
            </a:r>
            <a:endParaRPr kumimoji="0" lang="en-US"/>
          </a:p>
        </p:txBody>
      </p:sp>
      <p:sp>
        <p:nvSpPr>
          <p:cNvPr id="22" name="Подзаголовок 21"/>
          <p:cNvSpPr>
            <a:spLocks noGrp="1"/>
          </p:cNvSpPr>
          <p:nvPr>
            <p:ph type="subTitle" idx="1"/>
          </p:nvPr>
        </p:nvSpPr>
        <p:spPr>
          <a:xfrm>
            <a:off x="1432560" y="1850064"/>
            <a:ext cx="7406640" cy="1752600"/>
          </a:xfrm>
        </p:spPr>
        <p:txBody>
          <a:bodyPr tIns="0"/>
          <a:lstStyle>
            <a:lvl1pPr marL="27432" indent="0" algn="l">
              <a:buNone/>
              <a:defRPr sz="2600">
                <a:solidFill>
                  <a:schemeClr val="tx2">
                    <a:shade val="30000"/>
                    <a:satMod val="150000"/>
                  </a:schemeClr>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ru-RU"/>
              <a:t>Образец подзаголовка</a:t>
            </a:r>
            <a:endParaRPr kumimoji="0" lang="en-US"/>
          </a:p>
        </p:txBody>
      </p:sp>
      <p:sp>
        <p:nvSpPr>
          <p:cNvPr id="7" name="Дата 6"/>
          <p:cNvSpPr>
            <a:spLocks noGrp="1"/>
          </p:cNvSpPr>
          <p:nvPr>
            <p:ph type="dt" sz="half" idx="10"/>
          </p:nvPr>
        </p:nvSpPr>
        <p:spPr/>
        <p:txBody>
          <a:bodyPr/>
          <a:lstStyle/>
          <a:p>
            <a:pPr>
              <a:defRPr/>
            </a:pPr>
            <a:fld id="{FDEB4DE7-5760-40CE-8B3D-F9DD51614C85}" type="datetimeFigureOut">
              <a:rPr lang="ru-RU" smtClean="0"/>
              <a:pPr>
                <a:defRPr/>
              </a:pPr>
              <a:t>09.10.2025</a:t>
            </a:fld>
            <a:endParaRPr lang="ru-RU"/>
          </a:p>
        </p:txBody>
      </p:sp>
      <p:sp>
        <p:nvSpPr>
          <p:cNvPr id="20" name="Нижний колонтитул 19"/>
          <p:cNvSpPr>
            <a:spLocks noGrp="1"/>
          </p:cNvSpPr>
          <p:nvPr>
            <p:ph type="ftr" sz="quarter" idx="11"/>
          </p:nvPr>
        </p:nvSpPr>
        <p:spPr/>
        <p:txBody>
          <a:bodyPr/>
          <a:lstStyle/>
          <a:p>
            <a:pPr>
              <a:defRPr/>
            </a:pPr>
            <a:endParaRPr lang="ru-RU"/>
          </a:p>
        </p:txBody>
      </p:sp>
      <p:sp>
        <p:nvSpPr>
          <p:cNvPr id="10" name="Номер слайда 9"/>
          <p:cNvSpPr>
            <a:spLocks noGrp="1"/>
          </p:cNvSpPr>
          <p:nvPr>
            <p:ph type="sldNum" sz="quarter" idx="12"/>
          </p:nvPr>
        </p:nvSpPr>
        <p:spPr/>
        <p:txBody>
          <a:bodyPr/>
          <a:lstStyle/>
          <a:p>
            <a:pPr>
              <a:defRPr/>
            </a:pPr>
            <a:fld id="{9C6DA87D-CF19-4DE6-9F73-28CC14904AF8}" type="slidenum">
              <a:rPr lang="ru-RU" smtClean="0"/>
              <a:pPr>
                <a:defRPr/>
              </a:pPr>
              <a:t>‹#›</a:t>
            </a:fld>
            <a:endParaRPr lang="ru-RU"/>
          </a:p>
        </p:txBody>
      </p:sp>
      <p:sp>
        <p:nvSpPr>
          <p:cNvPr id="8" name="Овал 7"/>
          <p:cNvSpPr/>
          <p:nvPr/>
        </p:nvSpPr>
        <p:spPr>
          <a:xfrm>
            <a:off x="921433" y="1413802"/>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
        <p:nvSpPr>
          <p:cNvPr id="9" name="Овал 8"/>
          <p:cNvSpPr/>
          <p:nvPr/>
        </p:nvSpPr>
        <p:spPr>
          <a:xfrm>
            <a:off x="1157176" y="1345016"/>
            <a:ext cx="64008" cy="6400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kumimoji="0" lang="ru-RU"/>
              <a:t>Образец заголовка</a:t>
            </a:r>
            <a:endParaRPr kumimoji="0" lang="en-US"/>
          </a:p>
        </p:txBody>
      </p:sp>
      <p:sp>
        <p:nvSpPr>
          <p:cNvPr id="3" name="Объект 2"/>
          <p:cNvSpPr>
            <a:spLocks noGrp="1"/>
          </p:cNvSpPr>
          <p:nvPr>
            <p:ph idx="1"/>
          </p:nvPr>
        </p:nvSpPr>
        <p:spPr/>
        <p:txBody>
          <a:bodyPr/>
          <a:lstStyle/>
          <a:p>
            <a:pPr lvl="0" eaLnBrk="1" latinLnBrk="0" hangingPunct="1"/>
            <a:r>
              <a:rPr lang="ru-RU"/>
              <a:t>Образец текста</a:t>
            </a:r>
          </a:p>
          <a:p>
            <a:pPr lvl="1" eaLnBrk="1" latinLnBrk="0" hangingPunct="1"/>
            <a:r>
              <a:rPr lang="ru-RU"/>
              <a:t>Второй уровень</a:t>
            </a:r>
          </a:p>
          <a:p>
            <a:pPr lvl="2" eaLnBrk="1" latinLnBrk="0" hangingPunct="1"/>
            <a:r>
              <a:rPr lang="ru-RU"/>
              <a:t>Третий уровень</a:t>
            </a:r>
          </a:p>
          <a:p>
            <a:pPr lvl="3" eaLnBrk="1" latinLnBrk="0" hangingPunct="1"/>
            <a:r>
              <a:rPr lang="ru-RU"/>
              <a:t>Четвертый уровень</a:t>
            </a:r>
          </a:p>
          <a:p>
            <a:pPr lvl="4" eaLnBrk="1" latinLnBrk="0" hangingPunct="1"/>
            <a:r>
              <a:rPr lang="ru-RU"/>
              <a:t>Пятый уровень</a:t>
            </a:r>
            <a:endParaRPr kumimoji="0" lang="en-US"/>
          </a:p>
        </p:txBody>
      </p:sp>
      <p:sp>
        <p:nvSpPr>
          <p:cNvPr id="4" name="Дата 3"/>
          <p:cNvSpPr>
            <a:spLocks noGrp="1"/>
          </p:cNvSpPr>
          <p:nvPr>
            <p:ph type="dt" sz="half" idx="10"/>
          </p:nvPr>
        </p:nvSpPr>
        <p:spPr/>
        <p:txBody>
          <a:bodyPr/>
          <a:lstStyle/>
          <a:p>
            <a:pPr>
              <a:defRPr/>
            </a:pPr>
            <a:fld id="{FDEB4DE7-5760-40CE-8B3D-F9DD51614C85}" type="datetimeFigureOut">
              <a:rPr lang="ru-RU" smtClean="0"/>
              <a:pPr>
                <a:defRPr/>
              </a:pPr>
              <a:t>09.10.2025</a:t>
            </a:fld>
            <a:endParaRPr lang="ru-RU"/>
          </a:p>
        </p:txBody>
      </p:sp>
      <p:sp>
        <p:nvSpPr>
          <p:cNvPr id="5" name="Нижний колонтитул 4"/>
          <p:cNvSpPr>
            <a:spLocks noGrp="1"/>
          </p:cNvSpPr>
          <p:nvPr>
            <p:ph type="ftr" sz="quarter" idx="11"/>
          </p:nvPr>
        </p:nvSpPr>
        <p:spPr/>
        <p:txBody>
          <a:bodyPr/>
          <a:lstStyle/>
          <a:p>
            <a:pPr>
              <a:defRPr/>
            </a:pPr>
            <a:endParaRPr lang="ru-RU"/>
          </a:p>
        </p:txBody>
      </p:sp>
      <p:sp>
        <p:nvSpPr>
          <p:cNvPr id="6" name="Номер слайда 5"/>
          <p:cNvSpPr>
            <a:spLocks noGrp="1"/>
          </p:cNvSpPr>
          <p:nvPr>
            <p:ph type="sldNum" sz="quarter" idx="12"/>
          </p:nvPr>
        </p:nvSpPr>
        <p:spPr/>
        <p:txBody>
          <a:bodyPr/>
          <a:lstStyle/>
          <a:p>
            <a:pPr>
              <a:defRPr/>
            </a:pPr>
            <a:fld id="{9C6DA87D-CF19-4DE6-9F73-28CC14904AF8}" type="slidenum">
              <a:rPr lang="ru-RU" smtClean="0"/>
              <a:pPr>
                <a:defRPr/>
              </a:pPr>
              <a:t>‹#›</a:t>
            </a:fld>
            <a:endParaRPr lang="ru-RU"/>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Заголовок раздела">
    <p:spTree>
      <p:nvGrpSpPr>
        <p:cNvPr id="1" name=""/>
        <p:cNvGrpSpPr/>
        <p:nvPr/>
      </p:nvGrpSpPr>
      <p:grpSpPr>
        <a:xfrm>
          <a:off x="0" y="0"/>
          <a:ext cx="0" cy="0"/>
          <a:chOff x="0" y="0"/>
          <a:chExt cx="0" cy="0"/>
        </a:xfrm>
      </p:grpSpPr>
      <p:sp>
        <p:nvSpPr>
          <p:cNvPr id="7" name="Прямоугольник 6"/>
          <p:cNvSpPr/>
          <p:nvPr/>
        </p:nvSpPr>
        <p:spPr>
          <a:xfrm>
            <a:off x="2282890" y="-54"/>
            <a:ext cx="6858000"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Заголовок 1"/>
          <p:cNvSpPr>
            <a:spLocks noGrp="1"/>
          </p:cNvSpPr>
          <p:nvPr>
            <p:ph type="title"/>
          </p:nvPr>
        </p:nvSpPr>
        <p:spPr>
          <a:xfrm>
            <a:off x="2578392" y="2600325"/>
            <a:ext cx="6400800" cy="2286000"/>
          </a:xfrm>
        </p:spPr>
        <p:txBody>
          <a:bodyPr anchor="t"/>
          <a:lstStyle>
            <a:lvl1pPr algn="l">
              <a:lnSpc>
                <a:spcPts val="4500"/>
              </a:lnSpc>
              <a:buNone/>
              <a:defRPr sz="4000" b="1" cap="all"/>
            </a:lvl1pPr>
            <a:extLst/>
          </a:lstStyle>
          <a:p>
            <a:r>
              <a:rPr kumimoji="0" lang="ru-RU"/>
              <a:t>Образец заголовка</a:t>
            </a:r>
            <a:endParaRPr kumimoji="0" lang="en-US"/>
          </a:p>
        </p:txBody>
      </p:sp>
      <p:sp>
        <p:nvSpPr>
          <p:cNvPr id="3" name="Текст 2"/>
          <p:cNvSpPr>
            <a:spLocks noGrp="1"/>
          </p:cNvSpPr>
          <p:nvPr>
            <p:ph type="body" idx="1"/>
          </p:nvPr>
        </p:nvSpPr>
        <p:spPr>
          <a:xfrm>
            <a:off x="2578392" y="1066800"/>
            <a:ext cx="6400800" cy="1509712"/>
          </a:xfrm>
        </p:spPr>
        <p:txBody>
          <a:bodyPr anchor="b"/>
          <a:lstStyle>
            <a:lvl1pPr marL="18288" indent="0">
              <a:lnSpc>
                <a:spcPts val="2300"/>
              </a:lnSpc>
              <a:spcBef>
                <a:spcPts val="0"/>
              </a:spcBef>
              <a:buNone/>
              <a:defRPr sz="2000">
                <a:solidFill>
                  <a:schemeClr val="tx2">
                    <a:shade val="30000"/>
                    <a:satMod val="150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ru-RU"/>
              <a:t>Образец текста</a:t>
            </a:r>
          </a:p>
        </p:txBody>
      </p:sp>
      <p:sp>
        <p:nvSpPr>
          <p:cNvPr id="4" name="Дата 3"/>
          <p:cNvSpPr>
            <a:spLocks noGrp="1"/>
          </p:cNvSpPr>
          <p:nvPr>
            <p:ph type="dt" sz="half" idx="10"/>
          </p:nvPr>
        </p:nvSpPr>
        <p:spPr/>
        <p:txBody>
          <a:bodyPr/>
          <a:lstStyle/>
          <a:p>
            <a:pPr>
              <a:defRPr/>
            </a:pPr>
            <a:fld id="{FDEB4DE7-5760-40CE-8B3D-F9DD51614C85}" type="datetimeFigureOut">
              <a:rPr lang="ru-RU" smtClean="0"/>
              <a:pPr>
                <a:defRPr/>
              </a:pPr>
              <a:t>09.10.2025</a:t>
            </a:fld>
            <a:endParaRPr lang="ru-RU"/>
          </a:p>
        </p:txBody>
      </p:sp>
      <p:sp>
        <p:nvSpPr>
          <p:cNvPr id="5" name="Нижний колонтитул 4"/>
          <p:cNvSpPr>
            <a:spLocks noGrp="1"/>
          </p:cNvSpPr>
          <p:nvPr>
            <p:ph type="ftr" sz="quarter" idx="11"/>
          </p:nvPr>
        </p:nvSpPr>
        <p:spPr/>
        <p:txBody>
          <a:bodyPr/>
          <a:lstStyle/>
          <a:p>
            <a:pPr>
              <a:defRPr/>
            </a:pPr>
            <a:endParaRPr lang="ru-RU"/>
          </a:p>
        </p:txBody>
      </p:sp>
      <p:sp>
        <p:nvSpPr>
          <p:cNvPr id="6" name="Номер слайда 5"/>
          <p:cNvSpPr>
            <a:spLocks noGrp="1"/>
          </p:cNvSpPr>
          <p:nvPr>
            <p:ph type="sldNum" sz="quarter" idx="12"/>
          </p:nvPr>
        </p:nvSpPr>
        <p:spPr/>
        <p:txBody>
          <a:bodyPr/>
          <a:lstStyle/>
          <a:p>
            <a:pPr>
              <a:defRPr/>
            </a:pPr>
            <a:fld id="{9C6DA87D-CF19-4DE6-9F73-28CC14904AF8}" type="slidenum">
              <a:rPr lang="ru-RU" smtClean="0"/>
              <a:pPr>
                <a:defRPr/>
              </a:pPr>
              <a:t>‹#›</a:t>
            </a:fld>
            <a:endParaRPr lang="ru-RU"/>
          </a:p>
        </p:txBody>
      </p:sp>
      <p:sp>
        <p:nvSpPr>
          <p:cNvPr id="10" name="Прямоугольник 9"/>
          <p:cNvSpPr/>
          <p:nvPr/>
        </p:nvSpPr>
        <p:spPr bwMode="invGray">
          <a:xfrm>
            <a:off x="2286000" y="0"/>
            <a:ext cx="76200"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Овал 7"/>
          <p:cNvSpPr/>
          <p:nvPr/>
        </p:nvSpPr>
        <p:spPr>
          <a:xfrm>
            <a:off x="2172321" y="2814656"/>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
        <p:nvSpPr>
          <p:cNvPr id="9" name="Овал 8"/>
          <p:cNvSpPr/>
          <p:nvPr/>
        </p:nvSpPr>
        <p:spPr>
          <a:xfrm>
            <a:off x="2408064" y="2745870"/>
            <a:ext cx="64008" cy="6400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435608" y="274320"/>
            <a:ext cx="7498080" cy="1143000"/>
          </a:xfrm>
        </p:spPr>
        <p:txBody>
          <a:bodyPr/>
          <a:lstStyle/>
          <a:p>
            <a:r>
              <a:rPr kumimoji="0" lang="ru-RU"/>
              <a:t>Образец заголовка</a:t>
            </a:r>
            <a:endParaRPr kumimoji="0" lang="en-US"/>
          </a:p>
        </p:txBody>
      </p:sp>
      <p:sp>
        <p:nvSpPr>
          <p:cNvPr id="3" name="Объект 2"/>
          <p:cNvSpPr>
            <a:spLocks noGrp="1"/>
          </p:cNvSpPr>
          <p:nvPr>
            <p:ph sz="half" idx="1"/>
          </p:nvPr>
        </p:nvSpPr>
        <p:spPr>
          <a:xfrm>
            <a:off x="1435608" y="1524000"/>
            <a:ext cx="3657600" cy="4663440"/>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ru-RU"/>
              <a:t>Образец текста</a:t>
            </a:r>
          </a:p>
          <a:p>
            <a:pPr lvl="1" eaLnBrk="1" latinLnBrk="0" hangingPunct="1"/>
            <a:r>
              <a:rPr lang="ru-RU"/>
              <a:t>Второй уровень</a:t>
            </a:r>
          </a:p>
          <a:p>
            <a:pPr lvl="2" eaLnBrk="1" latinLnBrk="0" hangingPunct="1"/>
            <a:r>
              <a:rPr lang="ru-RU"/>
              <a:t>Третий уровень</a:t>
            </a:r>
          </a:p>
          <a:p>
            <a:pPr lvl="3" eaLnBrk="1" latinLnBrk="0" hangingPunct="1"/>
            <a:r>
              <a:rPr lang="ru-RU"/>
              <a:t>Четвертый уровень</a:t>
            </a:r>
          </a:p>
          <a:p>
            <a:pPr lvl="4" eaLnBrk="1" latinLnBrk="0" hangingPunct="1"/>
            <a:r>
              <a:rPr lang="ru-RU"/>
              <a:t>Пятый уровень</a:t>
            </a:r>
            <a:endParaRPr kumimoji="0" lang="en-US"/>
          </a:p>
        </p:txBody>
      </p:sp>
      <p:sp>
        <p:nvSpPr>
          <p:cNvPr id="4" name="Объект 3"/>
          <p:cNvSpPr>
            <a:spLocks noGrp="1"/>
          </p:cNvSpPr>
          <p:nvPr>
            <p:ph sz="half" idx="2"/>
          </p:nvPr>
        </p:nvSpPr>
        <p:spPr>
          <a:xfrm>
            <a:off x="5276088" y="1524000"/>
            <a:ext cx="3657600" cy="4663440"/>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ru-RU"/>
              <a:t>Образец текста</a:t>
            </a:r>
          </a:p>
          <a:p>
            <a:pPr lvl="1" eaLnBrk="1" latinLnBrk="0" hangingPunct="1"/>
            <a:r>
              <a:rPr lang="ru-RU"/>
              <a:t>Второй уровень</a:t>
            </a:r>
          </a:p>
          <a:p>
            <a:pPr lvl="2" eaLnBrk="1" latinLnBrk="0" hangingPunct="1"/>
            <a:r>
              <a:rPr lang="ru-RU"/>
              <a:t>Третий уровень</a:t>
            </a:r>
          </a:p>
          <a:p>
            <a:pPr lvl="3" eaLnBrk="1" latinLnBrk="0" hangingPunct="1"/>
            <a:r>
              <a:rPr lang="ru-RU"/>
              <a:t>Четвертый уровень</a:t>
            </a:r>
          </a:p>
          <a:p>
            <a:pPr lvl="4" eaLnBrk="1" latinLnBrk="0" hangingPunct="1"/>
            <a:r>
              <a:rPr lang="ru-RU"/>
              <a:t>Пятый уровень</a:t>
            </a:r>
            <a:endParaRPr kumimoji="0" lang="en-US"/>
          </a:p>
        </p:txBody>
      </p:sp>
      <p:sp>
        <p:nvSpPr>
          <p:cNvPr id="5" name="Дата 4"/>
          <p:cNvSpPr>
            <a:spLocks noGrp="1"/>
          </p:cNvSpPr>
          <p:nvPr>
            <p:ph type="dt" sz="half" idx="10"/>
          </p:nvPr>
        </p:nvSpPr>
        <p:spPr/>
        <p:txBody>
          <a:bodyPr/>
          <a:lstStyle/>
          <a:p>
            <a:pPr>
              <a:defRPr/>
            </a:pPr>
            <a:fld id="{FDEB4DE7-5760-40CE-8B3D-F9DD51614C85}" type="datetimeFigureOut">
              <a:rPr lang="ru-RU" smtClean="0"/>
              <a:pPr>
                <a:defRPr/>
              </a:pPr>
              <a:t>09.10.2025</a:t>
            </a:fld>
            <a:endParaRPr lang="ru-RU"/>
          </a:p>
        </p:txBody>
      </p:sp>
      <p:sp>
        <p:nvSpPr>
          <p:cNvPr id="6" name="Нижний колонтитул 5"/>
          <p:cNvSpPr>
            <a:spLocks noGrp="1"/>
          </p:cNvSpPr>
          <p:nvPr>
            <p:ph type="ftr" sz="quarter" idx="11"/>
          </p:nvPr>
        </p:nvSpPr>
        <p:spPr/>
        <p:txBody>
          <a:bodyPr/>
          <a:lstStyle/>
          <a:p>
            <a:pPr>
              <a:defRPr/>
            </a:pPr>
            <a:endParaRPr lang="ru-RU"/>
          </a:p>
        </p:txBody>
      </p:sp>
      <p:sp>
        <p:nvSpPr>
          <p:cNvPr id="7" name="Номер слайда 6"/>
          <p:cNvSpPr>
            <a:spLocks noGrp="1"/>
          </p:cNvSpPr>
          <p:nvPr>
            <p:ph type="sldNum" sz="quarter" idx="12"/>
          </p:nvPr>
        </p:nvSpPr>
        <p:spPr/>
        <p:txBody>
          <a:bodyPr/>
          <a:lstStyle/>
          <a:p>
            <a:pPr>
              <a:defRPr/>
            </a:pPr>
            <a:fld id="{9C6DA87D-CF19-4DE6-9F73-28CC14904AF8}" type="slidenum">
              <a:rPr lang="ru-RU" smtClean="0"/>
              <a:pPr>
                <a:defRPr/>
              </a:pPr>
              <a:t>‹#›</a:t>
            </a:fld>
            <a:endParaRPr lang="ru-RU"/>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Сравнение">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5160336"/>
            <a:ext cx="8229600" cy="1143000"/>
          </a:xfrm>
        </p:spPr>
        <p:txBody>
          <a:bodyPr anchor="ctr"/>
          <a:lstStyle>
            <a:lvl1pPr algn="ctr">
              <a:defRPr sz="4500" b="1" cap="none" baseline="0"/>
            </a:lvl1pPr>
            <a:extLst/>
          </a:lstStyle>
          <a:p>
            <a:r>
              <a:rPr kumimoji="0" lang="ru-RU"/>
              <a:t>Образец заголовка</a:t>
            </a:r>
            <a:endParaRPr kumimoji="0" lang="en-US"/>
          </a:p>
        </p:txBody>
      </p:sp>
      <p:sp>
        <p:nvSpPr>
          <p:cNvPr id="3" name="Текст 2"/>
          <p:cNvSpPr>
            <a:spLocks noGrp="1"/>
          </p:cNvSpPr>
          <p:nvPr>
            <p:ph type="body" idx="1"/>
          </p:nvPr>
        </p:nvSpPr>
        <p:spPr>
          <a:xfrm>
            <a:off x="457200" y="328278"/>
            <a:ext cx="402336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ru-RU"/>
              <a:t>Образец текста</a:t>
            </a:r>
          </a:p>
        </p:txBody>
      </p:sp>
      <p:sp>
        <p:nvSpPr>
          <p:cNvPr id="4" name="Текст 3"/>
          <p:cNvSpPr>
            <a:spLocks noGrp="1"/>
          </p:cNvSpPr>
          <p:nvPr>
            <p:ph type="body" sz="half" idx="3"/>
          </p:nvPr>
        </p:nvSpPr>
        <p:spPr>
          <a:xfrm>
            <a:off x="4663440" y="328278"/>
            <a:ext cx="402336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ru-RU"/>
              <a:t>Образец текста</a:t>
            </a:r>
          </a:p>
        </p:txBody>
      </p:sp>
      <p:sp>
        <p:nvSpPr>
          <p:cNvPr id="5" name="Объект 4"/>
          <p:cNvSpPr>
            <a:spLocks noGrp="1"/>
          </p:cNvSpPr>
          <p:nvPr>
            <p:ph sz="quarter" idx="2"/>
          </p:nvPr>
        </p:nvSpPr>
        <p:spPr>
          <a:xfrm>
            <a:off x="457200" y="969336"/>
            <a:ext cx="402336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eaLnBrk="1" latinLnBrk="0" hangingPunct="1"/>
            <a:r>
              <a:rPr lang="ru-RU"/>
              <a:t>Образец текста</a:t>
            </a:r>
          </a:p>
          <a:p>
            <a:pPr lvl="1" eaLnBrk="1" latinLnBrk="0" hangingPunct="1"/>
            <a:r>
              <a:rPr lang="ru-RU"/>
              <a:t>Второй уровень</a:t>
            </a:r>
          </a:p>
          <a:p>
            <a:pPr lvl="2" eaLnBrk="1" latinLnBrk="0" hangingPunct="1"/>
            <a:r>
              <a:rPr lang="ru-RU"/>
              <a:t>Третий уровень</a:t>
            </a:r>
          </a:p>
          <a:p>
            <a:pPr lvl="3" eaLnBrk="1" latinLnBrk="0" hangingPunct="1"/>
            <a:r>
              <a:rPr lang="ru-RU"/>
              <a:t>Четвертый уровень</a:t>
            </a:r>
          </a:p>
          <a:p>
            <a:pPr lvl="4" eaLnBrk="1" latinLnBrk="0" hangingPunct="1"/>
            <a:r>
              <a:rPr lang="ru-RU"/>
              <a:t>Пятый уровень</a:t>
            </a:r>
            <a:endParaRPr kumimoji="0" lang="en-US"/>
          </a:p>
        </p:txBody>
      </p:sp>
      <p:sp>
        <p:nvSpPr>
          <p:cNvPr id="6" name="Объект 5"/>
          <p:cNvSpPr>
            <a:spLocks noGrp="1"/>
          </p:cNvSpPr>
          <p:nvPr>
            <p:ph sz="quarter" idx="4"/>
          </p:nvPr>
        </p:nvSpPr>
        <p:spPr>
          <a:xfrm>
            <a:off x="4663440" y="969336"/>
            <a:ext cx="402336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eaLnBrk="1" latinLnBrk="0" hangingPunct="1"/>
            <a:r>
              <a:rPr lang="ru-RU"/>
              <a:t>Образец текста</a:t>
            </a:r>
          </a:p>
          <a:p>
            <a:pPr lvl="1" eaLnBrk="1" latinLnBrk="0" hangingPunct="1"/>
            <a:r>
              <a:rPr lang="ru-RU"/>
              <a:t>Второй уровень</a:t>
            </a:r>
          </a:p>
          <a:p>
            <a:pPr lvl="2" eaLnBrk="1" latinLnBrk="0" hangingPunct="1"/>
            <a:r>
              <a:rPr lang="ru-RU"/>
              <a:t>Третий уровень</a:t>
            </a:r>
          </a:p>
          <a:p>
            <a:pPr lvl="3" eaLnBrk="1" latinLnBrk="0" hangingPunct="1"/>
            <a:r>
              <a:rPr lang="ru-RU"/>
              <a:t>Четвертый уровень</a:t>
            </a:r>
          </a:p>
          <a:p>
            <a:pPr lvl="4" eaLnBrk="1" latinLnBrk="0" hangingPunct="1"/>
            <a:r>
              <a:rPr lang="ru-RU"/>
              <a:t>Пятый уровень</a:t>
            </a:r>
            <a:endParaRPr kumimoji="0" lang="en-US"/>
          </a:p>
        </p:txBody>
      </p:sp>
      <p:sp>
        <p:nvSpPr>
          <p:cNvPr id="7" name="Дата 6"/>
          <p:cNvSpPr>
            <a:spLocks noGrp="1"/>
          </p:cNvSpPr>
          <p:nvPr>
            <p:ph type="dt" sz="half" idx="10"/>
          </p:nvPr>
        </p:nvSpPr>
        <p:spPr/>
        <p:txBody>
          <a:bodyPr/>
          <a:lstStyle/>
          <a:p>
            <a:pPr>
              <a:defRPr/>
            </a:pPr>
            <a:fld id="{FDEB4DE7-5760-40CE-8B3D-F9DD51614C85}" type="datetimeFigureOut">
              <a:rPr lang="ru-RU" smtClean="0"/>
              <a:pPr>
                <a:defRPr/>
              </a:pPr>
              <a:t>09.10.2025</a:t>
            </a:fld>
            <a:endParaRPr lang="ru-RU"/>
          </a:p>
        </p:txBody>
      </p:sp>
      <p:sp>
        <p:nvSpPr>
          <p:cNvPr id="8" name="Нижний колонтитул 7"/>
          <p:cNvSpPr>
            <a:spLocks noGrp="1"/>
          </p:cNvSpPr>
          <p:nvPr>
            <p:ph type="ftr" sz="quarter" idx="11"/>
          </p:nvPr>
        </p:nvSpPr>
        <p:spPr/>
        <p:txBody>
          <a:bodyPr/>
          <a:lstStyle/>
          <a:p>
            <a:pPr>
              <a:defRPr/>
            </a:pPr>
            <a:endParaRPr lang="ru-RU"/>
          </a:p>
        </p:txBody>
      </p:sp>
      <p:sp>
        <p:nvSpPr>
          <p:cNvPr id="9" name="Номер слайда 8"/>
          <p:cNvSpPr>
            <a:spLocks noGrp="1"/>
          </p:cNvSpPr>
          <p:nvPr>
            <p:ph type="sldNum" sz="quarter" idx="12"/>
          </p:nvPr>
        </p:nvSpPr>
        <p:spPr/>
        <p:txBody>
          <a:bodyPr/>
          <a:lstStyle/>
          <a:p>
            <a:pPr>
              <a:defRPr/>
            </a:pPr>
            <a:fld id="{9C6DA87D-CF19-4DE6-9F73-28CC14904AF8}" type="slidenum">
              <a:rPr lang="ru-RU" smtClean="0"/>
              <a:pPr>
                <a:defRPr/>
              </a:pPr>
              <a:t>‹#›</a:t>
            </a:fld>
            <a:endParaRPr lang="ru-RU"/>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435608" y="274320"/>
            <a:ext cx="7498080" cy="1143000"/>
          </a:xfrm>
        </p:spPr>
        <p:txBody>
          <a:bodyPr anchor="ctr"/>
          <a:lstStyle/>
          <a:p>
            <a:r>
              <a:rPr kumimoji="0" lang="ru-RU"/>
              <a:t>Образец заголовка</a:t>
            </a:r>
            <a:endParaRPr kumimoji="0" lang="en-US"/>
          </a:p>
        </p:txBody>
      </p:sp>
      <p:sp>
        <p:nvSpPr>
          <p:cNvPr id="3" name="Дата 2"/>
          <p:cNvSpPr>
            <a:spLocks noGrp="1"/>
          </p:cNvSpPr>
          <p:nvPr>
            <p:ph type="dt" sz="half" idx="10"/>
          </p:nvPr>
        </p:nvSpPr>
        <p:spPr/>
        <p:txBody>
          <a:bodyPr/>
          <a:lstStyle/>
          <a:p>
            <a:pPr>
              <a:defRPr/>
            </a:pPr>
            <a:fld id="{FDEB4DE7-5760-40CE-8B3D-F9DD51614C85}" type="datetimeFigureOut">
              <a:rPr lang="ru-RU" smtClean="0"/>
              <a:pPr>
                <a:defRPr/>
              </a:pPr>
              <a:t>09.10.2025</a:t>
            </a:fld>
            <a:endParaRPr lang="ru-RU"/>
          </a:p>
        </p:txBody>
      </p:sp>
      <p:sp>
        <p:nvSpPr>
          <p:cNvPr id="4" name="Нижний колонтитул 3"/>
          <p:cNvSpPr>
            <a:spLocks noGrp="1"/>
          </p:cNvSpPr>
          <p:nvPr>
            <p:ph type="ftr" sz="quarter" idx="11"/>
          </p:nvPr>
        </p:nvSpPr>
        <p:spPr/>
        <p:txBody>
          <a:bodyPr/>
          <a:lstStyle/>
          <a:p>
            <a:pPr>
              <a:defRPr/>
            </a:pPr>
            <a:endParaRPr lang="ru-RU"/>
          </a:p>
        </p:txBody>
      </p:sp>
      <p:sp>
        <p:nvSpPr>
          <p:cNvPr id="5" name="Номер слайда 4"/>
          <p:cNvSpPr>
            <a:spLocks noGrp="1"/>
          </p:cNvSpPr>
          <p:nvPr>
            <p:ph type="sldNum" sz="quarter" idx="12"/>
          </p:nvPr>
        </p:nvSpPr>
        <p:spPr/>
        <p:txBody>
          <a:bodyPr/>
          <a:lstStyle/>
          <a:p>
            <a:pPr>
              <a:defRPr/>
            </a:pPr>
            <a:fld id="{9C6DA87D-CF19-4DE6-9F73-28CC14904AF8}" type="slidenum">
              <a:rPr lang="ru-RU" smtClean="0"/>
              <a:pPr>
                <a:defRPr/>
              </a:pPr>
              <a:t>‹#›</a:t>
            </a:fld>
            <a:endParaRPr lang="ru-RU"/>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Пустой слайд">
    <p:spTree>
      <p:nvGrpSpPr>
        <p:cNvPr id="1" name=""/>
        <p:cNvGrpSpPr/>
        <p:nvPr/>
      </p:nvGrpSpPr>
      <p:grpSpPr>
        <a:xfrm>
          <a:off x="0" y="0"/>
          <a:ext cx="0" cy="0"/>
          <a:chOff x="0" y="0"/>
          <a:chExt cx="0" cy="0"/>
        </a:xfrm>
      </p:grpSpPr>
      <p:sp>
        <p:nvSpPr>
          <p:cNvPr id="5" name="Прямоугольник 4"/>
          <p:cNvSpPr/>
          <p:nvPr/>
        </p:nvSpPr>
        <p:spPr>
          <a:xfrm>
            <a:off x="1014984" y="0"/>
            <a:ext cx="8129016" cy="6858000"/>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Дата 1"/>
          <p:cNvSpPr>
            <a:spLocks noGrp="1"/>
          </p:cNvSpPr>
          <p:nvPr>
            <p:ph type="dt" sz="half" idx="10"/>
          </p:nvPr>
        </p:nvSpPr>
        <p:spPr/>
        <p:txBody>
          <a:bodyPr/>
          <a:lstStyle/>
          <a:p>
            <a:pPr>
              <a:defRPr/>
            </a:pPr>
            <a:fld id="{8949FF50-639A-42D9-A0D6-E31691AD78ED}" type="datetimeFigureOut">
              <a:rPr lang="ru-RU" smtClean="0"/>
              <a:pPr>
                <a:defRPr/>
              </a:pPr>
              <a:t>09.10.2025</a:t>
            </a:fld>
            <a:endParaRPr lang="ru-RU"/>
          </a:p>
        </p:txBody>
      </p:sp>
      <p:sp>
        <p:nvSpPr>
          <p:cNvPr id="3" name="Нижний колонтитул 2"/>
          <p:cNvSpPr>
            <a:spLocks noGrp="1"/>
          </p:cNvSpPr>
          <p:nvPr>
            <p:ph type="ftr" sz="quarter" idx="11"/>
          </p:nvPr>
        </p:nvSpPr>
        <p:spPr/>
        <p:txBody>
          <a:bodyPr/>
          <a:lstStyle/>
          <a:p>
            <a:pPr>
              <a:defRPr/>
            </a:pPr>
            <a:endParaRPr lang="ru-RU"/>
          </a:p>
        </p:txBody>
      </p:sp>
      <p:sp>
        <p:nvSpPr>
          <p:cNvPr id="4" name="Номер слайда 3"/>
          <p:cNvSpPr>
            <a:spLocks noGrp="1"/>
          </p:cNvSpPr>
          <p:nvPr>
            <p:ph type="sldNum" sz="quarter" idx="12"/>
          </p:nvPr>
        </p:nvSpPr>
        <p:spPr/>
        <p:txBody>
          <a:bodyPr/>
          <a:lstStyle/>
          <a:p>
            <a:pPr>
              <a:defRPr/>
            </a:pPr>
            <a:fld id="{F2281531-6BFC-4315-8459-7028BF2773B3}" type="slidenum">
              <a:rPr lang="ru-RU" smtClean="0"/>
              <a:pPr>
                <a:defRPr/>
              </a:pPr>
              <a:t>‹#›</a:t>
            </a:fld>
            <a:endParaRPr lang="ru-RU"/>
          </a:p>
        </p:txBody>
      </p:sp>
      <p:sp>
        <p:nvSpPr>
          <p:cNvPr id="6" name="Прямоугольник 5"/>
          <p:cNvSpPr/>
          <p:nvPr/>
        </p:nvSpPr>
        <p:spPr bwMode="invGray">
          <a:xfrm>
            <a:off x="1014984" y="-54"/>
            <a:ext cx="73152"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Объект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16778"/>
            <a:ext cx="3810000" cy="1162050"/>
          </a:xfrm>
          <a:ln>
            <a:noFill/>
          </a:ln>
        </p:spPr>
        <p:txBody>
          <a:bodyPr anchor="b"/>
          <a:lstStyle>
            <a:lvl1pPr algn="l">
              <a:lnSpc>
                <a:spcPts val="2000"/>
              </a:lnSpc>
              <a:buNone/>
              <a:defRPr sz="2200" b="1" cap="all" baseline="0"/>
            </a:lvl1pPr>
            <a:extLst/>
          </a:lstStyle>
          <a:p>
            <a:r>
              <a:rPr kumimoji="0" lang="ru-RU"/>
              <a:t>Образец заголовка</a:t>
            </a:r>
            <a:endParaRPr kumimoji="0" lang="en-US"/>
          </a:p>
        </p:txBody>
      </p:sp>
      <p:sp>
        <p:nvSpPr>
          <p:cNvPr id="3" name="Текст 2"/>
          <p:cNvSpPr>
            <a:spLocks noGrp="1"/>
          </p:cNvSpPr>
          <p:nvPr>
            <p:ph type="body" idx="2"/>
          </p:nvPr>
        </p:nvSpPr>
        <p:spPr>
          <a:xfrm>
            <a:off x="457200" y="1406964"/>
            <a:ext cx="3810000" cy="698500"/>
          </a:xfrm>
        </p:spPr>
        <p:txBody>
          <a:bodyPr/>
          <a:lstStyle>
            <a:lvl1pPr marL="45720" indent="0">
              <a:lnSpc>
                <a:spcPct val="100000"/>
              </a:lnSpc>
              <a:spcBef>
                <a:spcPts val="0"/>
              </a:spcBef>
              <a:buNone/>
              <a:defRPr sz="1400"/>
            </a:lvl1pPr>
            <a:lvl2pPr>
              <a:buNone/>
              <a:defRPr sz="1200"/>
            </a:lvl2pPr>
            <a:lvl3pPr>
              <a:buNone/>
              <a:defRPr sz="1000"/>
            </a:lvl3pPr>
            <a:lvl4pPr>
              <a:buNone/>
              <a:defRPr sz="900"/>
            </a:lvl4pPr>
            <a:lvl5pPr>
              <a:buNone/>
              <a:defRPr sz="900"/>
            </a:lvl5pPr>
            <a:extLst/>
          </a:lstStyle>
          <a:p>
            <a:pPr lvl="0" eaLnBrk="1" latinLnBrk="0" hangingPunct="1"/>
            <a:r>
              <a:rPr kumimoji="0" lang="ru-RU"/>
              <a:t>Образец текста</a:t>
            </a:r>
          </a:p>
        </p:txBody>
      </p:sp>
      <p:sp>
        <p:nvSpPr>
          <p:cNvPr id="4" name="Объект 3"/>
          <p:cNvSpPr>
            <a:spLocks noGrp="1"/>
          </p:cNvSpPr>
          <p:nvPr>
            <p:ph sz="half" idx="1"/>
          </p:nvPr>
        </p:nvSpPr>
        <p:spPr>
          <a:xfrm>
            <a:off x="457200" y="2133600"/>
            <a:ext cx="8153400" cy="3992563"/>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ru-RU"/>
              <a:t>Образец текста</a:t>
            </a:r>
          </a:p>
          <a:p>
            <a:pPr lvl="1" eaLnBrk="1" latinLnBrk="0" hangingPunct="1"/>
            <a:r>
              <a:rPr lang="ru-RU"/>
              <a:t>Второй уровень</a:t>
            </a:r>
          </a:p>
          <a:p>
            <a:pPr lvl="2" eaLnBrk="1" latinLnBrk="0" hangingPunct="1"/>
            <a:r>
              <a:rPr lang="ru-RU"/>
              <a:t>Третий уровень</a:t>
            </a:r>
          </a:p>
          <a:p>
            <a:pPr lvl="3" eaLnBrk="1" latinLnBrk="0" hangingPunct="1"/>
            <a:r>
              <a:rPr lang="ru-RU"/>
              <a:t>Четвертый уровень</a:t>
            </a:r>
          </a:p>
          <a:p>
            <a:pPr lvl="4" eaLnBrk="1" latinLnBrk="0" hangingPunct="1"/>
            <a:r>
              <a:rPr lang="ru-RU"/>
              <a:t>Пятый уровень</a:t>
            </a:r>
            <a:endParaRPr kumimoji="0" lang="en-US"/>
          </a:p>
        </p:txBody>
      </p:sp>
      <p:sp>
        <p:nvSpPr>
          <p:cNvPr id="5" name="Дата 4"/>
          <p:cNvSpPr>
            <a:spLocks noGrp="1"/>
          </p:cNvSpPr>
          <p:nvPr>
            <p:ph type="dt" sz="half" idx="10"/>
          </p:nvPr>
        </p:nvSpPr>
        <p:spPr/>
        <p:txBody>
          <a:bodyPr/>
          <a:lstStyle/>
          <a:p>
            <a:pPr>
              <a:defRPr/>
            </a:pPr>
            <a:fld id="{FDEB4DE7-5760-40CE-8B3D-F9DD51614C85}" type="datetimeFigureOut">
              <a:rPr lang="ru-RU" smtClean="0"/>
              <a:pPr>
                <a:defRPr/>
              </a:pPr>
              <a:t>09.10.2025</a:t>
            </a:fld>
            <a:endParaRPr lang="ru-RU"/>
          </a:p>
        </p:txBody>
      </p:sp>
      <p:sp>
        <p:nvSpPr>
          <p:cNvPr id="6" name="Нижний колонтитул 5"/>
          <p:cNvSpPr>
            <a:spLocks noGrp="1"/>
          </p:cNvSpPr>
          <p:nvPr>
            <p:ph type="ftr" sz="quarter" idx="11"/>
          </p:nvPr>
        </p:nvSpPr>
        <p:spPr/>
        <p:txBody>
          <a:bodyPr/>
          <a:lstStyle/>
          <a:p>
            <a:pPr>
              <a:defRPr/>
            </a:pPr>
            <a:endParaRPr lang="ru-RU"/>
          </a:p>
        </p:txBody>
      </p:sp>
      <p:sp>
        <p:nvSpPr>
          <p:cNvPr id="7" name="Номер слайда 6"/>
          <p:cNvSpPr>
            <a:spLocks noGrp="1"/>
          </p:cNvSpPr>
          <p:nvPr>
            <p:ph type="sldNum" sz="quarter" idx="12"/>
          </p:nvPr>
        </p:nvSpPr>
        <p:spPr/>
        <p:txBody>
          <a:bodyPr/>
          <a:lstStyle/>
          <a:p>
            <a:pPr>
              <a:defRPr/>
            </a:pPr>
            <a:fld id="{9C6DA87D-CF19-4DE6-9F73-28CC14904AF8}" type="slidenum">
              <a:rPr lang="ru-RU" smtClean="0"/>
              <a:pPr>
                <a:defRPr/>
              </a:pPr>
              <a:t>‹#›</a:t>
            </a:fld>
            <a:endParaRPr lang="ru-RU"/>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Рисунок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5886896" y="1066800"/>
            <a:ext cx="2743200" cy="1981200"/>
          </a:xfrm>
        </p:spPr>
        <p:txBody>
          <a:bodyPr anchor="b">
            <a:noAutofit/>
          </a:bodyPr>
          <a:lstStyle>
            <a:lvl1pPr algn="l">
              <a:buNone/>
              <a:defRPr sz="2100" b="1">
                <a:effectLst/>
              </a:defRPr>
            </a:lvl1pPr>
            <a:extLst/>
          </a:lstStyle>
          <a:p>
            <a:r>
              <a:rPr kumimoji="0" lang="ru-RU"/>
              <a:t>Образец заголовка</a:t>
            </a:r>
            <a:endParaRPr kumimoji="0" lang="en-US"/>
          </a:p>
        </p:txBody>
      </p:sp>
      <p:sp>
        <p:nvSpPr>
          <p:cNvPr id="5" name="Дата 4"/>
          <p:cNvSpPr>
            <a:spLocks noGrp="1"/>
          </p:cNvSpPr>
          <p:nvPr>
            <p:ph type="dt" sz="half" idx="10"/>
          </p:nvPr>
        </p:nvSpPr>
        <p:spPr/>
        <p:txBody>
          <a:bodyPr/>
          <a:lstStyle/>
          <a:p>
            <a:pPr>
              <a:defRPr/>
            </a:pPr>
            <a:fld id="{FDEB4DE7-5760-40CE-8B3D-F9DD51614C85}" type="datetimeFigureOut">
              <a:rPr lang="ru-RU" smtClean="0"/>
              <a:pPr>
                <a:defRPr/>
              </a:pPr>
              <a:t>09.10.2025</a:t>
            </a:fld>
            <a:endParaRPr lang="ru-RU"/>
          </a:p>
        </p:txBody>
      </p:sp>
      <p:sp>
        <p:nvSpPr>
          <p:cNvPr id="6" name="Нижний колонтитул 5"/>
          <p:cNvSpPr>
            <a:spLocks noGrp="1"/>
          </p:cNvSpPr>
          <p:nvPr>
            <p:ph type="ftr" sz="quarter" idx="11"/>
          </p:nvPr>
        </p:nvSpPr>
        <p:spPr/>
        <p:txBody>
          <a:bodyPr/>
          <a:lstStyle/>
          <a:p>
            <a:pPr>
              <a:defRPr/>
            </a:pPr>
            <a:endParaRPr lang="ru-RU"/>
          </a:p>
        </p:txBody>
      </p:sp>
      <p:sp>
        <p:nvSpPr>
          <p:cNvPr id="7" name="Номер слайда 6"/>
          <p:cNvSpPr>
            <a:spLocks noGrp="1"/>
          </p:cNvSpPr>
          <p:nvPr>
            <p:ph type="sldNum" sz="quarter" idx="12"/>
          </p:nvPr>
        </p:nvSpPr>
        <p:spPr/>
        <p:txBody>
          <a:bodyPr/>
          <a:lstStyle/>
          <a:p>
            <a:pPr>
              <a:defRPr/>
            </a:pPr>
            <a:fld id="{9C6DA87D-CF19-4DE6-9F73-28CC14904AF8}" type="slidenum">
              <a:rPr lang="ru-RU" smtClean="0"/>
              <a:pPr>
                <a:defRPr/>
              </a:pPr>
              <a:t>‹#›</a:t>
            </a:fld>
            <a:endParaRPr lang="ru-RU"/>
          </a:p>
        </p:txBody>
      </p:sp>
      <p:sp>
        <p:nvSpPr>
          <p:cNvPr id="8" name="Прямоугольник 7"/>
          <p:cNvSpPr/>
          <p:nvPr/>
        </p:nvSpPr>
        <p:spPr>
          <a:xfrm>
            <a:off x="762000" y="1066800"/>
            <a:ext cx="4572000" cy="4572000"/>
          </a:xfrm>
          <a:prstGeom prst="rect">
            <a:avLst/>
          </a:prstGeom>
          <a:solidFill>
            <a:srgbClr val="FFFFFF"/>
          </a:solidFill>
          <a:ln w="88900" cap="sq">
            <a:solidFill>
              <a:srgbClr val="FFFFFF"/>
            </a:solidFill>
            <a:miter lim="800000"/>
          </a:ln>
          <a:effectLst>
            <a:outerShdw blurRad="55500" dist="18500" dir="5400000" algn="tl" rotWithShape="0">
              <a:srgbClr val="000000">
                <a:alpha val="35000"/>
              </a:srgbClr>
            </a:outerShdw>
          </a:effectLst>
          <a:scene3d>
            <a:camera prst="orthographicFront"/>
            <a:lightRig rig="twoPt" dir="t">
              <a:rot lat="0" lon="0" rev="7200000"/>
            </a:lightRig>
          </a:scene3d>
          <a:sp3d contourW="635">
            <a:bevelT w="25400" h="19050"/>
            <a:contourClr>
              <a:srgbClr val="969696"/>
            </a:contourClr>
          </a:sp3d>
        </p:spPr>
        <p:txBody>
          <a:bodyPr lIns="91440" tIns="274320" rtlCol="0" anchor="t">
            <a:normAutofit/>
          </a:bodyPr>
          <a:lstStyle/>
          <a:p>
            <a:pPr marL="0" indent="-283464" algn="l" rtl="0" eaLnBrk="1" latinLnBrk="0" hangingPunct="1">
              <a:lnSpc>
                <a:spcPts val="3000"/>
              </a:lnSpc>
              <a:spcBef>
                <a:spcPts val="600"/>
              </a:spcBef>
              <a:buClr>
                <a:schemeClr val="accent1"/>
              </a:buClr>
              <a:buSzPct val="80000"/>
              <a:buFont typeface="Wingdings 2"/>
              <a:buNone/>
            </a:pPr>
            <a:endParaRPr kumimoji="0" lang="en-US" sz="3200" kern="1200">
              <a:solidFill>
                <a:schemeClr val="tx1"/>
              </a:solidFill>
              <a:latin typeface="+mn-lt"/>
              <a:ea typeface="+mn-ea"/>
              <a:cs typeface="+mn-cs"/>
            </a:endParaRPr>
          </a:p>
        </p:txBody>
      </p:sp>
      <p:sp>
        <p:nvSpPr>
          <p:cNvPr id="3" name="Рисунок 2"/>
          <p:cNvSpPr>
            <a:spLocks noGrp="1"/>
          </p:cNvSpPr>
          <p:nvPr>
            <p:ph type="pic" idx="1"/>
          </p:nvPr>
        </p:nvSpPr>
        <p:spPr>
          <a:xfrm>
            <a:off x="838200" y="1143003"/>
            <a:ext cx="4419600" cy="3514531"/>
          </a:xfrm>
          <a:prstGeom prst="roundRect">
            <a:avLst>
              <a:gd name="adj" fmla="val 783"/>
            </a:avLst>
          </a:prstGeom>
          <a:solidFill>
            <a:schemeClr val="bg2"/>
          </a:solidFill>
          <a:ln w="127000">
            <a:noFill/>
            <a:miter lim="800000"/>
          </a:ln>
          <a:effectLst/>
        </p:spPr>
        <p:txBody>
          <a:bodyPr lIns="91440" tIns="274320" anchor="t"/>
          <a:lstStyle>
            <a:lvl1pPr indent="0">
              <a:buNone/>
              <a:defRPr sz="3200"/>
            </a:lvl1pPr>
            <a:extLst/>
          </a:lstStyle>
          <a:p>
            <a:pPr marL="0" algn="l" eaLnBrk="1" latinLnBrk="0" hangingPunct="1"/>
            <a:r>
              <a:rPr kumimoji="0" lang="ru-RU"/>
              <a:t>Вставка рисунка</a:t>
            </a:r>
            <a:endParaRPr kumimoji="0" lang="en-US" dirty="0"/>
          </a:p>
        </p:txBody>
      </p:sp>
      <p:sp>
        <p:nvSpPr>
          <p:cNvPr id="9" name="Блок-схема: процесс 8"/>
          <p:cNvSpPr/>
          <p:nvPr/>
        </p:nvSpPr>
        <p:spPr>
          <a:xfrm rot="19468671">
            <a:off x="396725" y="954341"/>
            <a:ext cx="685800"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shade val="90000"/>
                <a:satMod val="200000"/>
                <a:alpha val="40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Блок-схема: процесс 9"/>
          <p:cNvSpPr/>
          <p:nvPr/>
        </p:nvSpPr>
        <p:spPr>
          <a:xfrm rot="2103354" flipH="1">
            <a:off x="5003667" y="936786"/>
            <a:ext cx="649224"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alpha val="20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4" name="Текст 3"/>
          <p:cNvSpPr>
            <a:spLocks noGrp="1"/>
          </p:cNvSpPr>
          <p:nvPr>
            <p:ph type="body" sz="half" idx="2"/>
          </p:nvPr>
        </p:nvSpPr>
        <p:spPr>
          <a:xfrm>
            <a:off x="838200" y="4800600"/>
            <a:ext cx="4419600" cy="762000"/>
          </a:xfrm>
        </p:spPr>
        <p:txBody>
          <a:bodyPr anchor="ctr"/>
          <a:lstStyle>
            <a:lvl1pPr marL="0" indent="0" algn="l">
              <a:lnSpc>
                <a:spcPts val="1600"/>
              </a:lnSpc>
              <a:spcBef>
                <a:spcPts val="0"/>
              </a:spcBef>
              <a:buNone/>
              <a:defRPr sz="1400">
                <a:solidFill>
                  <a:srgbClr val="777777"/>
                </a:solidFill>
              </a:defRPr>
            </a:lvl1pPr>
            <a:lvl2pPr>
              <a:defRPr sz="1200"/>
            </a:lvl2pPr>
            <a:lvl3pPr>
              <a:defRPr sz="1000"/>
            </a:lvl3pPr>
            <a:lvl4pPr>
              <a:defRPr sz="900"/>
            </a:lvl4pPr>
            <a:lvl5pPr>
              <a:defRPr sz="900"/>
            </a:lvl5pPr>
            <a:extLst/>
          </a:lstStyle>
          <a:p>
            <a:pPr lvl="0" eaLnBrk="1" latinLnBrk="0" hangingPunct="1"/>
            <a:r>
              <a:rPr kumimoji="0" lang="ru-RU"/>
              <a:t>Образец текста</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kumimoji="0" lang="ru-RU"/>
              <a:t>Образец заголовка</a:t>
            </a:r>
            <a:endParaRPr kumimoji="0" lang="en-US"/>
          </a:p>
        </p:txBody>
      </p:sp>
      <p:sp>
        <p:nvSpPr>
          <p:cNvPr id="3" name="Вертикальный текст 2"/>
          <p:cNvSpPr>
            <a:spLocks noGrp="1"/>
          </p:cNvSpPr>
          <p:nvPr>
            <p:ph type="body" orient="vert" idx="1"/>
          </p:nvPr>
        </p:nvSpPr>
        <p:spPr/>
        <p:txBody>
          <a:bodyPr vert="eaVert"/>
          <a:lstStyle/>
          <a:p>
            <a:pPr lvl="0" eaLnBrk="1" latinLnBrk="0" hangingPunct="1"/>
            <a:r>
              <a:rPr lang="ru-RU"/>
              <a:t>Образец текста</a:t>
            </a:r>
          </a:p>
          <a:p>
            <a:pPr lvl="1" eaLnBrk="1" latinLnBrk="0" hangingPunct="1"/>
            <a:r>
              <a:rPr lang="ru-RU"/>
              <a:t>Второй уровень</a:t>
            </a:r>
          </a:p>
          <a:p>
            <a:pPr lvl="2" eaLnBrk="1" latinLnBrk="0" hangingPunct="1"/>
            <a:r>
              <a:rPr lang="ru-RU"/>
              <a:t>Третий уровень</a:t>
            </a:r>
          </a:p>
          <a:p>
            <a:pPr lvl="3" eaLnBrk="1" latinLnBrk="0" hangingPunct="1"/>
            <a:r>
              <a:rPr lang="ru-RU"/>
              <a:t>Четвертый уровень</a:t>
            </a:r>
          </a:p>
          <a:p>
            <a:pPr lvl="4" eaLnBrk="1" latinLnBrk="0" hangingPunct="1"/>
            <a:r>
              <a:rPr lang="ru-RU"/>
              <a:t>Пятый уровень</a:t>
            </a:r>
            <a:endParaRPr kumimoji="0" lang="en-US"/>
          </a:p>
        </p:txBody>
      </p:sp>
      <p:sp>
        <p:nvSpPr>
          <p:cNvPr id="4" name="Дата 3"/>
          <p:cNvSpPr>
            <a:spLocks noGrp="1"/>
          </p:cNvSpPr>
          <p:nvPr>
            <p:ph type="dt" sz="half" idx="10"/>
          </p:nvPr>
        </p:nvSpPr>
        <p:spPr/>
        <p:txBody>
          <a:bodyPr/>
          <a:lstStyle/>
          <a:p>
            <a:pPr>
              <a:defRPr/>
            </a:pPr>
            <a:fld id="{FDEB4DE7-5760-40CE-8B3D-F9DD51614C85}" type="datetimeFigureOut">
              <a:rPr lang="ru-RU" smtClean="0"/>
              <a:pPr>
                <a:defRPr/>
              </a:pPr>
              <a:t>09.10.2025</a:t>
            </a:fld>
            <a:endParaRPr lang="ru-RU"/>
          </a:p>
        </p:txBody>
      </p:sp>
      <p:sp>
        <p:nvSpPr>
          <p:cNvPr id="5" name="Нижний колонтитул 4"/>
          <p:cNvSpPr>
            <a:spLocks noGrp="1"/>
          </p:cNvSpPr>
          <p:nvPr>
            <p:ph type="ftr" sz="quarter" idx="11"/>
          </p:nvPr>
        </p:nvSpPr>
        <p:spPr/>
        <p:txBody>
          <a:bodyPr/>
          <a:lstStyle/>
          <a:p>
            <a:pPr>
              <a:defRPr/>
            </a:pPr>
            <a:endParaRPr lang="ru-RU"/>
          </a:p>
        </p:txBody>
      </p:sp>
      <p:sp>
        <p:nvSpPr>
          <p:cNvPr id="6" name="Номер слайда 5"/>
          <p:cNvSpPr>
            <a:spLocks noGrp="1"/>
          </p:cNvSpPr>
          <p:nvPr>
            <p:ph type="sldNum" sz="quarter" idx="12"/>
          </p:nvPr>
        </p:nvSpPr>
        <p:spPr/>
        <p:txBody>
          <a:bodyPr/>
          <a:lstStyle/>
          <a:p>
            <a:pPr>
              <a:defRPr/>
            </a:pPr>
            <a:fld id="{9C6DA87D-CF19-4DE6-9F73-28CC14904AF8}" type="slidenum">
              <a:rPr lang="ru-RU" smtClean="0"/>
              <a:pPr>
                <a:defRPr/>
              </a:pPr>
              <a:t>‹#›</a:t>
            </a:fld>
            <a:endParaRPr lang="ru-RU"/>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p:cNvSpPr>
            <a:spLocks noGrp="1"/>
          </p:cNvSpPr>
          <p:nvPr>
            <p:ph type="title" orient="vert"/>
          </p:nvPr>
        </p:nvSpPr>
        <p:spPr>
          <a:xfrm>
            <a:off x="6858000" y="274639"/>
            <a:ext cx="1828800" cy="5851525"/>
          </a:xfrm>
        </p:spPr>
        <p:txBody>
          <a:bodyPr vert="eaVert"/>
          <a:lstStyle/>
          <a:p>
            <a:r>
              <a:rPr kumimoji="0" lang="ru-RU"/>
              <a:t>Образец заголовка</a:t>
            </a:r>
            <a:endParaRPr kumimoji="0" lang="en-US"/>
          </a:p>
        </p:txBody>
      </p:sp>
      <p:sp>
        <p:nvSpPr>
          <p:cNvPr id="3" name="Вертикальный текст 2"/>
          <p:cNvSpPr>
            <a:spLocks noGrp="1"/>
          </p:cNvSpPr>
          <p:nvPr>
            <p:ph type="body" orient="vert" idx="1"/>
          </p:nvPr>
        </p:nvSpPr>
        <p:spPr>
          <a:xfrm>
            <a:off x="1143000" y="274640"/>
            <a:ext cx="5562600" cy="5851525"/>
          </a:xfrm>
        </p:spPr>
        <p:txBody>
          <a:bodyPr vert="eaVert"/>
          <a:lstStyle/>
          <a:p>
            <a:pPr lvl="0" eaLnBrk="1" latinLnBrk="0" hangingPunct="1"/>
            <a:r>
              <a:rPr lang="ru-RU"/>
              <a:t>Образец текста</a:t>
            </a:r>
          </a:p>
          <a:p>
            <a:pPr lvl="1" eaLnBrk="1" latinLnBrk="0" hangingPunct="1"/>
            <a:r>
              <a:rPr lang="ru-RU"/>
              <a:t>Второй уровень</a:t>
            </a:r>
          </a:p>
          <a:p>
            <a:pPr lvl="2" eaLnBrk="1" latinLnBrk="0" hangingPunct="1"/>
            <a:r>
              <a:rPr lang="ru-RU"/>
              <a:t>Третий уровень</a:t>
            </a:r>
          </a:p>
          <a:p>
            <a:pPr lvl="3" eaLnBrk="1" latinLnBrk="0" hangingPunct="1"/>
            <a:r>
              <a:rPr lang="ru-RU"/>
              <a:t>Четвертый уровень</a:t>
            </a:r>
          </a:p>
          <a:p>
            <a:pPr lvl="4" eaLnBrk="1" latinLnBrk="0" hangingPunct="1"/>
            <a:r>
              <a:rPr lang="ru-RU"/>
              <a:t>Пятый уровень</a:t>
            </a:r>
            <a:endParaRPr kumimoji="0" lang="en-US"/>
          </a:p>
        </p:txBody>
      </p:sp>
      <p:sp>
        <p:nvSpPr>
          <p:cNvPr id="4" name="Дата 3"/>
          <p:cNvSpPr>
            <a:spLocks noGrp="1"/>
          </p:cNvSpPr>
          <p:nvPr>
            <p:ph type="dt" sz="half" idx="10"/>
          </p:nvPr>
        </p:nvSpPr>
        <p:spPr/>
        <p:txBody>
          <a:bodyPr/>
          <a:lstStyle/>
          <a:p>
            <a:pPr>
              <a:defRPr/>
            </a:pPr>
            <a:fld id="{FDEB4DE7-5760-40CE-8B3D-F9DD51614C85}" type="datetimeFigureOut">
              <a:rPr lang="ru-RU" smtClean="0"/>
              <a:pPr>
                <a:defRPr/>
              </a:pPr>
              <a:t>09.10.2025</a:t>
            </a:fld>
            <a:endParaRPr lang="ru-RU"/>
          </a:p>
        </p:txBody>
      </p:sp>
      <p:sp>
        <p:nvSpPr>
          <p:cNvPr id="5" name="Нижний колонтитул 4"/>
          <p:cNvSpPr>
            <a:spLocks noGrp="1"/>
          </p:cNvSpPr>
          <p:nvPr>
            <p:ph type="ftr" sz="quarter" idx="11"/>
          </p:nvPr>
        </p:nvSpPr>
        <p:spPr/>
        <p:txBody>
          <a:bodyPr/>
          <a:lstStyle/>
          <a:p>
            <a:pPr>
              <a:defRPr/>
            </a:pPr>
            <a:endParaRPr lang="ru-RU"/>
          </a:p>
        </p:txBody>
      </p:sp>
      <p:sp>
        <p:nvSpPr>
          <p:cNvPr id="6" name="Номер слайда 5"/>
          <p:cNvSpPr>
            <a:spLocks noGrp="1"/>
          </p:cNvSpPr>
          <p:nvPr>
            <p:ph type="sldNum" sz="quarter" idx="12"/>
          </p:nvPr>
        </p:nvSpPr>
        <p:spPr/>
        <p:txBody>
          <a:bodyPr/>
          <a:lstStyle/>
          <a:p>
            <a:pPr>
              <a:defRPr/>
            </a:pPr>
            <a:fld id="{9C6DA87D-CF19-4DE6-9F73-28CC14904AF8}" type="slidenum">
              <a:rPr lang="ru-RU" smtClean="0"/>
              <a:pPr>
                <a:defRPr/>
              </a:pPr>
              <a:t>‹#›</a:t>
            </a:fld>
            <a:endParaRPr lang="ru-RU"/>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7" name="Пирог 6"/>
          <p:cNvSpPr/>
          <p:nvPr/>
        </p:nvSpPr>
        <p:spPr>
          <a:xfrm>
            <a:off x="-815927" y="-815922"/>
            <a:ext cx="1638887" cy="1638887"/>
          </a:xfrm>
          <a:prstGeom prst="pie">
            <a:avLst>
              <a:gd name="adj1" fmla="val 0"/>
              <a:gd name="adj2" fmla="val 5402120"/>
            </a:avLst>
          </a:prstGeom>
          <a:solidFill>
            <a:schemeClr val="bg2">
              <a:tint val="18000"/>
              <a:satMod val="220000"/>
              <a:alpha val="33000"/>
            </a:schemeClr>
          </a:solidFill>
          <a:ln w="3175" cap="rnd" cmpd="sng" algn="ctr">
            <a:solidFill>
              <a:schemeClr val="bg2">
                <a:shade val="70000"/>
                <a:satMod val="200000"/>
                <a:alpha val="100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Овал 7"/>
          <p:cNvSpPr/>
          <p:nvPr/>
        </p:nvSpPr>
        <p:spPr>
          <a:xfrm>
            <a:off x="168816" y="21102"/>
            <a:ext cx="1702191" cy="1702191"/>
          </a:xfrm>
          <a:prstGeom prst="ellipse">
            <a:avLst/>
          </a:prstGeom>
          <a:noFill/>
          <a:ln w="27305" cap="rnd" cmpd="sng" algn="ctr">
            <a:solidFill>
              <a:schemeClr val="bg2">
                <a:tint val="45000"/>
                <a:satMod val="325000"/>
                <a:alpha val="100000"/>
              </a:schemeClr>
            </a:solidFill>
            <a:prstDash val="solid"/>
          </a:ln>
          <a:effectLst>
            <a:outerShdw blurRad="25400" dist="25400" dir="5400000" algn="tl" rotWithShape="0">
              <a:schemeClr val="bg2">
                <a:shade val="50000"/>
                <a:satMod val="150000"/>
                <a:alpha val="8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Кольцо 10"/>
          <p:cNvSpPr/>
          <p:nvPr/>
        </p:nvSpPr>
        <p:spPr>
          <a:xfrm rot="2315675">
            <a:off x="182881" y="1055077"/>
            <a:ext cx="1125717" cy="1102624"/>
          </a:xfrm>
          <a:prstGeom prst="donut">
            <a:avLst>
              <a:gd name="adj" fmla="val 11833"/>
            </a:avLst>
          </a:prstGeom>
          <a:gradFill rotWithShape="1">
            <a:gsLst>
              <a:gs pos="0">
                <a:schemeClr val="bg2">
                  <a:tint val="10000"/>
                  <a:shade val="99000"/>
                  <a:satMod val="355000"/>
                  <a:alpha val="70000"/>
                </a:schemeClr>
              </a:gs>
              <a:gs pos="70000">
                <a:schemeClr val="bg2">
                  <a:tint val="6000"/>
                  <a:shade val="100000"/>
                  <a:satMod val="400000"/>
                  <a:alpha val="55000"/>
                </a:schemeClr>
              </a:gs>
              <a:gs pos="100000">
                <a:schemeClr val="bg2">
                  <a:tint val="100000"/>
                  <a:shade val="75000"/>
                  <a:satMod val="370000"/>
                  <a:alpha val="60000"/>
                </a:schemeClr>
              </a:gs>
            </a:gsLst>
            <a:path path="circle">
              <a:fillToRect l="-407500" t="-50000" r="507500" b="150000"/>
            </a:path>
          </a:gradFill>
          <a:ln w="7350" cap="rnd" cmpd="sng" algn="ctr">
            <a:solidFill>
              <a:schemeClr val="bg2">
                <a:shade val="60000"/>
                <a:satMod val="220000"/>
                <a:alpha val="100000"/>
              </a:schemeClr>
            </a:solidFill>
            <a:prstDash val="solid"/>
          </a:ln>
          <a:effectLst>
            <a:outerShdw blurRad="12700" dist="15000" dir="4500000" algn="tl" rotWithShape="0">
              <a:schemeClr val="bg2">
                <a:shade val="10000"/>
                <a:satMod val="200000"/>
                <a:alpha val="3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Прямоугольник 11"/>
          <p:cNvSpPr/>
          <p:nvPr/>
        </p:nvSpPr>
        <p:spPr>
          <a:xfrm>
            <a:off x="1012873" y="-54"/>
            <a:ext cx="8131127"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5" name="Заголовок 4"/>
          <p:cNvSpPr>
            <a:spLocks noGrp="1"/>
          </p:cNvSpPr>
          <p:nvPr>
            <p:ph type="title"/>
          </p:nvPr>
        </p:nvSpPr>
        <p:spPr>
          <a:xfrm>
            <a:off x="1435608" y="274638"/>
            <a:ext cx="7498080" cy="1143000"/>
          </a:xfrm>
          <a:prstGeom prst="rect">
            <a:avLst/>
          </a:prstGeom>
        </p:spPr>
        <p:txBody>
          <a:bodyPr anchor="ctr">
            <a:normAutofit/>
          </a:bodyPr>
          <a:lstStyle/>
          <a:p>
            <a:r>
              <a:rPr kumimoji="0" lang="ru-RU"/>
              <a:t>Образец заголовка</a:t>
            </a:r>
            <a:endParaRPr kumimoji="0" lang="en-US"/>
          </a:p>
        </p:txBody>
      </p:sp>
      <p:sp>
        <p:nvSpPr>
          <p:cNvPr id="9" name="Текст 8"/>
          <p:cNvSpPr>
            <a:spLocks noGrp="1"/>
          </p:cNvSpPr>
          <p:nvPr>
            <p:ph type="body" idx="1"/>
          </p:nvPr>
        </p:nvSpPr>
        <p:spPr>
          <a:xfrm>
            <a:off x="1435608" y="1447800"/>
            <a:ext cx="7498080" cy="4800600"/>
          </a:xfrm>
          <a:prstGeom prst="rect">
            <a:avLst/>
          </a:prstGeom>
        </p:spPr>
        <p:txBody>
          <a:bodyPr>
            <a:normAutofit/>
          </a:bodyPr>
          <a:lstStyle/>
          <a:p>
            <a:pPr lvl="0" eaLnBrk="1" latinLnBrk="0" hangingPunct="1"/>
            <a:r>
              <a:rPr kumimoji="0" lang="ru-RU"/>
              <a:t>Образец текста</a:t>
            </a:r>
          </a:p>
          <a:p>
            <a:pPr lvl="1" eaLnBrk="1" latinLnBrk="0" hangingPunct="1"/>
            <a:r>
              <a:rPr kumimoji="0" lang="ru-RU"/>
              <a:t>Второй уровень</a:t>
            </a:r>
          </a:p>
          <a:p>
            <a:pPr lvl="2" eaLnBrk="1" latinLnBrk="0" hangingPunct="1"/>
            <a:r>
              <a:rPr kumimoji="0" lang="ru-RU"/>
              <a:t>Третий уровень</a:t>
            </a:r>
          </a:p>
          <a:p>
            <a:pPr lvl="3" eaLnBrk="1" latinLnBrk="0" hangingPunct="1"/>
            <a:r>
              <a:rPr kumimoji="0" lang="ru-RU"/>
              <a:t>Четвертый уровень</a:t>
            </a:r>
          </a:p>
          <a:p>
            <a:pPr lvl="4" eaLnBrk="1" latinLnBrk="0" hangingPunct="1"/>
            <a:r>
              <a:rPr kumimoji="0" lang="ru-RU"/>
              <a:t>Пятый уровень</a:t>
            </a:r>
            <a:endParaRPr kumimoji="0" lang="en-US"/>
          </a:p>
        </p:txBody>
      </p:sp>
      <p:sp>
        <p:nvSpPr>
          <p:cNvPr id="24" name="Дата 23"/>
          <p:cNvSpPr>
            <a:spLocks noGrp="1"/>
          </p:cNvSpPr>
          <p:nvPr>
            <p:ph type="dt" sz="half" idx="2"/>
          </p:nvPr>
        </p:nvSpPr>
        <p:spPr>
          <a:xfrm>
            <a:off x="3581400" y="6305550"/>
            <a:ext cx="2133600" cy="476250"/>
          </a:xfrm>
          <a:prstGeom prst="rect">
            <a:avLst/>
          </a:prstGeom>
        </p:spPr>
        <p:txBody>
          <a:bodyPr anchor="b"/>
          <a:lstStyle>
            <a:lvl1pPr algn="r" eaLnBrk="1" latinLnBrk="0" hangingPunct="1">
              <a:defRPr kumimoji="0" sz="1200">
                <a:solidFill>
                  <a:schemeClr val="bg2">
                    <a:shade val="50000"/>
                    <a:satMod val="200000"/>
                  </a:schemeClr>
                </a:solidFill>
              </a:defRPr>
            </a:lvl1pPr>
            <a:extLst/>
          </a:lstStyle>
          <a:p>
            <a:pPr>
              <a:defRPr/>
            </a:pPr>
            <a:fld id="{FDEB4DE7-5760-40CE-8B3D-F9DD51614C85}" type="datetimeFigureOut">
              <a:rPr lang="ru-RU" smtClean="0"/>
              <a:pPr>
                <a:defRPr/>
              </a:pPr>
              <a:t>09.10.2025</a:t>
            </a:fld>
            <a:endParaRPr lang="ru-RU"/>
          </a:p>
        </p:txBody>
      </p:sp>
      <p:sp>
        <p:nvSpPr>
          <p:cNvPr id="10" name="Нижний колонтитул 9"/>
          <p:cNvSpPr>
            <a:spLocks noGrp="1"/>
          </p:cNvSpPr>
          <p:nvPr>
            <p:ph type="ftr" sz="quarter" idx="3"/>
          </p:nvPr>
        </p:nvSpPr>
        <p:spPr>
          <a:xfrm>
            <a:off x="5715000" y="6305550"/>
            <a:ext cx="2895600" cy="476250"/>
          </a:xfrm>
          <a:prstGeom prst="rect">
            <a:avLst/>
          </a:prstGeom>
        </p:spPr>
        <p:txBody>
          <a:bodyPr anchor="b"/>
          <a:lstStyle>
            <a:lvl1pPr eaLnBrk="1" latinLnBrk="0" hangingPunct="1">
              <a:defRPr kumimoji="0" sz="1200">
                <a:solidFill>
                  <a:schemeClr val="bg2">
                    <a:shade val="50000"/>
                    <a:satMod val="200000"/>
                  </a:schemeClr>
                </a:solidFill>
                <a:effectLst/>
              </a:defRPr>
            </a:lvl1pPr>
            <a:extLst/>
          </a:lstStyle>
          <a:p>
            <a:pPr>
              <a:defRPr/>
            </a:pPr>
            <a:endParaRPr lang="ru-RU"/>
          </a:p>
        </p:txBody>
      </p:sp>
      <p:sp>
        <p:nvSpPr>
          <p:cNvPr id="22" name="Номер слайда 21"/>
          <p:cNvSpPr>
            <a:spLocks noGrp="1"/>
          </p:cNvSpPr>
          <p:nvPr>
            <p:ph type="sldNum" sz="quarter" idx="4"/>
          </p:nvPr>
        </p:nvSpPr>
        <p:spPr>
          <a:xfrm>
            <a:off x="8613648" y="6305550"/>
            <a:ext cx="457200" cy="476250"/>
          </a:xfrm>
          <a:prstGeom prst="rect">
            <a:avLst/>
          </a:prstGeom>
        </p:spPr>
        <p:txBody>
          <a:bodyPr anchor="b"/>
          <a:lstStyle>
            <a:lvl1pPr algn="ctr" eaLnBrk="1" latinLnBrk="0" hangingPunct="1">
              <a:defRPr kumimoji="0" sz="1200">
                <a:solidFill>
                  <a:schemeClr val="bg2">
                    <a:shade val="50000"/>
                    <a:satMod val="200000"/>
                  </a:schemeClr>
                </a:solidFill>
                <a:effectLst/>
              </a:defRPr>
            </a:lvl1pPr>
            <a:extLst/>
          </a:lstStyle>
          <a:p>
            <a:pPr>
              <a:defRPr/>
            </a:pPr>
            <a:fld id="{9C6DA87D-CF19-4DE6-9F73-28CC14904AF8}" type="slidenum">
              <a:rPr lang="ru-RU" smtClean="0"/>
              <a:pPr>
                <a:defRPr/>
              </a:pPr>
              <a:t>‹#›</a:t>
            </a:fld>
            <a:endParaRPr lang="ru-RU"/>
          </a:p>
        </p:txBody>
      </p:sp>
      <p:sp>
        <p:nvSpPr>
          <p:cNvPr id="15" name="Прямоугольник 14"/>
          <p:cNvSpPr/>
          <p:nvPr/>
        </p:nvSpPr>
        <p:spPr bwMode="invGray">
          <a:xfrm>
            <a:off x="1014984" y="-54"/>
            <a:ext cx="73152"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 bg1="lt1" tx1="dk1" bg2="lt2" tx2="dk2" accent1="accent1" accent2="accent2" accent3="accent3" accent4="accent4" accent5="accent5" accent6="accent6" hlink="hlink" folHlink="folHlink"/>
  <p:sldLayoutIdLst>
    <p:sldLayoutId id="2147483716" r:id="rId1"/>
    <p:sldLayoutId id="2147483717" r:id="rId2"/>
    <p:sldLayoutId id="2147483718" r:id="rId3"/>
    <p:sldLayoutId id="2147483719" r:id="rId4"/>
    <p:sldLayoutId id="2147483720" r:id="rId5"/>
    <p:sldLayoutId id="2147483721" r:id="rId6"/>
    <p:sldLayoutId id="2147483722" r:id="rId7"/>
    <p:sldLayoutId id="2147483723" r:id="rId8"/>
    <p:sldLayoutId id="2147483724" r:id="rId9"/>
    <p:sldLayoutId id="2147483725" r:id="rId10"/>
    <p:sldLayoutId id="2147483726" r:id="rId11"/>
  </p:sldLayoutIdLst>
  <p:txStyles>
    <p:titleStyle>
      <a:lvl1pPr algn="l" rtl="0" eaLnBrk="1" latinLnBrk="0" hangingPunct="1">
        <a:spcBef>
          <a:spcPct val="0"/>
        </a:spcBef>
        <a:buNone/>
        <a:defRPr kumimoji="0" sz="4300" kern="1200">
          <a:solidFill>
            <a:schemeClr val="tx2">
              <a:satMod val="130000"/>
            </a:schemeClr>
          </a:solidFill>
          <a:effectLst>
            <a:outerShdw blurRad="50000" dist="30000" dir="5400000" algn="tl" rotWithShape="0">
              <a:srgbClr val="000000">
                <a:alpha val="30000"/>
              </a:srgbClr>
            </a:outerShdw>
          </a:effectLst>
          <a:latin typeface="+mj-lt"/>
          <a:ea typeface="+mj-ea"/>
          <a:cs typeface="+mj-cs"/>
        </a:defRPr>
      </a:lvl1pPr>
      <a:extLst/>
    </p:titleStyle>
    <p:bodyStyle>
      <a:lvl1pPr marL="365760" indent="-283464" algn="l" rtl="0" eaLnBrk="1" latinLnBrk="0" hangingPunct="1">
        <a:lnSpc>
          <a:spcPct val="100000"/>
        </a:lnSpc>
        <a:spcBef>
          <a:spcPts val="600"/>
        </a:spcBef>
        <a:buClr>
          <a:schemeClr val="accent1"/>
        </a:buClr>
        <a:buSzPct val="80000"/>
        <a:buFont typeface="Wingdings 2"/>
        <a:buChar char=""/>
        <a:defRPr kumimoji="0" sz="3200" kern="1200">
          <a:solidFill>
            <a:schemeClr val="tx1"/>
          </a:solidFill>
          <a:latin typeface="+mn-lt"/>
          <a:ea typeface="+mn-ea"/>
          <a:cs typeface="+mn-cs"/>
        </a:defRPr>
      </a:lvl1pPr>
      <a:lvl2pPr marL="640080" indent="-237744" algn="l" rtl="0" eaLnBrk="1" latinLnBrk="0" hangingPunct="1">
        <a:lnSpc>
          <a:spcPct val="100000"/>
        </a:lnSpc>
        <a:spcBef>
          <a:spcPts val="550"/>
        </a:spcBef>
        <a:buClr>
          <a:schemeClr val="accent1"/>
        </a:buClr>
        <a:buFont typeface="Verdana"/>
        <a:buChar char="◦"/>
        <a:defRPr kumimoji="0" sz="2800" kern="1200">
          <a:solidFill>
            <a:schemeClr val="tx1"/>
          </a:solidFill>
          <a:latin typeface="+mn-lt"/>
          <a:ea typeface="+mn-ea"/>
          <a:cs typeface="+mn-cs"/>
        </a:defRPr>
      </a:lvl2pPr>
      <a:lvl3pPr marL="886968" indent="-228600" algn="l" rtl="0" eaLnBrk="1" latinLnBrk="0" hangingPunct="1">
        <a:lnSpc>
          <a:spcPct val="100000"/>
        </a:lnSpc>
        <a:spcBef>
          <a:spcPct val="20000"/>
        </a:spcBef>
        <a:buClr>
          <a:schemeClr val="accent2"/>
        </a:buClr>
        <a:buFont typeface="Wingdings 2"/>
        <a:buChar char=""/>
        <a:defRPr kumimoji="0" sz="2400" kern="1200">
          <a:solidFill>
            <a:schemeClr val="tx1"/>
          </a:solidFill>
          <a:latin typeface="+mn-lt"/>
          <a:ea typeface="+mn-ea"/>
          <a:cs typeface="+mn-cs"/>
        </a:defRPr>
      </a:lvl3pPr>
      <a:lvl4pPr marL="1097280" indent="-173736" algn="l" rtl="0" eaLnBrk="1" latinLnBrk="0" hangingPunct="1">
        <a:lnSpc>
          <a:spcPct val="100000"/>
        </a:lnSpc>
        <a:spcBef>
          <a:spcPct val="20000"/>
        </a:spcBef>
        <a:buClr>
          <a:schemeClr val="accent3"/>
        </a:buClr>
        <a:buFont typeface="Wingdings 2"/>
        <a:buChar char=""/>
        <a:defRPr kumimoji="0" sz="2000" kern="1200">
          <a:solidFill>
            <a:schemeClr val="tx1"/>
          </a:solidFill>
          <a:latin typeface="+mn-lt"/>
          <a:ea typeface="+mn-ea"/>
          <a:cs typeface="+mn-cs"/>
        </a:defRPr>
      </a:lvl4pPr>
      <a:lvl5pPr marL="1298448" indent="-182880" algn="l" rtl="0" eaLnBrk="1" latinLnBrk="0" hangingPunct="1">
        <a:lnSpc>
          <a:spcPct val="100000"/>
        </a:lnSpc>
        <a:spcBef>
          <a:spcPct val="20000"/>
        </a:spcBef>
        <a:buClr>
          <a:schemeClr val="accent4"/>
        </a:buClr>
        <a:buFont typeface="Wingdings 2"/>
        <a:buChar char=""/>
        <a:defRPr kumimoji="0" sz="2000" kern="1200">
          <a:solidFill>
            <a:schemeClr val="tx1"/>
          </a:solidFill>
          <a:latin typeface="+mn-lt"/>
          <a:ea typeface="+mn-ea"/>
          <a:cs typeface="+mn-cs"/>
        </a:defRPr>
      </a:lvl5pPr>
      <a:lvl6pPr marL="1508760" indent="-182880" algn="l" rtl="0" eaLnBrk="1" latinLnBrk="0" hangingPunct="1">
        <a:lnSpc>
          <a:spcPct val="100000"/>
        </a:lnSpc>
        <a:spcBef>
          <a:spcPct val="20000"/>
        </a:spcBef>
        <a:buClr>
          <a:schemeClr val="accent5"/>
        </a:buClr>
        <a:buFont typeface="Wingdings 2"/>
        <a:buChar char=""/>
        <a:defRPr kumimoji="0" sz="2000" kern="1200">
          <a:solidFill>
            <a:schemeClr val="tx1"/>
          </a:solidFill>
          <a:latin typeface="+mn-lt"/>
          <a:ea typeface="+mn-ea"/>
          <a:cs typeface="+mn-cs"/>
        </a:defRPr>
      </a:lvl6pPr>
      <a:lvl7pPr marL="171907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7pPr>
      <a:lvl8pPr marL="1920240"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8pPr>
      <a:lvl9pPr marL="213055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png"/><Relationship Id="rId12" Type="http://schemas.openxmlformats.org/officeDocument/2006/relationships/image" Target="../media/image12.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6.png"/><Relationship Id="rId11" Type="http://schemas.openxmlformats.org/officeDocument/2006/relationships/image" Target="../media/image11.png"/><Relationship Id="rId5" Type="http://schemas.openxmlformats.org/officeDocument/2006/relationships/image" Target="../media/image5.png"/><Relationship Id="rId10" Type="http://schemas.openxmlformats.org/officeDocument/2006/relationships/image" Target="../media/image10.png"/><Relationship Id="rId4" Type="http://schemas.openxmlformats.org/officeDocument/2006/relationships/image" Target="../media/image4.png"/><Relationship Id="rId9"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6.png"/><Relationship Id="rId1" Type="http://schemas.openxmlformats.org/officeDocument/2006/relationships/slideLayout" Target="../slideLayouts/slideLayout2.xml"/><Relationship Id="rId5" Type="http://schemas.openxmlformats.org/officeDocument/2006/relationships/image" Target="../media/image21.png"/><Relationship Id="rId4" Type="http://schemas.openxmlformats.org/officeDocument/2006/relationships/image" Target="../media/image2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2.gif"/><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4.gif"/><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8" Type="http://schemas.openxmlformats.org/officeDocument/2006/relationships/image" Target="../media/image33.png"/><Relationship Id="rId3" Type="http://schemas.openxmlformats.org/officeDocument/2006/relationships/image" Target="../media/image19.png"/><Relationship Id="rId7" Type="http://schemas.openxmlformats.org/officeDocument/2006/relationships/image" Target="../media/image32.png"/><Relationship Id="rId12" Type="http://schemas.openxmlformats.org/officeDocument/2006/relationships/image" Target="../media/image18.png"/><Relationship Id="rId2" Type="http://schemas.openxmlformats.org/officeDocument/2006/relationships/image" Target="../media/image16.png"/><Relationship Id="rId1" Type="http://schemas.openxmlformats.org/officeDocument/2006/relationships/slideLayout" Target="../slideLayouts/slideLayout2.xml"/><Relationship Id="rId6" Type="http://schemas.openxmlformats.org/officeDocument/2006/relationships/image" Target="../media/image31.png"/><Relationship Id="rId11" Type="http://schemas.openxmlformats.org/officeDocument/2006/relationships/image" Target="../media/image17.png"/><Relationship Id="rId5" Type="http://schemas.openxmlformats.org/officeDocument/2006/relationships/image" Target="../media/image30.png"/><Relationship Id="rId10" Type="http://schemas.openxmlformats.org/officeDocument/2006/relationships/image" Target="../media/image35.png"/><Relationship Id="rId4" Type="http://schemas.openxmlformats.org/officeDocument/2006/relationships/image" Target="../media/image29.png"/><Relationship Id="rId9" Type="http://schemas.openxmlformats.org/officeDocument/2006/relationships/image" Target="../media/image34.png"/></Relationships>
</file>

<file path=ppt/slides/_rels/slide22.xml.rels><?xml version="1.0" encoding="UTF-8" standalone="yes"?>
<Relationships xmlns="http://schemas.openxmlformats.org/package/2006/relationships"><Relationship Id="rId8" Type="http://schemas.openxmlformats.org/officeDocument/2006/relationships/image" Target="../media/image36.png"/><Relationship Id="rId3" Type="http://schemas.openxmlformats.org/officeDocument/2006/relationships/image" Target="../media/image19.png"/><Relationship Id="rId7" Type="http://schemas.openxmlformats.org/officeDocument/2006/relationships/image" Target="../media/image21.png"/><Relationship Id="rId2" Type="http://schemas.openxmlformats.org/officeDocument/2006/relationships/image" Target="../media/image16.png"/><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image" Target="../media/image18.png"/><Relationship Id="rId4" Type="http://schemas.openxmlformats.org/officeDocument/2006/relationships/image" Target="../media/image17.png"/><Relationship Id="rId9" Type="http://schemas.openxmlformats.org/officeDocument/2006/relationships/image" Target="../media/image37.png"/></Relationships>
</file>

<file path=ppt/slides/_rels/slide23.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 Id="rId5" Type="http://schemas.openxmlformats.org/officeDocument/2006/relationships/image" Target="../media/image40.png"/><Relationship Id="rId4" Type="http://schemas.openxmlformats.org/officeDocument/2006/relationships/image" Target="../media/image39.png"/></Relationships>
</file>

<file path=ppt/slides/_rels/slide25.xml.rels><?xml version="1.0" encoding="UTF-8" standalone="yes"?>
<Relationships xmlns="http://schemas.openxmlformats.org/package/2006/relationships"><Relationship Id="rId8" Type="http://schemas.openxmlformats.org/officeDocument/2006/relationships/image" Target="../media/image43.png"/><Relationship Id="rId3" Type="http://schemas.openxmlformats.org/officeDocument/2006/relationships/image" Target="../media/image19.png"/><Relationship Id="rId7" Type="http://schemas.openxmlformats.org/officeDocument/2006/relationships/image" Target="../media/image42.png"/><Relationship Id="rId2" Type="http://schemas.openxmlformats.org/officeDocument/2006/relationships/image" Target="../media/image16.png"/><Relationship Id="rId1" Type="http://schemas.openxmlformats.org/officeDocument/2006/relationships/slideLayout" Target="../slideLayouts/slideLayout2.xml"/><Relationship Id="rId6" Type="http://schemas.openxmlformats.org/officeDocument/2006/relationships/image" Target="../media/image41.png"/><Relationship Id="rId5" Type="http://schemas.openxmlformats.org/officeDocument/2006/relationships/image" Target="../media/image18.png"/><Relationship Id="rId4" Type="http://schemas.openxmlformats.org/officeDocument/2006/relationships/image" Target="../media/image17.png"/><Relationship Id="rId9" Type="http://schemas.openxmlformats.org/officeDocument/2006/relationships/image" Target="../media/image44.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hyperlink" Target="http://www.tutorialspoint.com/operating_system/os_process_scheduling.htm" TargetMode="External"/><Relationship Id="rId2" Type="http://schemas.openxmlformats.org/officeDocument/2006/relationships/hyperlink" Target="http://www.tutorialspoint.com/operating_system/os_processes.htm"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12688" y="2866250"/>
            <a:ext cx="7418693" cy="1125500"/>
          </a:xfrm>
        </p:spPr>
        <p:txBody>
          <a:bodyPr wrap="square" numCol="1" anchorCtr="0" compatLnSpc="1">
            <a:prstTxWarp prst="textNoShape">
              <a:avLst/>
            </a:prstTxWarp>
            <a:noAutofit/>
          </a:bodyPr>
          <a:lstStyle/>
          <a:p>
            <a:pPr algn="ctr"/>
            <a:r>
              <a:rPr lang="uz-Latn-UZ" sz="2400" cap="none" dirty="0">
                <a:latin typeface="Times New Roman" pitchFamily="18" charset="0"/>
                <a:cs typeface="Times New Roman" pitchFamily="18" charset="0"/>
              </a:rPr>
              <a:t>Fayl tizimlari. Fayllar. Kataloglar. Fayllar va kataloglar bilan ishlash. Fayllarni xotirada joylashtirish jadvali. FAT, FAT32, NTFS, HPFS, ext2, ext3, ext4 va boshqa fayl tizimlar. Virtual fayl tizimlari (VFS) va tarmoq fayl tizimlari (NFS, NTF)</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638"/>
            <a:ext cx="4882065" cy="1143000"/>
          </a:xfrm>
        </p:spPr>
        <p:txBody>
          <a:bodyPr/>
          <a:lstStyle/>
          <a:p>
            <a:pPr algn="ctr" fontAlgn="auto">
              <a:spcAft>
                <a:spcPts val="0"/>
              </a:spcAft>
              <a:defRPr/>
            </a:pPr>
            <a:r>
              <a:rPr lang="en-US" dirty="0">
                <a:solidFill>
                  <a:schemeClr val="tx1">
                    <a:lumMod val="95000"/>
                    <a:lumOff val="5000"/>
                  </a:schemeClr>
                </a:solidFill>
              </a:rPr>
              <a:t>M</a:t>
            </a:r>
            <a:r>
              <a:rPr lang="uz-Latn-UZ" dirty="0">
                <a:solidFill>
                  <a:schemeClr val="tx1">
                    <a:lumMod val="95000"/>
                    <a:lumOff val="5000"/>
                  </a:schemeClr>
                </a:solidFill>
              </a:rPr>
              <a:t>undarija</a:t>
            </a:r>
            <a:endParaRPr lang="ru-RU" dirty="0">
              <a:solidFill>
                <a:schemeClr val="tx1">
                  <a:lumMod val="95000"/>
                  <a:lumOff val="5000"/>
                </a:schemeClr>
              </a:solidFill>
            </a:endParaRPr>
          </a:p>
        </p:txBody>
      </p:sp>
      <p:sp>
        <p:nvSpPr>
          <p:cNvPr id="14338" name="Content Placeholder 2"/>
          <p:cNvSpPr>
            <a:spLocks noGrp="1"/>
          </p:cNvSpPr>
          <p:nvPr>
            <p:ph idx="1"/>
          </p:nvPr>
        </p:nvSpPr>
        <p:spPr>
          <a:xfrm>
            <a:off x="768349" y="2084388"/>
            <a:ext cx="8118475" cy="4224337"/>
          </a:xfrm>
        </p:spPr>
        <p:txBody>
          <a:bodyPr>
            <a:normAutofit/>
          </a:bodyPr>
          <a:lstStyle/>
          <a:p>
            <a:r>
              <a:rPr lang="en-US" sz="3600" dirty="0">
                <a:latin typeface="Times New Roman" pitchFamily="18" charset="0"/>
                <a:cs typeface="Times New Roman" pitchFamily="18" charset="0"/>
              </a:rPr>
              <a:t>1. </a:t>
            </a:r>
            <a:r>
              <a:rPr lang="uz-Latn-UZ" sz="3600" dirty="0">
                <a:latin typeface="Times New Roman" pitchFamily="18" charset="0"/>
                <a:cs typeface="Times New Roman" pitchFamily="18" charset="0"/>
              </a:rPr>
              <a:t>Fayllar tizimi </a:t>
            </a:r>
            <a:r>
              <a:rPr lang="en-US" sz="3600" dirty="0" err="1">
                <a:latin typeface="Times New Roman" pitchFamily="18" charset="0"/>
                <a:cs typeface="Times New Roman" pitchFamily="18" charset="0"/>
              </a:rPr>
              <a:t>tushunchasi</a:t>
            </a:r>
            <a:endParaRPr lang="uz-Latn-UZ" sz="3600" dirty="0">
              <a:latin typeface="Times New Roman" pitchFamily="18" charset="0"/>
              <a:cs typeface="Times New Roman" pitchFamily="18" charset="0"/>
            </a:endParaRPr>
          </a:p>
          <a:p>
            <a:r>
              <a:rPr lang="en-US" sz="3600" dirty="0">
                <a:latin typeface="Times New Roman" pitchFamily="18" charset="0"/>
                <a:cs typeface="Times New Roman" pitchFamily="18" charset="0"/>
              </a:rPr>
              <a:t>2. </a:t>
            </a:r>
            <a:r>
              <a:rPr lang="en-US" sz="3600" dirty="0" err="1">
                <a:latin typeface="Times New Roman" pitchFamily="18" charset="0"/>
                <a:cs typeface="Times New Roman" pitchFamily="18" charset="0"/>
              </a:rPr>
              <a:t>Fayl</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tizimi</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funksiyalari</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va</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malumotlar</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irarrhiyasi</a:t>
            </a:r>
            <a:endParaRPr lang="uz-Latn-UZ" sz="3600" dirty="0">
              <a:latin typeface="Times New Roman" pitchFamily="18" charset="0"/>
              <a:cs typeface="Times New Roman" pitchFamily="18" charset="0"/>
            </a:endParaRPr>
          </a:p>
          <a:p>
            <a:r>
              <a:rPr lang="en-US" sz="3600" dirty="0">
                <a:latin typeface="Times New Roman" pitchFamily="18" charset="0"/>
                <a:cs typeface="Times New Roman" pitchFamily="18" charset="0"/>
              </a:rPr>
              <a:t>3. FAT </a:t>
            </a:r>
            <a:r>
              <a:rPr lang="en-US" sz="3600" dirty="0" err="1">
                <a:latin typeface="Times New Roman" pitchFamily="18" charset="0"/>
                <a:cs typeface="Times New Roman" pitchFamily="18" charset="0"/>
              </a:rPr>
              <a:t>fayl</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tizimi</a:t>
            </a:r>
            <a:endParaRPr lang="uz-Latn-UZ" sz="3600" dirty="0">
              <a:latin typeface="Times New Roman" pitchFamily="18" charset="0"/>
              <a:cs typeface="Times New Roman" pitchFamily="18" charset="0"/>
            </a:endParaRPr>
          </a:p>
          <a:p>
            <a:r>
              <a:rPr lang="en-US" sz="3600" dirty="0">
                <a:latin typeface="Times New Roman" pitchFamily="18" charset="0"/>
                <a:cs typeface="Times New Roman" pitchFamily="18" charset="0"/>
              </a:rPr>
              <a:t>5. </a:t>
            </a:r>
            <a:r>
              <a:rPr lang="uz-Latn-UZ" sz="3600" dirty="0">
                <a:latin typeface="Times New Roman" pitchFamily="18" charset="0"/>
                <a:cs typeface="Times New Roman" pitchFamily="18" charset="0"/>
              </a:rPr>
              <a:t>FAT, NTFS</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va</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boshqa</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fayl</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tizimlari</a:t>
            </a:r>
            <a:endParaRPr lang="en-US" sz="3600" dirty="0">
              <a:latin typeface="Times New Roman" pitchFamily="18" charset="0"/>
              <a:cs typeface="Times New Roman" pitchFamily="18" charset="0"/>
            </a:endParaRPr>
          </a:p>
          <a:p>
            <a:endParaRPr lang="uz-Latn-UZ" sz="3600" dirty="0">
              <a:latin typeface="Times New Roman" pitchFamily="18" charset="0"/>
              <a:cs typeface="Times New Roman"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846931" y="299185"/>
            <a:ext cx="7289800" cy="717550"/>
          </a:xfrm>
        </p:spPr>
        <p:txBody>
          <a:bodyPr>
            <a:normAutofit fontScale="90000"/>
          </a:bodyPr>
          <a:lstStyle/>
          <a:p>
            <a:pPr algn="ctr"/>
            <a:r>
              <a:rPr lang="en-US" altLang="ru-RU" b="1" dirty="0" err="1"/>
              <a:t>Fayl</a:t>
            </a:r>
            <a:r>
              <a:rPr lang="en-US" altLang="ru-RU" b="1" dirty="0"/>
              <a:t> </a:t>
            </a:r>
            <a:r>
              <a:rPr lang="en-US" altLang="ru-RU" b="1" dirty="0" err="1"/>
              <a:t>tushunchasi</a:t>
            </a:r>
            <a:endParaRPr lang="en-US" altLang="ru-RU" b="1" dirty="0">
              <a:latin typeface="Arial Unicode MS" panose="020B0604020202020204" pitchFamily="34" charset="-128"/>
            </a:endParaRPr>
          </a:p>
        </p:txBody>
      </p:sp>
      <p:sp>
        <p:nvSpPr>
          <p:cNvPr id="9299" name="Rectangle 83"/>
          <p:cNvSpPr>
            <a:spLocks noChangeArrowheads="1"/>
          </p:cNvSpPr>
          <p:nvPr/>
        </p:nvSpPr>
        <p:spPr bwMode="auto">
          <a:xfrm>
            <a:off x="304800" y="1067810"/>
            <a:ext cx="8672945" cy="53840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sz="2400">
                <a:solidFill>
                  <a:schemeClr val="tx1"/>
                </a:solidFill>
                <a:latin typeface="Times" panose="02020603050405020304" pitchFamily="18" charset="0"/>
              </a:defRPr>
            </a:lvl1pPr>
            <a:lvl2pPr marL="609600" indent="-49530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pPr lvl="1" algn="just">
              <a:spcBef>
                <a:spcPts val="0"/>
              </a:spcBef>
              <a:buClr>
                <a:srgbClr val="000099"/>
              </a:buClr>
              <a:buSzPct val="75000"/>
              <a:buFont typeface="Wingdings" panose="05000000000000000000" pitchFamily="2" charset="2"/>
              <a:buChar char="Ø"/>
            </a:pPr>
            <a:r>
              <a:rPr kumimoji="1" lang="en-US" altLang="ru-RU" sz="3200" b="1" dirty="0" err="1">
                <a:solidFill>
                  <a:srgbClr val="000000"/>
                </a:solidFill>
                <a:latin typeface="Times New Roman" panose="02020603050405020304" pitchFamily="18" charset="0"/>
              </a:rPr>
              <a:t>Fayl</a:t>
            </a:r>
            <a:r>
              <a:rPr kumimoji="1" lang="ru-RU" altLang="ru-RU" sz="3200" dirty="0">
                <a:solidFill>
                  <a:srgbClr val="000000"/>
                </a:solidFill>
                <a:latin typeface="Times New Roman" panose="02020603050405020304" pitchFamily="18" charset="0"/>
              </a:rPr>
              <a:t> - </a:t>
            </a:r>
            <a:r>
              <a:rPr kumimoji="1" lang="ru-RU" altLang="ru-RU" sz="3200" dirty="0" err="1">
                <a:solidFill>
                  <a:srgbClr val="000000"/>
                </a:solidFill>
                <a:latin typeface="Times New Roman" panose="02020603050405020304" pitchFamily="18" charset="0"/>
              </a:rPr>
              <a:t>одатда</a:t>
            </a:r>
            <a:r>
              <a:rPr kumimoji="1" lang="ru-RU" altLang="ru-RU" sz="3200" dirty="0">
                <a:solidFill>
                  <a:srgbClr val="000000"/>
                </a:solidFill>
                <a:latin typeface="Times New Roman" panose="02020603050405020304" pitchFamily="18" charset="0"/>
              </a:rPr>
              <a:t> </a:t>
            </a:r>
            <a:r>
              <a:rPr kumimoji="1" lang="ru-RU" altLang="ru-RU" sz="3200" dirty="0" err="1">
                <a:solidFill>
                  <a:srgbClr val="000000"/>
                </a:solidFill>
                <a:latin typeface="Times New Roman" panose="02020603050405020304" pitchFamily="18" charset="0"/>
              </a:rPr>
              <a:t>номланган</a:t>
            </a:r>
            <a:r>
              <a:rPr kumimoji="1" lang="ru-RU" altLang="ru-RU" sz="3200" dirty="0">
                <a:solidFill>
                  <a:srgbClr val="000000"/>
                </a:solidFill>
                <a:latin typeface="Times New Roman" panose="02020603050405020304" pitchFamily="18" charset="0"/>
              </a:rPr>
              <a:t>, </a:t>
            </a:r>
            <a:r>
              <a:rPr kumimoji="1" lang="ru-RU" altLang="ru-RU" sz="3200" dirty="0" err="1">
                <a:solidFill>
                  <a:srgbClr val="000000"/>
                </a:solidFill>
                <a:latin typeface="Times New Roman" panose="02020603050405020304" pitchFamily="18" charset="0"/>
              </a:rPr>
              <a:t>бир</a:t>
            </a:r>
            <a:r>
              <a:rPr kumimoji="1" lang="ru-RU" altLang="ru-RU" sz="3200" dirty="0">
                <a:solidFill>
                  <a:srgbClr val="000000"/>
                </a:solidFill>
                <a:latin typeface="Times New Roman" panose="02020603050405020304" pitchFamily="18" charset="0"/>
              </a:rPr>
              <a:t> хил </a:t>
            </a:r>
            <a:r>
              <a:rPr kumimoji="1" lang="ru-RU" altLang="ru-RU" sz="3200" dirty="0" err="1">
                <a:solidFill>
                  <a:srgbClr val="000000"/>
                </a:solidFill>
                <a:latin typeface="Times New Roman" panose="02020603050405020304" pitchFamily="18" charset="0"/>
              </a:rPr>
              <a:t>тузилишга</a:t>
            </a:r>
            <a:r>
              <a:rPr kumimoji="1" lang="ru-RU" altLang="ru-RU" sz="3200" dirty="0">
                <a:solidFill>
                  <a:srgbClr val="000000"/>
                </a:solidFill>
                <a:latin typeface="Times New Roman" panose="02020603050405020304" pitchFamily="18" charset="0"/>
              </a:rPr>
              <a:t> </a:t>
            </a:r>
            <a:r>
              <a:rPr kumimoji="1" lang="ru-RU" altLang="ru-RU" sz="3200" dirty="0" err="1">
                <a:solidFill>
                  <a:srgbClr val="000000"/>
                </a:solidFill>
                <a:latin typeface="Times New Roman" panose="02020603050405020304" pitchFamily="18" charset="0"/>
              </a:rPr>
              <a:t>эга</a:t>
            </a:r>
            <a:r>
              <a:rPr kumimoji="1" lang="ru-RU" altLang="ru-RU" sz="3200" dirty="0">
                <a:solidFill>
                  <a:srgbClr val="000000"/>
                </a:solidFill>
                <a:latin typeface="Times New Roman" panose="02020603050405020304" pitchFamily="18" charset="0"/>
              </a:rPr>
              <a:t> </a:t>
            </a:r>
            <a:r>
              <a:rPr kumimoji="1" lang="ru-RU" altLang="ru-RU" sz="3200" dirty="0" err="1">
                <a:solidFill>
                  <a:srgbClr val="000000"/>
                </a:solidFill>
                <a:latin typeface="Times New Roman" panose="02020603050405020304" pitchFamily="18" charset="0"/>
              </a:rPr>
              <a:t>бўлган</a:t>
            </a:r>
            <a:r>
              <a:rPr kumimoji="1" lang="ru-RU" altLang="ru-RU" sz="3200" dirty="0">
                <a:solidFill>
                  <a:srgbClr val="000000"/>
                </a:solidFill>
                <a:latin typeface="Times New Roman" panose="02020603050405020304" pitchFamily="18" charset="0"/>
              </a:rPr>
              <a:t> </a:t>
            </a:r>
            <a:r>
              <a:rPr kumimoji="1" lang="ru-RU" altLang="ru-RU" sz="3200" dirty="0" err="1">
                <a:solidFill>
                  <a:srgbClr val="000000"/>
                </a:solidFill>
                <a:latin typeface="Times New Roman" panose="02020603050405020304" pitchFamily="18" charset="0"/>
              </a:rPr>
              <a:t>ёзувлардан</a:t>
            </a:r>
            <a:r>
              <a:rPr kumimoji="1" lang="ru-RU" altLang="ru-RU" sz="3200" dirty="0">
                <a:solidFill>
                  <a:srgbClr val="000000"/>
                </a:solidFill>
                <a:latin typeface="Times New Roman" panose="02020603050405020304" pitchFamily="18" charset="0"/>
              </a:rPr>
              <a:t> </a:t>
            </a:r>
            <a:r>
              <a:rPr kumimoji="1" lang="ru-RU" altLang="ru-RU" sz="3200" dirty="0" err="1">
                <a:solidFill>
                  <a:srgbClr val="000000"/>
                </a:solidFill>
                <a:latin typeface="Times New Roman" panose="02020603050405020304" pitchFamily="18" charset="0"/>
              </a:rPr>
              <a:t>ташкил</a:t>
            </a:r>
            <a:r>
              <a:rPr kumimoji="1" lang="ru-RU" altLang="ru-RU" sz="3200" dirty="0">
                <a:solidFill>
                  <a:srgbClr val="000000"/>
                </a:solidFill>
                <a:latin typeface="Times New Roman" panose="02020603050405020304" pitchFamily="18" charset="0"/>
              </a:rPr>
              <a:t> </a:t>
            </a:r>
            <a:r>
              <a:rPr kumimoji="1" lang="ru-RU" altLang="ru-RU" sz="3200" dirty="0" err="1">
                <a:solidFill>
                  <a:srgbClr val="000000"/>
                </a:solidFill>
                <a:latin typeface="Times New Roman" panose="02020603050405020304" pitchFamily="18" charset="0"/>
              </a:rPr>
              <a:t>топган</a:t>
            </a:r>
            <a:r>
              <a:rPr kumimoji="1" lang="ru-RU" altLang="ru-RU" sz="3200" dirty="0">
                <a:solidFill>
                  <a:srgbClr val="000000"/>
                </a:solidFill>
                <a:latin typeface="Times New Roman" panose="02020603050405020304" pitchFamily="18" charset="0"/>
              </a:rPr>
              <a:t> </a:t>
            </a:r>
            <a:r>
              <a:rPr kumimoji="1" lang="ru-RU" altLang="ru-RU" sz="3200" dirty="0" err="1">
                <a:solidFill>
                  <a:srgbClr val="000000"/>
                </a:solidFill>
                <a:latin typeface="Times New Roman" panose="02020603050405020304" pitchFamily="18" charset="0"/>
              </a:rPr>
              <a:t>маълумотлар</a:t>
            </a:r>
            <a:r>
              <a:rPr kumimoji="1" lang="ru-RU" altLang="ru-RU" sz="3200" dirty="0">
                <a:solidFill>
                  <a:srgbClr val="000000"/>
                </a:solidFill>
                <a:latin typeface="Times New Roman" panose="02020603050405020304" pitchFamily="18" charset="0"/>
              </a:rPr>
              <a:t> </a:t>
            </a:r>
            <a:r>
              <a:rPr kumimoji="1" lang="ru-RU" altLang="ru-RU" sz="3200" dirty="0" err="1">
                <a:solidFill>
                  <a:srgbClr val="000000"/>
                </a:solidFill>
                <a:latin typeface="Times New Roman" panose="02020603050405020304" pitchFamily="18" charset="0"/>
              </a:rPr>
              <a:t>тўплами</a:t>
            </a:r>
            <a:r>
              <a:rPr kumimoji="1" lang="ru-RU" altLang="ru-RU" sz="3200" dirty="0">
                <a:solidFill>
                  <a:srgbClr val="000000"/>
                </a:solidFill>
                <a:latin typeface="Times New Roman" panose="02020603050405020304" pitchFamily="18" charset="0"/>
              </a:rPr>
              <a:t> </a:t>
            </a:r>
            <a:r>
              <a:rPr kumimoji="1" lang="ru-RU" altLang="ru-RU" sz="3200" dirty="0" err="1">
                <a:solidFill>
                  <a:srgbClr val="000000"/>
                </a:solidFill>
                <a:latin typeface="Times New Roman" panose="02020603050405020304" pitchFamily="18" charset="0"/>
              </a:rPr>
              <a:t>тушунилади</a:t>
            </a:r>
            <a:r>
              <a:rPr kumimoji="1" lang="ru-RU" altLang="ru-RU" sz="3200" dirty="0">
                <a:solidFill>
                  <a:srgbClr val="000000"/>
                </a:solidFill>
                <a:latin typeface="Times New Roman" panose="02020603050405020304" pitchFamily="18" charset="0"/>
              </a:rPr>
              <a:t>.</a:t>
            </a:r>
          </a:p>
          <a:p>
            <a:pPr lvl="1" algn="just">
              <a:spcBef>
                <a:spcPts val="0"/>
              </a:spcBef>
              <a:buClr>
                <a:srgbClr val="000099"/>
              </a:buClr>
              <a:buSzPct val="75000"/>
              <a:buFont typeface="Wingdings" panose="05000000000000000000" pitchFamily="2" charset="2"/>
              <a:buChar char="Ø"/>
            </a:pPr>
            <a:r>
              <a:rPr kumimoji="1" lang="ru-RU" altLang="ru-RU" sz="3200" dirty="0" err="1">
                <a:solidFill>
                  <a:srgbClr val="000000"/>
                </a:solidFill>
                <a:latin typeface="Times New Roman" panose="02020603050405020304" pitchFamily="18" charset="0"/>
              </a:rPr>
              <a:t>Бу</a:t>
            </a:r>
            <a:r>
              <a:rPr kumimoji="1" lang="ru-RU" altLang="ru-RU" sz="3200" dirty="0">
                <a:solidFill>
                  <a:srgbClr val="000000"/>
                </a:solidFill>
                <a:latin typeface="Times New Roman" panose="02020603050405020304" pitchFamily="18" charset="0"/>
              </a:rPr>
              <a:t> </a:t>
            </a:r>
            <a:r>
              <a:rPr kumimoji="1" lang="ru-RU" altLang="ru-RU" sz="3200" dirty="0" err="1">
                <a:solidFill>
                  <a:srgbClr val="000000"/>
                </a:solidFill>
                <a:latin typeface="Times New Roman" panose="02020603050405020304" pitchFamily="18" charset="0"/>
              </a:rPr>
              <a:t>маълумотларни</a:t>
            </a:r>
            <a:r>
              <a:rPr kumimoji="1" lang="ru-RU" altLang="ru-RU" sz="3200" dirty="0">
                <a:solidFill>
                  <a:srgbClr val="000000"/>
                </a:solidFill>
                <a:latin typeface="Times New Roman" panose="02020603050405020304" pitchFamily="18" charset="0"/>
              </a:rPr>
              <a:t> </a:t>
            </a:r>
            <a:r>
              <a:rPr kumimoji="1" lang="ru-RU" altLang="ru-RU" sz="3200" dirty="0" err="1">
                <a:solidFill>
                  <a:srgbClr val="000000"/>
                </a:solidFill>
                <a:latin typeface="Times New Roman" panose="02020603050405020304" pitchFamily="18" charset="0"/>
              </a:rPr>
              <a:t>бошқариш</a:t>
            </a:r>
            <a:r>
              <a:rPr kumimoji="1" lang="ru-RU" altLang="ru-RU" sz="3200" dirty="0">
                <a:solidFill>
                  <a:srgbClr val="000000"/>
                </a:solidFill>
                <a:latin typeface="Times New Roman" panose="02020603050405020304" pitchFamily="18" charset="0"/>
              </a:rPr>
              <a:t> </a:t>
            </a:r>
            <a:r>
              <a:rPr kumimoji="1" lang="ru-RU" altLang="ru-RU" sz="3200" dirty="0" err="1">
                <a:solidFill>
                  <a:srgbClr val="000000"/>
                </a:solidFill>
                <a:latin typeface="Times New Roman" panose="02020603050405020304" pitchFamily="18" charset="0"/>
              </a:rPr>
              <a:t>учун</a:t>
            </a:r>
            <a:r>
              <a:rPr kumimoji="1" lang="ru-RU" altLang="ru-RU" sz="3200" dirty="0">
                <a:solidFill>
                  <a:srgbClr val="000000"/>
                </a:solidFill>
                <a:latin typeface="Times New Roman" panose="02020603050405020304" pitchFamily="18" charset="0"/>
              </a:rPr>
              <a:t>, </a:t>
            </a:r>
            <a:r>
              <a:rPr kumimoji="1" lang="ru-RU" altLang="ru-RU" sz="3200" dirty="0" err="1">
                <a:solidFill>
                  <a:srgbClr val="000000"/>
                </a:solidFill>
                <a:latin typeface="Times New Roman" panose="02020603050405020304" pitchFamily="18" charset="0"/>
              </a:rPr>
              <a:t>мос</a:t>
            </a:r>
            <a:r>
              <a:rPr kumimoji="1" lang="ru-RU" altLang="ru-RU" sz="3200" dirty="0">
                <a:solidFill>
                  <a:srgbClr val="000000"/>
                </a:solidFill>
                <a:latin typeface="Times New Roman" panose="02020603050405020304" pitchFamily="18" charset="0"/>
              </a:rPr>
              <a:t> </a:t>
            </a:r>
            <a:r>
              <a:rPr kumimoji="1" lang="ru-RU" altLang="ru-RU" sz="3200" dirty="0" err="1">
                <a:solidFill>
                  <a:srgbClr val="000000"/>
                </a:solidFill>
                <a:latin typeface="Times New Roman" panose="02020603050405020304" pitchFamily="18" charset="0"/>
              </a:rPr>
              <a:t>равишда</a:t>
            </a:r>
            <a:r>
              <a:rPr kumimoji="1" lang="ru-RU" altLang="ru-RU" sz="3200" dirty="0">
                <a:solidFill>
                  <a:srgbClr val="000000"/>
                </a:solidFill>
                <a:latin typeface="Times New Roman" panose="02020603050405020304" pitchFamily="18" charset="0"/>
              </a:rPr>
              <a:t> файл </a:t>
            </a:r>
            <a:r>
              <a:rPr kumimoji="1" lang="ru-RU" altLang="ru-RU" sz="3200" dirty="0" err="1">
                <a:solidFill>
                  <a:srgbClr val="000000"/>
                </a:solidFill>
                <a:latin typeface="Times New Roman" panose="02020603050405020304" pitchFamily="18" charset="0"/>
              </a:rPr>
              <a:t>тизимлари</a:t>
            </a:r>
            <a:r>
              <a:rPr kumimoji="1" lang="ru-RU" altLang="ru-RU" sz="3200" dirty="0">
                <a:solidFill>
                  <a:srgbClr val="000000"/>
                </a:solidFill>
                <a:latin typeface="Times New Roman" panose="02020603050405020304" pitchFamily="18" charset="0"/>
              </a:rPr>
              <a:t> </a:t>
            </a:r>
            <a:r>
              <a:rPr kumimoji="1" lang="ru-RU" altLang="ru-RU" sz="3200" dirty="0" err="1">
                <a:solidFill>
                  <a:srgbClr val="000000"/>
                </a:solidFill>
                <a:latin typeface="Times New Roman" panose="02020603050405020304" pitchFamily="18" charset="0"/>
              </a:rPr>
              <a:t>яратилади</a:t>
            </a:r>
            <a:r>
              <a:rPr kumimoji="1" lang="ru-RU" altLang="ru-RU" sz="3200" dirty="0">
                <a:solidFill>
                  <a:srgbClr val="000000"/>
                </a:solidFill>
                <a:latin typeface="Times New Roman" panose="02020603050405020304" pitchFamily="18" charset="0"/>
              </a:rPr>
              <a:t>. </a:t>
            </a:r>
          </a:p>
          <a:p>
            <a:pPr lvl="1" algn="just">
              <a:spcBef>
                <a:spcPts val="0"/>
              </a:spcBef>
              <a:buClr>
                <a:srgbClr val="000099"/>
              </a:buClr>
              <a:buSzPct val="75000"/>
              <a:buFont typeface="Wingdings" panose="05000000000000000000" pitchFamily="2" charset="2"/>
              <a:buChar char="Ø"/>
            </a:pPr>
            <a:r>
              <a:rPr kumimoji="1" lang="ru-RU" altLang="ru-RU" sz="3200" dirty="0">
                <a:solidFill>
                  <a:srgbClr val="000000"/>
                </a:solidFill>
                <a:latin typeface="Times New Roman" panose="02020603050405020304" pitchFamily="18" charset="0"/>
              </a:rPr>
              <a:t>файл </a:t>
            </a:r>
            <a:r>
              <a:rPr kumimoji="1" lang="ru-RU" altLang="ru-RU" sz="3200" dirty="0" err="1">
                <a:solidFill>
                  <a:srgbClr val="000000"/>
                </a:solidFill>
                <a:latin typeface="Times New Roman" panose="02020603050405020304" pitchFamily="18" charset="0"/>
              </a:rPr>
              <a:t>тизими</a:t>
            </a:r>
            <a:r>
              <a:rPr kumimoji="1" lang="ru-RU" altLang="ru-RU" sz="3200" dirty="0">
                <a:solidFill>
                  <a:srgbClr val="000000"/>
                </a:solidFill>
                <a:latin typeface="Times New Roman" panose="02020603050405020304" pitchFamily="18" charset="0"/>
              </a:rPr>
              <a:t>, </a:t>
            </a:r>
            <a:r>
              <a:rPr kumimoji="1" lang="ru-RU" altLang="ru-RU" sz="3200" dirty="0" err="1">
                <a:solidFill>
                  <a:srgbClr val="000000"/>
                </a:solidFill>
                <a:latin typeface="Times New Roman" panose="02020603050405020304" pitchFamily="18" charset="0"/>
              </a:rPr>
              <a:t>маълумотларни</a:t>
            </a:r>
            <a:r>
              <a:rPr kumimoji="1" lang="ru-RU" altLang="ru-RU" sz="3200" dirty="0">
                <a:solidFill>
                  <a:srgbClr val="000000"/>
                </a:solidFill>
                <a:latin typeface="Times New Roman" panose="02020603050405020304" pitchFamily="18" charset="0"/>
              </a:rPr>
              <a:t> </a:t>
            </a:r>
            <a:r>
              <a:rPr kumimoji="1" lang="ru-RU" altLang="ru-RU" sz="3200" dirty="0" err="1">
                <a:solidFill>
                  <a:srgbClr val="000000"/>
                </a:solidFill>
                <a:latin typeface="Times New Roman" panose="02020603050405020304" pitchFamily="18" charset="0"/>
              </a:rPr>
              <a:t>дискларда</a:t>
            </a:r>
            <a:r>
              <a:rPr kumimoji="1" lang="ru-RU" altLang="ru-RU" sz="3200" dirty="0">
                <a:solidFill>
                  <a:srgbClr val="000000"/>
                </a:solidFill>
                <a:latin typeface="Times New Roman" panose="02020603050405020304" pitchFamily="18" charset="0"/>
              </a:rPr>
              <a:t> </a:t>
            </a:r>
            <a:r>
              <a:rPr kumimoji="1" lang="ru-RU" altLang="ru-RU" sz="3200" dirty="0" err="1">
                <a:solidFill>
                  <a:srgbClr val="000000"/>
                </a:solidFill>
                <a:latin typeface="Times New Roman" panose="02020603050405020304" pitchFamily="18" charset="0"/>
              </a:rPr>
              <a:t>ёки</a:t>
            </a:r>
            <a:r>
              <a:rPr kumimoji="1" lang="ru-RU" altLang="ru-RU" sz="3200" dirty="0">
                <a:solidFill>
                  <a:srgbClr val="000000"/>
                </a:solidFill>
                <a:latin typeface="Times New Roman" panose="02020603050405020304" pitchFamily="18" charset="0"/>
              </a:rPr>
              <a:t> </a:t>
            </a:r>
            <a:r>
              <a:rPr kumimoji="1" lang="ru-RU" altLang="ru-RU" sz="3200" dirty="0" err="1">
                <a:solidFill>
                  <a:srgbClr val="000000"/>
                </a:solidFill>
                <a:latin typeface="Times New Roman" panose="02020603050405020304" pitchFamily="18" charset="0"/>
              </a:rPr>
              <a:t>бирор-бир</a:t>
            </a:r>
            <a:r>
              <a:rPr kumimoji="1" lang="ru-RU" altLang="ru-RU" sz="3200" dirty="0">
                <a:solidFill>
                  <a:srgbClr val="000000"/>
                </a:solidFill>
                <a:latin typeface="Times New Roman" panose="02020603050405020304" pitchFamily="18" charset="0"/>
              </a:rPr>
              <a:t> </a:t>
            </a:r>
            <a:r>
              <a:rPr kumimoji="1" lang="ru-RU" altLang="ru-RU" sz="3200" dirty="0" err="1">
                <a:solidFill>
                  <a:srgbClr val="000000"/>
                </a:solidFill>
                <a:latin typeface="Times New Roman" panose="02020603050405020304" pitchFamily="18" charset="0"/>
              </a:rPr>
              <a:t>бошқа жамламада</a:t>
            </a:r>
            <a:r>
              <a:rPr kumimoji="1" lang="ru-RU" altLang="ru-RU" sz="3200" dirty="0">
                <a:solidFill>
                  <a:srgbClr val="000000"/>
                </a:solidFill>
                <a:latin typeface="Times New Roman" panose="02020603050405020304" pitchFamily="18" charset="0"/>
              </a:rPr>
              <a:t> </a:t>
            </a:r>
            <a:r>
              <a:rPr kumimoji="1" lang="ru-RU" altLang="ru-RU" sz="3200" dirty="0" err="1">
                <a:solidFill>
                  <a:srgbClr val="000000"/>
                </a:solidFill>
                <a:latin typeface="Times New Roman" panose="02020603050405020304" pitchFamily="18" charset="0"/>
              </a:rPr>
              <a:t>ташкил</a:t>
            </a:r>
            <a:r>
              <a:rPr kumimoji="1" lang="ru-RU" altLang="ru-RU" sz="3200" dirty="0">
                <a:solidFill>
                  <a:srgbClr val="000000"/>
                </a:solidFill>
                <a:latin typeface="Times New Roman" panose="02020603050405020304" pitchFamily="18" charset="0"/>
              </a:rPr>
              <a:t> </a:t>
            </a:r>
            <a:r>
              <a:rPr kumimoji="1" lang="ru-RU" altLang="ru-RU" sz="3200" dirty="0" err="1">
                <a:solidFill>
                  <a:srgbClr val="000000"/>
                </a:solidFill>
                <a:latin typeface="Times New Roman" panose="02020603050405020304" pitchFamily="18" charset="0"/>
              </a:rPr>
              <a:t>этиш</a:t>
            </a:r>
            <a:r>
              <a:rPr kumimoji="1" lang="ru-RU" altLang="ru-RU" sz="3200" dirty="0">
                <a:solidFill>
                  <a:srgbClr val="000000"/>
                </a:solidFill>
                <a:latin typeface="Times New Roman" panose="02020603050405020304" pitchFamily="18" charset="0"/>
              </a:rPr>
              <a:t> </a:t>
            </a:r>
            <a:r>
              <a:rPr kumimoji="1" lang="ru-RU" altLang="ru-RU" sz="3200" dirty="0" err="1">
                <a:solidFill>
                  <a:srgbClr val="000000"/>
                </a:solidFill>
                <a:latin typeface="Times New Roman" panose="02020603050405020304" pitchFamily="18" charset="0"/>
              </a:rPr>
              <a:t>усулини</a:t>
            </a:r>
            <a:r>
              <a:rPr kumimoji="1" lang="ru-RU" altLang="ru-RU" sz="3200" dirty="0">
                <a:solidFill>
                  <a:srgbClr val="000000"/>
                </a:solidFill>
                <a:latin typeface="Times New Roman" panose="02020603050405020304" pitchFamily="18" charset="0"/>
              </a:rPr>
              <a:t> </a:t>
            </a:r>
            <a:r>
              <a:rPr kumimoji="1" lang="ru-RU" altLang="ru-RU" sz="3200" dirty="0" err="1">
                <a:solidFill>
                  <a:srgbClr val="000000"/>
                </a:solidFill>
                <a:latin typeface="Times New Roman" panose="02020603050405020304" pitchFamily="18" charset="0"/>
              </a:rPr>
              <a:t>аниқлайди</a:t>
            </a:r>
            <a:endParaRPr kumimoji="1" lang="ru-RU" altLang="ru-RU" sz="3200" dirty="0">
              <a:solidFill>
                <a:srgbClr val="000000"/>
              </a:solidFill>
              <a:latin typeface="Times New Roman" panose="02020603050405020304" pitchFamily="18" charset="0"/>
            </a:endParaRPr>
          </a:p>
          <a:p>
            <a:pPr lvl="1" algn="just">
              <a:spcBef>
                <a:spcPts val="0"/>
              </a:spcBef>
              <a:buClr>
                <a:srgbClr val="000099"/>
              </a:buClr>
              <a:buSzPct val="75000"/>
              <a:buFont typeface="Wingdings" panose="05000000000000000000" pitchFamily="2" charset="2"/>
              <a:buChar char="Ø"/>
            </a:pPr>
            <a:endParaRPr kumimoji="1" lang="en-US" altLang="ru-RU" sz="3200" b="1" dirty="0">
              <a:solidFill>
                <a:srgbClr val="000000"/>
              </a:solidFill>
              <a:latin typeface="Times New Roman" panose="02020603050405020304" pitchFamily="18" charset="0"/>
            </a:endParaRPr>
          </a:p>
        </p:txBody>
      </p:sp>
    </p:spTree>
    <p:extLst>
      <p:ext uri="{BB962C8B-B14F-4D97-AF65-F5344CB8AC3E}">
        <p14:creationId xmlns:p14="http://schemas.microsoft.com/office/powerpoint/2010/main" val="233319661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2000"/>
                                  </p:stCondLst>
                                  <p:childTnLst>
                                    <p:set>
                                      <p:cBhvr>
                                        <p:cTn id="6" dur="1" fill="hold">
                                          <p:stCondLst>
                                            <p:cond delay="0"/>
                                          </p:stCondLst>
                                        </p:cTn>
                                        <p:tgtEl>
                                          <p:spTgt spid="9299">
                                            <p:txEl>
                                              <p:pRg st="0" end="0"/>
                                            </p:txEl>
                                          </p:spTgt>
                                        </p:tgtEl>
                                        <p:attrNameLst>
                                          <p:attrName>style.visibility</p:attrName>
                                        </p:attrNameLst>
                                      </p:cBhvr>
                                      <p:to>
                                        <p:strVal val="visible"/>
                                      </p:to>
                                    </p:set>
                                    <p:animEffect transition="in" filter="wipe(left)">
                                      <p:cBhvr>
                                        <p:cTn id="7" dur="500"/>
                                        <p:tgtEl>
                                          <p:spTgt spid="9299">
                                            <p:txEl>
                                              <p:pRg st="0" end="0"/>
                                            </p:txEl>
                                          </p:spTgt>
                                        </p:tgtEl>
                                      </p:cBhvr>
                                    </p:animEffect>
                                  </p:childTnLst>
                                </p:cTn>
                              </p:par>
                            </p:childTnLst>
                          </p:cTn>
                        </p:par>
                        <p:par>
                          <p:cTn id="8" fill="hold" nodeType="afterGroup">
                            <p:stCondLst>
                              <p:cond delay="2500"/>
                            </p:stCondLst>
                            <p:childTnLst>
                              <p:par>
                                <p:cTn id="9" presetID="22" presetClass="entr" presetSubtype="8" fill="hold" grpId="0" nodeType="afterEffect">
                                  <p:stCondLst>
                                    <p:cond delay="2000"/>
                                  </p:stCondLst>
                                  <p:childTnLst>
                                    <p:set>
                                      <p:cBhvr>
                                        <p:cTn id="10" dur="1" fill="hold">
                                          <p:stCondLst>
                                            <p:cond delay="0"/>
                                          </p:stCondLst>
                                        </p:cTn>
                                        <p:tgtEl>
                                          <p:spTgt spid="9299">
                                            <p:txEl>
                                              <p:pRg st="1" end="1"/>
                                            </p:txEl>
                                          </p:spTgt>
                                        </p:tgtEl>
                                        <p:attrNameLst>
                                          <p:attrName>style.visibility</p:attrName>
                                        </p:attrNameLst>
                                      </p:cBhvr>
                                      <p:to>
                                        <p:strVal val="visible"/>
                                      </p:to>
                                    </p:set>
                                    <p:animEffect transition="in" filter="wipe(left)">
                                      <p:cBhvr>
                                        <p:cTn id="11" dur="500"/>
                                        <p:tgtEl>
                                          <p:spTgt spid="9299">
                                            <p:txEl>
                                              <p:pRg st="1" end="1"/>
                                            </p:txEl>
                                          </p:spTgt>
                                        </p:tgtEl>
                                      </p:cBhvr>
                                    </p:animEffect>
                                  </p:childTnLst>
                                </p:cTn>
                              </p:par>
                            </p:childTnLst>
                          </p:cTn>
                        </p:par>
                        <p:par>
                          <p:cTn id="12" fill="hold">
                            <p:stCondLst>
                              <p:cond delay="5000"/>
                            </p:stCondLst>
                            <p:childTnLst>
                              <p:par>
                                <p:cTn id="13" presetID="22" presetClass="entr" presetSubtype="8" fill="hold" grpId="0" nodeType="afterEffect">
                                  <p:stCondLst>
                                    <p:cond delay="2000"/>
                                  </p:stCondLst>
                                  <p:childTnLst>
                                    <p:set>
                                      <p:cBhvr>
                                        <p:cTn id="14" dur="1" fill="hold">
                                          <p:stCondLst>
                                            <p:cond delay="0"/>
                                          </p:stCondLst>
                                        </p:cTn>
                                        <p:tgtEl>
                                          <p:spTgt spid="9299">
                                            <p:txEl>
                                              <p:pRg st="2" end="2"/>
                                            </p:txEl>
                                          </p:spTgt>
                                        </p:tgtEl>
                                        <p:attrNameLst>
                                          <p:attrName>style.visibility</p:attrName>
                                        </p:attrNameLst>
                                      </p:cBhvr>
                                      <p:to>
                                        <p:strVal val="visible"/>
                                      </p:to>
                                    </p:set>
                                    <p:animEffect transition="in" filter="wipe(left)">
                                      <p:cBhvr>
                                        <p:cTn id="15" dur="500"/>
                                        <p:tgtEl>
                                          <p:spTgt spid="929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99" grpId="0" build="p" bldLvl="4" autoUpdateAnimBg="0" advAuto="200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p:cNvSpPr>
            <a:spLocks noGrp="1"/>
          </p:cNvSpPr>
          <p:nvPr>
            <p:ph type="title"/>
          </p:nvPr>
        </p:nvSpPr>
        <p:spPr>
          <a:xfrm>
            <a:off x="547687" y="198438"/>
            <a:ext cx="7289800" cy="685800"/>
          </a:xfrm>
        </p:spPr>
        <p:txBody>
          <a:bodyPr>
            <a:normAutofit/>
          </a:bodyPr>
          <a:lstStyle/>
          <a:p>
            <a:pPr algn="ctr"/>
            <a:r>
              <a:rPr lang="en-US" altLang="ru-RU" sz="3600" dirty="0" err="1"/>
              <a:t>Fayllar</a:t>
            </a:r>
            <a:endParaRPr lang="en-US" altLang="ru-RU" sz="3600" dirty="0"/>
          </a:p>
        </p:txBody>
      </p:sp>
      <p:sp>
        <p:nvSpPr>
          <p:cNvPr id="26627" name="Content Placeholder 2"/>
          <p:cNvSpPr>
            <a:spLocks noGrp="1"/>
          </p:cNvSpPr>
          <p:nvPr>
            <p:ph idx="1"/>
          </p:nvPr>
        </p:nvSpPr>
        <p:spPr>
          <a:xfrm>
            <a:off x="-285317" y="1073150"/>
            <a:ext cx="7698942" cy="5284788"/>
          </a:xfrm>
        </p:spPr>
        <p:txBody>
          <a:bodyPr>
            <a:noAutofit/>
          </a:bodyPr>
          <a:lstStyle/>
          <a:p>
            <a:pPr algn="ctr">
              <a:spcBef>
                <a:spcPts val="0"/>
              </a:spcBef>
            </a:pPr>
            <a:r>
              <a:rPr lang="en-US" altLang="ru-RU" sz="3000" dirty="0" err="1">
                <a:latin typeface="Times New Roman" pitchFamily="18" charset="0"/>
                <a:cs typeface="Times New Roman" pitchFamily="18" charset="0"/>
              </a:rPr>
              <a:t>Fayl</a:t>
            </a:r>
            <a:r>
              <a:rPr lang="en-US" altLang="ru-RU" sz="3000" dirty="0">
                <a:latin typeface="Times New Roman" pitchFamily="18" charset="0"/>
                <a:cs typeface="Times New Roman" pitchFamily="18" charset="0"/>
              </a:rPr>
              <a:t> </a:t>
            </a:r>
            <a:r>
              <a:rPr lang="en-US" altLang="ru-RU" sz="3000" dirty="0" err="1">
                <a:latin typeface="Times New Roman" pitchFamily="18" charset="0"/>
                <a:cs typeface="Times New Roman" pitchFamily="18" charset="0"/>
              </a:rPr>
              <a:t>tarkibiy</a:t>
            </a:r>
            <a:r>
              <a:rPr lang="en-US" altLang="ru-RU" sz="3000" dirty="0">
                <a:latin typeface="Times New Roman" pitchFamily="18" charset="0"/>
                <a:cs typeface="Times New Roman" pitchFamily="18" charset="0"/>
              </a:rPr>
              <a:t> </a:t>
            </a:r>
            <a:r>
              <a:rPr lang="en-US" altLang="ru-RU" sz="3000" dirty="0" err="1">
                <a:latin typeface="Times New Roman" pitchFamily="18" charset="0"/>
                <a:cs typeface="Times New Roman" pitchFamily="18" charset="0"/>
              </a:rPr>
              <a:t>qismlari</a:t>
            </a:r>
            <a:r>
              <a:rPr lang="en-US" altLang="ru-RU" sz="3000" dirty="0">
                <a:latin typeface="Times New Roman" pitchFamily="18" charset="0"/>
                <a:cs typeface="Times New Roman" pitchFamily="18" charset="0"/>
              </a:rPr>
              <a:t> </a:t>
            </a:r>
            <a:r>
              <a:rPr lang="en-US" altLang="ru-RU" sz="3000" dirty="0" err="1">
                <a:latin typeface="Times New Roman" pitchFamily="18" charset="0"/>
                <a:cs typeface="Times New Roman" pitchFamily="18" charset="0"/>
              </a:rPr>
              <a:t>quyidagilardan</a:t>
            </a:r>
            <a:r>
              <a:rPr lang="en-US" altLang="ru-RU" sz="3000" dirty="0">
                <a:latin typeface="Times New Roman" pitchFamily="18" charset="0"/>
                <a:cs typeface="Times New Roman" pitchFamily="18" charset="0"/>
              </a:rPr>
              <a:t> </a:t>
            </a:r>
            <a:r>
              <a:rPr lang="en-US" altLang="ru-RU" sz="3000" dirty="0" err="1">
                <a:latin typeface="Times New Roman" pitchFamily="18" charset="0"/>
                <a:cs typeface="Times New Roman" pitchFamily="18" charset="0"/>
              </a:rPr>
              <a:t>iborat</a:t>
            </a:r>
            <a:r>
              <a:rPr lang="en-US" altLang="ru-RU" sz="3000" dirty="0">
                <a:latin typeface="Times New Roman" pitchFamily="18" charset="0"/>
                <a:cs typeface="Times New Roman" pitchFamily="18" charset="0"/>
              </a:rPr>
              <a:t>:</a:t>
            </a:r>
          </a:p>
          <a:p>
            <a:pPr marL="128588" lvl="1" indent="0">
              <a:spcBef>
                <a:spcPts val="0"/>
              </a:spcBef>
              <a:buNone/>
            </a:pPr>
            <a:r>
              <a:rPr lang="en-US" altLang="ru-RU" sz="3000" dirty="0" err="1">
                <a:latin typeface="Times New Roman" pitchFamily="18" charset="0"/>
                <a:cs typeface="Times New Roman" pitchFamily="18" charset="0"/>
              </a:rPr>
              <a:t>Fayl</a:t>
            </a:r>
            <a:r>
              <a:rPr lang="en-US" altLang="ru-RU" sz="3000" dirty="0">
                <a:latin typeface="Times New Roman" pitchFamily="18" charset="0"/>
                <a:cs typeface="Times New Roman" pitchFamily="18" charset="0"/>
              </a:rPr>
              <a:t> </a:t>
            </a:r>
            <a:r>
              <a:rPr lang="en-US" altLang="ru-RU" sz="3000" dirty="0" err="1">
                <a:latin typeface="Times New Roman" pitchFamily="18" charset="0"/>
                <a:cs typeface="Times New Roman" pitchFamily="18" charset="0"/>
              </a:rPr>
              <a:t>ma’lumotlarni</a:t>
            </a:r>
            <a:r>
              <a:rPr lang="en-US" altLang="ru-RU" sz="3000" dirty="0">
                <a:latin typeface="Times New Roman" pitchFamily="18" charset="0"/>
                <a:cs typeface="Times New Roman" pitchFamily="18" charset="0"/>
              </a:rPr>
              <a:t> </a:t>
            </a:r>
            <a:r>
              <a:rPr lang="en-US" altLang="ru-RU" sz="3000" dirty="0" err="1">
                <a:latin typeface="Times New Roman" pitchFamily="18" charset="0"/>
                <a:cs typeface="Times New Roman" pitchFamily="18" charset="0"/>
              </a:rPr>
              <a:t>o’zi</a:t>
            </a:r>
            <a:endParaRPr lang="en-US" altLang="ru-RU" sz="3000" dirty="0">
              <a:latin typeface="Times New Roman" pitchFamily="18" charset="0"/>
              <a:cs typeface="Times New Roman" pitchFamily="18" charset="0"/>
            </a:endParaRPr>
          </a:p>
          <a:p>
            <a:pPr lvl="2">
              <a:spcBef>
                <a:spcPts val="0"/>
              </a:spcBef>
            </a:pPr>
            <a:r>
              <a:rPr lang="en-US" altLang="ru-RU" sz="3000" dirty="0" err="1">
                <a:latin typeface="Times New Roman" pitchFamily="18" charset="0"/>
                <a:cs typeface="Times New Roman" pitchFamily="18" charset="0"/>
              </a:rPr>
              <a:t>Binar</a:t>
            </a:r>
            <a:r>
              <a:rPr lang="en-US" altLang="ru-RU" sz="3000" dirty="0">
                <a:latin typeface="Times New Roman" pitchFamily="18" charset="0"/>
                <a:cs typeface="Times New Roman" pitchFamily="18" charset="0"/>
              </a:rPr>
              <a:t> </a:t>
            </a:r>
            <a:r>
              <a:rPr lang="en-US" altLang="ru-RU" sz="3000" dirty="0" err="1">
                <a:latin typeface="Times New Roman" pitchFamily="18" charset="0"/>
                <a:cs typeface="Times New Roman" pitchFamily="18" charset="0"/>
              </a:rPr>
              <a:t>ma’lumotlarning</a:t>
            </a:r>
            <a:r>
              <a:rPr lang="en-US" altLang="ru-RU" sz="3000" dirty="0">
                <a:latin typeface="Times New Roman" pitchFamily="18" charset="0"/>
                <a:cs typeface="Times New Roman" pitchFamily="18" charset="0"/>
              </a:rPr>
              <a:t> </a:t>
            </a:r>
            <a:r>
              <a:rPr lang="en-US" altLang="ru-RU" sz="3000" dirty="0" err="1">
                <a:latin typeface="Times New Roman" pitchFamily="18" charset="0"/>
                <a:cs typeface="Times New Roman" pitchFamily="18" charset="0"/>
              </a:rPr>
              <a:t>bir</a:t>
            </a:r>
            <a:r>
              <a:rPr lang="en-US" altLang="ru-RU" sz="3000" dirty="0">
                <a:latin typeface="Times New Roman" pitchFamily="18" charset="0"/>
                <a:cs typeface="Times New Roman" pitchFamily="18" charset="0"/>
              </a:rPr>
              <a:t> </a:t>
            </a:r>
            <a:r>
              <a:rPr lang="en-US" altLang="ru-RU" sz="3000" dirty="0" err="1">
                <a:latin typeface="Times New Roman" pitchFamily="18" charset="0"/>
                <a:cs typeface="Times New Roman" pitchFamily="18" charset="0"/>
              </a:rPr>
              <a:t>yoki</a:t>
            </a:r>
            <a:r>
              <a:rPr lang="en-US" altLang="ru-RU" sz="3000" dirty="0">
                <a:latin typeface="Times New Roman" pitchFamily="18" charset="0"/>
                <a:cs typeface="Times New Roman" pitchFamily="18" charset="0"/>
              </a:rPr>
              <a:t> </a:t>
            </a:r>
            <a:r>
              <a:rPr lang="en-US" altLang="ru-RU" sz="3000" dirty="0" err="1">
                <a:latin typeface="Times New Roman" pitchFamily="18" charset="0"/>
                <a:cs typeface="Times New Roman" pitchFamily="18" charset="0"/>
              </a:rPr>
              <a:t>bir</a:t>
            </a:r>
            <a:r>
              <a:rPr lang="en-US" altLang="ru-RU" sz="3000" dirty="0">
                <a:latin typeface="Times New Roman" pitchFamily="18" charset="0"/>
                <a:cs typeface="Times New Roman" pitchFamily="18" charset="0"/>
              </a:rPr>
              <a:t> </a:t>
            </a:r>
            <a:r>
              <a:rPr lang="en-US" altLang="ru-RU" sz="3000" dirty="0" err="1">
                <a:latin typeface="Times New Roman" pitchFamily="18" charset="0"/>
                <a:cs typeface="Times New Roman" pitchFamily="18" charset="0"/>
              </a:rPr>
              <a:t>nechta</a:t>
            </a:r>
            <a:r>
              <a:rPr lang="en-US" altLang="ru-RU" sz="3000" dirty="0">
                <a:latin typeface="Times New Roman" pitchFamily="18" charset="0"/>
                <a:cs typeface="Times New Roman" pitchFamily="18" charset="0"/>
              </a:rPr>
              <a:t> </a:t>
            </a:r>
            <a:r>
              <a:rPr lang="en-US" altLang="ru-RU" sz="3000" dirty="0" err="1">
                <a:latin typeface="Times New Roman" pitchFamily="18" charset="0"/>
                <a:cs typeface="Times New Roman" pitchFamily="18" charset="0"/>
              </a:rPr>
              <a:t>guruhi</a:t>
            </a:r>
            <a:endParaRPr lang="en-US" altLang="ru-RU" sz="3000" dirty="0">
              <a:latin typeface="Times New Roman" pitchFamily="18" charset="0"/>
              <a:cs typeface="Times New Roman" pitchFamily="18" charset="0"/>
            </a:endParaRPr>
          </a:p>
          <a:p>
            <a:pPr lvl="2">
              <a:spcBef>
                <a:spcPts val="0"/>
              </a:spcBef>
            </a:pPr>
            <a:r>
              <a:rPr lang="en-US" altLang="ru-RU" sz="3000" dirty="0" err="1">
                <a:latin typeface="Times New Roman" pitchFamily="18" charset="0"/>
                <a:cs typeface="Times New Roman" pitchFamily="18" charset="0"/>
              </a:rPr>
              <a:t>Fayl</a:t>
            </a:r>
            <a:r>
              <a:rPr lang="en-US" altLang="ru-RU" sz="3000" dirty="0">
                <a:latin typeface="Times New Roman" pitchFamily="18" charset="0"/>
                <a:cs typeface="Times New Roman" pitchFamily="18" charset="0"/>
              </a:rPr>
              <a:t> </a:t>
            </a:r>
            <a:r>
              <a:rPr lang="en-US" altLang="ru-RU" sz="3000" dirty="0" err="1">
                <a:latin typeface="Times New Roman" pitchFamily="18" charset="0"/>
                <a:cs typeface="Times New Roman" pitchFamily="18" charset="0"/>
              </a:rPr>
              <a:t>ixtiyoriy</a:t>
            </a:r>
            <a:r>
              <a:rPr lang="en-US" altLang="ru-RU" sz="3000" dirty="0">
                <a:latin typeface="Times New Roman" pitchFamily="18" charset="0"/>
                <a:cs typeface="Times New Roman" pitchFamily="18" charset="0"/>
              </a:rPr>
              <a:t> </a:t>
            </a:r>
            <a:r>
              <a:rPr lang="en-US" altLang="ru-RU" sz="3000" dirty="0" err="1">
                <a:latin typeface="Times New Roman" pitchFamily="18" charset="0"/>
                <a:cs typeface="Times New Roman" pitchFamily="18" charset="0"/>
              </a:rPr>
              <a:t>ma’lumotni</a:t>
            </a:r>
            <a:r>
              <a:rPr lang="en-US" altLang="ru-RU" sz="3000" dirty="0">
                <a:latin typeface="Times New Roman" pitchFamily="18" charset="0"/>
                <a:cs typeface="Times New Roman" pitchFamily="18" charset="0"/>
              </a:rPr>
              <a:t> </a:t>
            </a:r>
            <a:r>
              <a:rPr lang="en-US" altLang="ru-RU" sz="3000" dirty="0" err="1">
                <a:latin typeface="Times New Roman" pitchFamily="18" charset="0"/>
                <a:cs typeface="Times New Roman" pitchFamily="18" charset="0"/>
              </a:rPr>
              <a:t>o’z</a:t>
            </a:r>
            <a:r>
              <a:rPr lang="en-US" altLang="ru-RU" sz="3000" dirty="0">
                <a:latin typeface="Times New Roman" pitchFamily="18" charset="0"/>
                <a:cs typeface="Times New Roman" pitchFamily="18" charset="0"/>
              </a:rPr>
              <a:t> </a:t>
            </a:r>
            <a:r>
              <a:rPr lang="en-US" altLang="ru-RU" sz="3000" dirty="0" err="1">
                <a:latin typeface="Times New Roman" pitchFamily="18" charset="0"/>
                <a:cs typeface="Times New Roman" pitchFamily="18" charset="0"/>
              </a:rPr>
              <a:t>ichiga</a:t>
            </a:r>
            <a:r>
              <a:rPr lang="en-US" altLang="ru-RU" sz="3000" dirty="0">
                <a:latin typeface="Times New Roman" pitchFamily="18" charset="0"/>
                <a:cs typeface="Times New Roman" pitchFamily="18" charset="0"/>
              </a:rPr>
              <a:t> </a:t>
            </a:r>
            <a:r>
              <a:rPr lang="en-US" altLang="ru-RU" sz="3000" dirty="0" err="1">
                <a:latin typeface="Times New Roman" pitchFamily="18" charset="0"/>
                <a:cs typeface="Times New Roman" pitchFamily="18" charset="0"/>
              </a:rPr>
              <a:t>oladi</a:t>
            </a:r>
            <a:endParaRPr lang="en-US" altLang="ru-RU" sz="3000" dirty="0">
              <a:solidFill>
                <a:schemeClr val="accent1"/>
              </a:solidFill>
              <a:latin typeface="Times New Roman" pitchFamily="18" charset="0"/>
              <a:cs typeface="Times New Roman" pitchFamily="18" charset="0"/>
            </a:endParaRPr>
          </a:p>
          <a:p>
            <a:pPr lvl="1">
              <a:spcBef>
                <a:spcPts val="0"/>
              </a:spcBef>
            </a:pPr>
            <a:r>
              <a:rPr lang="en-US" altLang="ru-RU" sz="3000" dirty="0" err="1">
                <a:latin typeface="Times New Roman" pitchFamily="18" charset="0"/>
                <a:cs typeface="Times New Roman" pitchFamily="18" charset="0"/>
              </a:rPr>
              <a:t>Fayl</a:t>
            </a:r>
            <a:r>
              <a:rPr lang="en-US" altLang="ru-RU" sz="3000" dirty="0">
                <a:latin typeface="Times New Roman" pitchFamily="18" charset="0"/>
                <a:cs typeface="Times New Roman" pitchFamily="18" charset="0"/>
              </a:rPr>
              <a:t> </a:t>
            </a:r>
            <a:r>
              <a:rPr lang="en-US" altLang="ru-RU" sz="3000" dirty="0" err="1">
                <a:latin typeface="Times New Roman" pitchFamily="18" charset="0"/>
                <a:cs typeface="Times New Roman" pitchFamily="18" charset="0"/>
              </a:rPr>
              <a:t>xususiyatlari</a:t>
            </a:r>
            <a:endParaRPr lang="en-US" altLang="ru-RU" sz="3000" dirty="0">
              <a:latin typeface="Times New Roman" pitchFamily="18" charset="0"/>
              <a:cs typeface="Times New Roman" pitchFamily="18" charset="0"/>
            </a:endParaRPr>
          </a:p>
          <a:p>
            <a:pPr lvl="2">
              <a:spcBef>
                <a:spcPts val="0"/>
              </a:spcBef>
            </a:pPr>
            <a:r>
              <a:rPr lang="en-US" altLang="ru-RU" sz="3000" dirty="0">
                <a:latin typeface="Times New Roman" pitchFamily="18" charset="0"/>
                <a:cs typeface="Times New Roman" pitchFamily="18" charset="0"/>
              </a:rPr>
              <a:t>Nomi, </a:t>
            </a:r>
            <a:r>
              <a:rPr lang="en-US" altLang="ru-RU" sz="3000" dirty="0" err="1">
                <a:latin typeface="Times New Roman" pitchFamily="18" charset="0"/>
                <a:cs typeface="Times New Roman" pitchFamily="18" charset="0"/>
              </a:rPr>
              <a:t>o’lchami</a:t>
            </a:r>
            <a:endParaRPr lang="en-US" altLang="ru-RU" sz="3000" dirty="0">
              <a:latin typeface="Times New Roman" pitchFamily="18" charset="0"/>
              <a:cs typeface="Times New Roman" pitchFamily="18" charset="0"/>
            </a:endParaRPr>
          </a:p>
          <a:p>
            <a:pPr lvl="2">
              <a:spcBef>
                <a:spcPts val="0"/>
              </a:spcBef>
            </a:pPr>
            <a:r>
              <a:rPr lang="en-US" altLang="ru-RU" sz="3000" dirty="0" err="1">
                <a:latin typeface="Times New Roman" pitchFamily="18" charset="0"/>
                <a:cs typeface="Times New Roman" pitchFamily="18" charset="0"/>
              </a:rPr>
              <a:t>Qaysi</a:t>
            </a:r>
            <a:r>
              <a:rPr lang="en-US" altLang="ru-RU" sz="3000" dirty="0">
                <a:latin typeface="Times New Roman" pitchFamily="18" charset="0"/>
                <a:cs typeface="Times New Roman" pitchFamily="18" charset="0"/>
              </a:rPr>
              <a:t> </a:t>
            </a:r>
            <a:r>
              <a:rPr lang="en-US" altLang="ru-RU" sz="3000" dirty="0" err="1">
                <a:latin typeface="Times New Roman" pitchFamily="18" charset="0"/>
                <a:cs typeface="Times New Roman" pitchFamily="18" charset="0"/>
              </a:rPr>
              <a:t>papkada</a:t>
            </a:r>
            <a:r>
              <a:rPr lang="en-US" altLang="ru-RU" sz="3000" dirty="0">
                <a:latin typeface="Times New Roman" pitchFamily="18" charset="0"/>
                <a:cs typeface="Times New Roman" pitchFamily="18" charset="0"/>
              </a:rPr>
              <a:t> </a:t>
            </a:r>
            <a:r>
              <a:rPr lang="en-US" altLang="ru-RU" sz="3000" dirty="0" err="1">
                <a:latin typeface="Times New Roman" pitchFamily="18" charset="0"/>
                <a:cs typeface="Times New Roman" pitchFamily="18" charset="0"/>
              </a:rPr>
              <a:t>joylashgan</a:t>
            </a:r>
            <a:r>
              <a:rPr lang="en-US" altLang="ru-RU" sz="3000" dirty="0">
                <a:latin typeface="Times New Roman" pitchFamily="18" charset="0"/>
                <a:cs typeface="Times New Roman" pitchFamily="18" charset="0"/>
              </a:rPr>
              <a:t>?</a:t>
            </a:r>
          </a:p>
          <a:p>
            <a:pPr lvl="2">
              <a:spcBef>
                <a:spcPts val="0"/>
              </a:spcBef>
            </a:pPr>
            <a:r>
              <a:rPr lang="en-US" altLang="ru-RU" sz="3000" dirty="0" err="1">
                <a:latin typeface="Times New Roman" pitchFamily="18" charset="0"/>
                <a:cs typeface="Times New Roman" pitchFamily="18" charset="0"/>
              </a:rPr>
              <a:t>Yaratilgan</a:t>
            </a:r>
            <a:r>
              <a:rPr lang="en-US" altLang="ru-RU" sz="3000" dirty="0">
                <a:latin typeface="Times New Roman" pitchFamily="18" charset="0"/>
                <a:cs typeface="Times New Roman" pitchFamily="18" charset="0"/>
              </a:rPr>
              <a:t> </a:t>
            </a:r>
            <a:r>
              <a:rPr lang="en-US" altLang="ru-RU" sz="3000" dirty="0" err="1">
                <a:latin typeface="Times New Roman" pitchFamily="18" charset="0"/>
                <a:cs typeface="Times New Roman" pitchFamily="18" charset="0"/>
              </a:rPr>
              <a:t>va</a:t>
            </a:r>
            <a:r>
              <a:rPr lang="en-US" altLang="ru-RU" sz="3000" dirty="0">
                <a:latin typeface="Times New Roman" pitchFamily="18" charset="0"/>
                <a:cs typeface="Times New Roman" pitchFamily="18" charset="0"/>
              </a:rPr>
              <a:t> </a:t>
            </a:r>
            <a:r>
              <a:rPr lang="en-US" altLang="ru-RU" sz="3000" dirty="0" err="1">
                <a:latin typeface="Times New Roman" pitchFamily="18" charset="0"/>
                <a:cs typeface="Times New Roman" pitchFamily="18" charset="0"/>
              </a:rPr>
              <a:t>oxirgi</a:t>
            </a:r>
            <a:r>
              <a:rPr lang="en-US" altLang="ru-RU" sz="3000" dirty="0">
                <a:latin typeface="Times New Roman" pitchFamily="18" charset="0"/>
                <a:cs typeface="Times New Roman" pitchFamily="18" charset="0"/>
              </a:rPr>
              <a:t> </a:t>
            </a:r>
            <a:r>
              <a:rPr lang="en-US" altLang="ru-RU" sz="3000" dirty="0" err="1">
                <a:latin typeface="Times New Roman" pitchFamily="18" charset="0"/>
                <a:cs typeface="Times New Roman" pitchFamily="18" charset="0"/>
              </a:rPr>
              <a:t>marta</a:t>
            </a:r>
            <a:r>
              <a:rPr lang="en-US" altLang="ru-RU" sz="3000" dirty="0">
                <a:latin typeface="Times New Roman" pitchFamily="18" charset="0"/>
                <a:cs typeface="Times New Roman" pitchFamily="18" charset="0"/>
              </a:rPr>
              <a:t> </a:t>
            </a:r>
            <a:r>
              <a:rPr lang="en-US" altLang="ru-RU" sz="3000" dirty="0" err="1">
                <a:latin typeface="Times New Roman" pitchFamily="18" charset="0"/>
                <a:cs typeface="Times New Roman" pitchFamily="18" charset="0"/>
              </a:rPr>
              <a:t>o’zgartirilgan</a:t>
            </a:r>
            <a:r>
              <a:rPr lang="en-US" altLang="ru-RU" sz="3000" dirty="0">
                <a:latin typeface="Times New Roman" pitchFamily="18" charset="0"/>
                <a:cs typeface="Times New Roman" pitchFamily="18" charset="0"/>
              </a:rPr>
              <a:t> </a:t>
            </a:r>
            <a:r>
              <a:rPr lang="en-US" altLang="ru-RU" sz="3000" dirty="0" err="1">
                <a:latin typeface="Times New Roman" pitchFamily="18" charset="0"/>
                <a:cs typeface="Times New Roman" pitchFamily="18" charset="0"/>
              </a:rPr>
              <a:t>vaqti</a:t>
            </a:r>
            <a:endParaRPr lang="en-US" altLang="ru-RU" sz="3000" dirty="0">
              <a:latin typeface="Times New Roman" pitchFamily="18" charset="0"/>
              <a:cs typeface="Times New Roman" pitchFamily="18" charset="0"/>
            </a:endParaRPr>
          </a:p>
          <a:p>
            <a:pPr lvl="2">
              <a:spcBef>
                <a:spcPts val="0"/>
              </a:spcBef>
            </a:pPr>
            <a:r>
              <a:rPr lang="en-US" altLang="ru-RU" sz="3000" dirty="0" err="1">
                <a:latin typeface="Times New Roman" pitchFamily="18" charset="0"/>
                <a:cs typeface="Times New Roman" pitchFamily="18" charset="0"/>
              </a:rPr>
              <a:t>Yashirin</a:t>
            </a:r>
            <a:r>
              <a:rPr lang="en-US" altLang="ru-RU" sz="3000" dirty="0">
                <a:latin typeface="Times New Roman" pitchFamily="18" charset="0"/>
                <a:cs typeface="Times New Roman" pitchFamily="18" charset="0"/>
              </a:rPr>
              <a:t> </a:t>
            </a:r>
            <a:r>
              <a:rPr lang="en-US" altLang="ru-RU" sz="3000" dirty="0" err="1">
                <a:latin typeface="Times New Roman" pitchFamily="18" charset="0"/>
                <a:cs typeface="Times New Roman" pitchFamily="18" charset="0"/>
              </a:rPr>
              <a:t>yoki</a:t>
            </a:r>
            <a:r>
              <a:rPr lang="en-US" altLang="ru-RU" sz="3000" dirty="0">
                <a:latin typeface="Times New Roman" pitchFamily="18" charset="0"/>
                <a:cs typeface="Times New Roman" pitchFamily="18" charset="0"/>
              </a:rPr>
              <a:t> Sistema </a:t>
            </a:r>
            <a:r>
              <a:rPr lang="en-US" altLang="ru-RU" sz="3000" dirty="0" err="1">
                <a:latin typeface="Times New Roman" pitchFamily="18" charset="0"/>
                <a:cs typeface="Times New Roman" pitchFamily="18" charset="0"/>
              </a:rPr>
              <a:t>fayli</a:t>
            </a:r>
            <a:r>
              <a:rPr lang="en-US" altLang="ru-RU" sz="3000" dirty="0">
                <a:latin typeface="Times New Roman" pitchFamily="18" charset="0"/>
                <a:cs typeface="Times New Roman" pitchFamily="18" charset="0"/>
              </a:rPr>
              <a:t> </a:t>
            </a:r>
          </a:p>
          <a:p>
            <a:pPr lvl="2">
              <a:spcBef>
                <a:spcPts val="0"/>
              </a:spcBef>
            </a:pPr>
            <a:r>
              <a:rPr lang="en-US" altLang="ru-RU" sz="3000" dirty="0" err="1">
                <a:latin typeface="Times New Roman" pitchFamily="18" charset="0"/>
                <a:cs typeface="Times New Roman" pitchFamily="18" charset="0"/>
              </a:rPr>
              <a:t>Vazifasi</a:t>
            </a:r>
            <a:r>
              <a:rPr lang="en-US" altLang="ru-RU" sz="3000" dirty="0">
                <a:latin typeface="Times New Roman" pitchFamily="18" charset="0"/>
                <a:cs typeface="Times New Roman" pitchFamily="18" charset="0"/>
              </a:rPr>
              <a:t>: </a:t>
            </a:r>
            <a:r>
              <a:rPr lang="en-US" altLang="ru-RU" sz="3000" dirty="0" err="1">
                <a:latin typeface="Times New Roman" pitchFamily="18" charset="0"/>
                <a:cs typeface="Times New Roman" pitchFamily="18" charset="0"/>
              </a:rPr>
              <a:t>o’qish</a:t>
            </a:r>
            <a:r>
              <a:rPr lang="en-US" altLang="ru-RU" sz="3000" dirty="0">
                <a:latin typeface="Times New Roman" pitchFamily="18" charset="0"/>
                <a:cs typeface="Times New Roman" pitchFamily="18" charset="0"/>
              </a:rPr>
              <a:t>/</a:t>
            </a:r>
            <a:r>
              <a:rPr lang="en-US" altLang="ru-RU" sz="3000" dirty="0" err="1">
                <a:latin typeface="Times New Roman" pitchFamily="18" charset="0"/>
                <a:cs typeface="Times New Roman" pitchFamily="18" charset="0"/>
              </a:rPr>
              <a:t>yozish</a:t>
            </a:r>
            <a:r>
              <a:rPr lang="en-US" altLang="ru-RU" sz="3000" dirty="0">
                <a:latin typeface="Times New Roman" pitchFamily="18" charset="0"/>
                <a:cs typeface="Times New Roman" pitchFamily="18" charset="0"/>
              </a:rPr>
              <a:t>/</a:t>
            </a:r>
            <a:r>
              <a:rPr lang="en-US" altLang="ru-RU" sz="3000" dirty="0" err="1">
                <a:latin typeface="Times New Roman" pitchFamily="18" charset="0"/>
                <a:cs typeface="Times New Roman" pitchFamily="18" charset="0"/>
              </a:rPr>
              <a:t>saqlash</a:t>
            </a:r>
            <a:endParaRPr lang="en-US" altLang="ru-RU" sz="3000" dirty="0">
              <a:latin typeface="Times New Roman" pitchFamily="18" charset="0"/>
              <a:cs typeface="Times New Roman" pitchFamily="18" charset="0"/>
            </a:endParaRPr>
          </a:p>
          <a:p>
            <a:pPr lvl="2">
              <a:spcBef>
                <a:spcPts val="0"/>
              </a:spcBef>
            </a:pPr>
            <a:endParaRPr lang="en-US" altLang="ru-RU" sz="3000"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fld id="{33552156-AB30-475E-A79A-F79BCE916DD9}" type="slidenum">
              <a:rPr lang="en-US" altLang="ru-RU">
                <a:solidFill>
                  <a:srgbClr val="898989"/>
                </a:solidFill>
              </a:rPr>
              <a:pPr/>
              <a:t>4</a:t>
            </a:fld>
            <a:endParaRPr lang="en-US" altLang="ru-RU">
              <a:solidFill>
                <a:srgbClr val="898989"/>
              </a:solidFill>
            </a:endParaRPr>
          </a:p>
        </p:txBody>
      </p:sp>
      <p:pic>
        <p:nvPicPr>
          <p:cNvPr id="26629" name="Picture 2" descr="D:\Pictures\soft-scraps icons\Adobe PDF Document-01.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05675" y="190500"/>
            <a:ext cx="1063625" cy="1063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630" name="Picture 3" descr="D:\Pictures\soft-scraps icons\Adobe Photoshop CS3 Document-01.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80375" y="541338"/>
            <a:ext cx="1063625" cy="1063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631" name="Picture 4" descr="D:\Pictures\soft-scraps icons\Compressed File RAR-01.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346950" y="1331913"/>
            <a:ext cx="1062038" cy="1063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632" name="Picture 5" descr="D:\Pictures\soft-scraps icons\Compressed File Zip-01.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080375" y="1973263"/>
            <a:ext cx="1063625" cy="1062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633" name="Picture 6" descr="D:\Pictures\soft-scraps icons\Document Microsoft Excel-01.pn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035800" y="2395538"/>
            <a:ext cx="1063625" cy="1062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634" name="Picture 7" descr="D:\Pictures\soft-scraps icons\Document Microsoft Word-01.png"/>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048625" y="3052763"/>
            <a:ext cx="1063625" cy="1063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635" name="Picture 8" descr="D:\Pictures\soft-scraps icons\File Audio MP3-01.png"/>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881813" y="3516313"/>
            <a:ext cx="1063625" cy="1063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636" name="Picture 9" descr="D:\Pictures\soft-scraps icons\File Video AVI-01.png"/>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023225" y="4187825"/>
            <a:ext cx="1063625" cy="1062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637" name="Picture 11" descr="D:\Pictures\soft-scraps icons\Image JPEG-01.png"/>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8099425" y="5180013"/>
            <a:ext cx="1063625" cy="1062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638" name="Picture 12" descr="D:\Pictures\soft-scraps icons\Image PNG-01.png"/>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7035800" y="4603750"/>
            <a:ext cx="1063625" cy="1062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639" name="Picture 13" descr="D:\Pictures\soft-scraps icons\Web HTML-01.png"/>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346950" y="5562600"/>
            <a:ext cx="1062038" cy="1063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5638491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p:cNvSpPr>
            <a:spLocks noGrp="1"/>
          </p:cNvSpPr>
          <p:nvPr>
            <p:ph type="title"/>
          </p:nvPr>
        </p:nvSpPr>
        <p:spPr>
          <a:xfrm>
            <a:off x="838200" y="210107"/>
            <a:ext cx="7289800" cy="566737"/>
          </a:xfrm>
        </p:spPr>
        <p:txBody>
          <a:bodyPr>
            <a:noAutofit/>
          </a:bodyPr>
          <a:lstStyle/>
          <a:p>
            <a:pPr algn="ctr"/>
            <a:r>
              <a:rPr lang="en-US" altLang="ru-RU" sz="3200" dirty="0" err="1">
                <a:latin typeface="Times New Roman" pitchFamily="18" charset="0"/>
                <a:cs typeface="Times New Roman" pitchFamily="18" charset="0"/>
              </a:rPr>
              <a:t>Fayl</a:t>
            </a:r>
            <a:r>
              <a:rPr lang="en-US" altLang="ru-RU" sz="3200" dirty="0">
                <a:latin typeface="Times New Roman" pitchFamily="18" charset="0"/>
                <a:cs typeface="Times New Roman" pitchFamily="18" charset="0"/>
              </a:rPr>
              <a:t> </a:t>
            </a:r>
            <a:r>
              <a:rPr lang="en-US" altLang="ru-RU" sz="3200" dirty="0" err="1">
                <a:latin typeface="Times New Roman" pitchFamily="18" charset="0"/>
                <a:cs typeface="Times New Roman" pitchFamily="18" charset="0"/>
              </a:rPr>
              <a:t>kegaytmalari</a:t>
            </a:r>
            <a:endParaRPr lang="en-US" altLang="ru-RU" sz="3200" dirty="0">
              <a:latin typeface="Times New Roman" pitchFamily="18" charset="0"/>
              <a:cs typeface="Times New Roman" pitchFamily="18" charset="0"/>
            </a:endParaRPr>
          </a:p>
        </p:txBody>
      </p:sp>
      <p:sp>
        <p:nvSpPr>
          <p:cNvPr id="27651" name="Content Placeholder 2"/>
          <p:cNvSpPr>
            <a:spLocks noGrp="1"/>
          </p:cNvSpPr>
          <p:nvPr>
            <p:ph idx="1"/>
          </p:nvPr>
        </p:nvSpPr>
        <p:spPr>
          <a:xfrm>
            <a:off x="238126" y="872888"/>
            <a:ext cx="8680450" cy="2221236"/>
          </a:xfrm>
        </p:spPr>
        <p:txBody>
          <a:bodyPr>
            <a:noAutofit/>
          </a:bodyPr>
          <a:lstStyle/>
          <a:p>
            <a:r>
              <a:rPr lang="en-US" altLang="ru-RU" sz="2800" dirty="0" err="1">
                <a:latin typeface="Times New Roman" pitchFamily="18" charset="0"/>
                <a:cs typeface="Times New Roman" pitchFamily="18" charset="0"/>
              </a:rPr>
              <a:t>Fayl</a:t>
            </a:r>
            <a:r>
              <a:rPr lang="en-US" altLang="ru-RU" sz="2800" dirty="0">
                <a:latin typeface="Times New Roman" pitchFamily="18" charset="0"/>
                <a:cs typeface="Times New Roman" pitchFamily="18" charset="0"/>
              </a:rPr>
              <a:t> </a:t>
            </a:r>
            <a:r>
              <a:rPr lang="en-US" altLang="ru-RU" sz="2800" dirty="0" err="1">
                <a:latin typeface="Times New Roman" pitchFamily="18" charset="0"/>
                <a:cs typeface="Times New Roman" pitchFamily="18" charset="0"/>
              </a:rPr>
              <a:t>nomi</a:t>
            </a:r>
            <a:r>
              <a:rPr lang="en-US" altLang="ru-RU" sz="2800" dirty="0">
                <a:latin typeface="Times New Roman" pitchFamily="18" charset="0"/>
                <a:cs typeface="Times New Roman" pitchFamily="18" charset="0"/>
              </a:rPr>
              <a:t> </a:t>
            </a:r>
            <a:r>
              <a:rPr lang="en-US" altLang="ru-RU" sz="2800" dirty="0" err="1">
                <a:latin typeface="Times New Roman" pitchFamily="18" charset="0"/>
                <a:cs typeface="Times New Roman" pitchFamily="18" charset="0"/>
              </a:rPr>
              <a:t>odatda</a:t>
            </a:r>
            <a:r>
              <a:rPr lang="en-US" altLang="ru-RU" sz="2800" dirty="0">
                <a:latin typeface="Times New Roman" pitchFamily="18" charset="0"/>
                <a:cs typeface="Times New Roman" pitchFamily="18" charset="0"/>
              </a:rPr>
              <a:t> </a:t>
            </a:r>
            <a:r>
              <a:rPr lang="en-US" altLang="ru-RU" sz="2800" dirty="0" err="1">
                <a:latin typeface="Times New Roman" pitchFamily="18" charset="0"/>
                <a:cs typeface="Times New Roman" pitchFamily="18" charset="0"/>
              </a:rPr>
              <a:t>fayl</a:t>
            </a:r>
            <a:r>
              <a:rPr lang="en-US" altLang="ru-RU" sz="2800" dirty="0">
                <a:latin typeface="Times New Roman" pitchFamily="18" charset="0"/>
                <a:cs typeface="Times New Roman" pitchFamily="18" charset="0"/>
              </a:rPr>
              <a:t> </a:t>
            </a:r>
            <a:r>
              <a:rPr lang="en-US" altLang="ru-RU" sz="2800" dirty="0" err="1">
                <a:latin typeface="Times New Roman" pitchFamily="18" charset="0"/>
                <a:cs typeface="Times New Roman" pitchFamily="18" charset="0"/>
              </a:rPr>
              <a:t>kengaytmasidan</a:t>
            </a:r>
            <a:r>
              <a:rPr lang="en-US" altLang="ru-RU" sz="2800" dirty="0">
                <a:latin typeface="Times New Roman" pitchFamily="18" charset="0"/>
                <a:cs typeface="Times New Roman" pitchFamily="18" charset="0"/>
              </a:rPr>
              <a:t> </a:t>
            </a:r>
            <a:r>
              <a:rPr lang="en-US" altLang="ru-RU" sz="2800" dirty="0" err="1">
                <a:latin typeface="Times New Roman" pitchFamily="18" charset="0"/>
                <a:cs typeface="Times New Roman" pitchFamily="18" charset="0"/>
              </a:rPr>
              <a:t>oldin</a:t>
            </a:r>
            <a:r>
              <a:rPr lang="en-US" altLang="ru-RU" sz="2800" dirty="0">
                <a:latin typeface="Times New Roman" pitchFamily="18" charset="0"/>
                <a:cs typeface="Times New Roman" pitchFamily="18" charset="0"/>
              </a:rPr>
              <a:t> </a:t>
            </a:r>
            <a:r>
              <a:rPr lang="en-US" altLang="ru-RU" sz="2800" dirty="0" err="1">
                <a:latin typeface="Times New Roman" pitchFamily="18" charset="0"/>
                <a:cs typeface="Times New Roman" pitchFamily="18" charset="0"/>
              </a:rPr>
              <a:t>keladi</a:t>
            </a:r>
            <a:r>
              <a:rPr lang="en-US" altLang="ru-RU" sz="2800" dirty="0">
                <a:latin typeface="Times New Roman" pitchFamily="18" charset="0"/>
                <a:cs typeface="Times New Roman" pitchFamily="18" charset="0"/>
              </a:rPr>
              <a:t>. </a:t>
            </a:r>
          </a:p>
          <a:p>
            <a:r>
              <a:rPr lang="en-US" altLang="ru-RU" sz="2800" dirty="0" err="1">
                <a:latin typeface="Times New Roman" pitchFamily="18" charset="0"/>
                <a:cs typeface="Times New Roman" pitchFamily="18" charset="0"/>
              </a:rPr>
              <a:t>Masalan</a:t>
            </a:r>
            <a:r>
              <a:rPr lang="en-US" altLang="ru-RU" sz="2800" dirty="0">
                <a:latin typeface="Times New Roman" pitchFamily="18" charset="0"/>
                <a:cs typeface="Times New Roman" pitchFamily="18" charset="0"/>
              </a:rPr>
              <a:t>, </a:t>
            </a:r>
            <a:r>
              <a:rPr lang="en-US" altLang="ru-RU" sz="2800" b="1" dirty="0">
                <a:latin typeface="Times New Roman" pitchFamily="18" charset="0"/>
                <a:cs typeface="Times New Roman" pitchFamily="18" charset="0"/>
              </a:rPr>
              <a:t>program</a:t>
            </a:r>
            <a:r>
              <a:rPr lang="en-US" altLang="ru-RU" sz="2800" dirty="0">
                <a:latin typeface="Times New Roman" pitchFamily="18" charset="0"/>
                <a:cs typeface="Times New Roman" pitchFamily="18" charset="0"/>
              </a:rPr>
              <a:t>.exe, </a:t>
            </a:r>
            <a:r>
              <a:rPr lang="en-US" altLang="ru-RU" sz="2800" b="1" dirty="0">
                <a:latin typeface="Times New Roman" pitchFamily="18" charset="0"/>
                <a:cs typeface="Times New Roman" pitchFamily="18" charset="0"/>
              </a:rPr>
              <a:t>image</a:t>
            </a:r>
            <a:r>
              <a:rPr lang="en-US" altLang="ru-RU" sz="2800" dirty="0">
                <a:latin typeface="Times New Roman" pitchFamily="18" charset="0"/>
                <a:cs typeface="Times New Roman" pitchFamily="18" charset="0"/>
              </a:rPr>
              <a:t>.jpg, </a:t>
            </a:r>
            <a:r>
              <a:rPr lang="en-US" altLang="ru-RU" sz="2800" b="1" dirty="0">
                <a:latin typeface="Times New Roman" pitchFamily="18" charset="0"/>
                <a:cs typeface="Times New Roman" pitchFamily="18" charset="0"/>
              </a:rPr>
              <a:t>music</a:t>
            </a:r>
            <a:r>
              <a:rPr lang="en-US" altLang="ru-RU" sz="2800" dirty="0">
                <a:latin typeface="Times New Roman" pitchFamily="18" charset="0"/>
                <a:cs typeface="Times New Roman" pitchFamily="18" charset="0"/>
              </a:rPr>
              <a:t>.mp3</a:t>
            </a:r>
          </a:p>
          <a:p>
            <a:r>
              <a:rPr lang="en-US" altLang="ru-RU" sz="2800" dirty="0" err="1">
                <a:latin typeface="Times New Roman" pitchFamily="18" charset="0"/>
                <a:cs typeface="Times New Roman" pitchFamily="18" charset="0"/>
              </a:rPr>
              <a:t>Fayl</a:t>
            </a:r>
            <a:r>
              <a:rPr lang="en-US" altLang="ru-RU" sz="2800" dirty="0">
                <a:latin typeface="Times New Roman" pitchFamily="18" charset="0"/>
                <a:cs typeface="Times New Roman" pitchFamily="18" charset="0"/>
              </a:rPr>
              <a:t> </a:t>
            </a:r>
            <a:r>
              <a:rPr lang="en-US" altLang="ru-RU" sz="2800" dirty="0" err="1">
                <a:latin typeface="Times New Roman" pitchFamily="18" charset="0"/>
                <a:cs typeface="Times New Roman" pitchFamily="18" charset="0"/>
              </a:rPr>
              <a:t>kengaytmasi</a:t>
            </a:r>
            <a:r>
              <a:rPr lang="en-US" altLang="ru-RU" sz="2800" dirty="0">
                <a:latin typeface="Times New Roman" pitchFamily="18" charset="0"/>
                <a:cs typeface="Times New Roman" pitchFamily="18" charset="0"/>
              </a:rPr>
              <a:t> </a:t>
            </a:r>
            <a:r>
              <a:rPr lang="en-US" altLang="ru-RU" sz="2800" dirty="0" err="1">
                <a:latin typeface="Times New Roman" pitchFamily="18" charset="0"/>
                <a:cs typeface="Times New Roman" pitchFamily="18" charset="0"/>
              </a:rPr>
              <a:t>faylning</a:t>
            </a:r>
            <a:r>
              <a:rPr lang="en-US" altLang="ru-RU" sz="2800" dirty="0">
                <a:latin typeface="Times New Roman" pitchFamily="18" charset="0"/>
                <a:cs typeface="Times New Roman" pitchFamily="18" charset="0"/>
              </a:rPr>
              <a:t> </a:t>
            </a:r>
            <a:r>
              <a:rPr lang="en-US" altLang="ru-RU" sz="2800" dirty="0" err="1">
                <a:latin typeface="Times New Roman" pitchFamily="18" charset="0"/>
                <a:cs typeface="Times New Roman" pitchFamily="18" charset="0"/>
              </a:rPr>
              <a:t>qaysi</a:t>
            </a:r>
            <a:r>
              <a:rPr lang="en-US" altLang="ru-RU" sz="2800" dirty="0">
                <a:latin typeface="Times New Roman" pitchFamily="18" charset="0"/>
                <a:cs typeface="Times New Roman" pitchFamily="18" charset="0"/>
              </a:rPr>
              <a:t> </a:t>
            </a:r>
            <a:r>
              <a:rPr lang="en-US" altLang="ru-RU" sz="2800" dirty="0" err="1">
                <a:latin typeface="Times New Roman" pitchFamily="18" charset="0"/>
                <a:cs typeface="Times New Roman" pitchFamily="18" charset="0"/>
              </a:rPr>
              <a:t>turga</a:t>
            </a:r>
            <a:r>
              <a:rPr lang="en-US" altLang="ru-RU" sz="2800" dirty="0">
                <a:latin typeface="Times New Roman" pitchFamily="18" charset="0"/>
                <a:cs typeface="Times New Roman" pitchFamily="18" charset="0"/>
              </a:rPr>
              <a:t> </a:t>
            </a:r>
            <a:r>
              <a:rPr lang="en-US" altLang="ru-RU" sz="2800" dirty="0" err="1">
                <a:latin typeface="Times New Roman" pitchFamily="18" charset="0"/>
                <a:cs typeface="Times New Roman" pitchFamily="18" charset="0"/>
              </a:rPr>
              <a:t>mansubligini</a:t>
            </a:r>
            <a:r>
              <a:rPr lang="en-US" altLang="ru-RU" sz="2800" dirty="0">
                <a:latin typeface="Times New Roman" pitchFamily="18" charset="0"/>
                <a:cs typeface="Times New Roman" pitchFamily="18" charset="0"/>
              </a:rPr>
              <a:t> </a:t>
            </a:r>
            <a:r>
              <a:rPr lang="en-US" altLang="ru-RU" sz="2800" dirty="0" err="1">
                <a:latin typeface="Times New Roman" pitchFamily="18" charset="0"/>
                <a:cs typeface="Times New Roman" pitchFamily="18" charset="0"/>
              </a:rPr>
              <a:t>ko’rsatadi</a:t>
            </a:r>
            <a:r>
              <a:rPr lang="en-US" altLang="ru-RU" sz="2800" dirty="0">
                <a:latin typeface="Times New Roman" pitchFamily="18" charset="0"/>
                <a:cs typeface="Times New Roman" pitchFamily="18" charset="0"/>
              </a:rPr>
              <a:t>, </a:t>
            </a:r>
            <a:r>
              <a:rPr lang="en-US" altLang="ru-RU" sz="2800" dirty="0" err="1">
                <a:latin typeface="Times New Roman" pitchFamily="18" charset="0"/>
                <a:cs typeface="Times New Roman" pitchFamily="18" charset="0"/>
              </a:rPr>
              <a:t>masalan</a:t>
            </a:r>
            <a:r>
              <a:rPr lang="en-US" altLang="ru-RU" sz="2800" dirty="0">
                <a:latin typeface="Times New Roman" pitchFamily="18" charset="0"/>
                <a:cs typeface="Times New Roman" pitchFamily="18" charset="0"/>
              </a:rPr>
              <a:t> </a:t>
            </a:r>
            <a:r>
              <a:rPr lang="en-US" altLang="ru-RU" sz="2800" b="1" dirty="0">
                <a:latin typeface="Times New Roman" pitchFamily="18" charset="0"/>
                <a:cs typeface="Times New Roman" pitchFamily="18" charset="0"/>
              </a:rPr>
              <a:t>.doc – </a:t>
            </a:r>
            <a:r>
              <a:rPr lang="en-US" altLang="ru-RU" sz="2800" b="1" dirty="0" err="1">
                <a:latin typeface="Times New Roman" pitchFamily="18" charset="0"/>
                <a:cs typeface="Times New Roman" pitchFamily="18" charset="0"/>
              </a:rPr>
              <a:t>hujjat</a:t>
            </a:r>
            <a:r>
              <a:rPr lang="en-US" altLang="ru-RU" sz="2800" b="1" dirty="0">
                <a:latin typeface="Times New Roman" pitchFamily="18" charset="0"/>
                <a:cs typeface="Times New Roman" pitchFamily="18" charset="0"/>
              </a:rPr>
              <a:t>, .mp3 – audio </a:t>
            </a:r>
            <a:r>
              <a:rPr lang="en-US" altLang="ru-RU" sz="2800" b="1" dirty="0" err="1">
                <a:latin typeface="Times New Roman" pitchFamily="18" charset="0"/>
                <a:cs typeface="Times New Roman" pitchFamily="18" charset="0"/>
              </a:rPr>
              <a:t>fayl</a:t>
            </a:r>
            <a:r>
              <a:rPr lang="en-US" altLang="ru-RU" sz="2800" b="1" dirty="0">
                <a:latin typeface="Times New Roman" pitchFamily="18" charset="0"/>
                <a:cs typeface="Times New Roman" pitchFamily="18" charset="0"/>
              </a:rPr>
              <a:t> </a:t>
            </a:r>
            <a:r>
              <a:rPr lang="en-US" altLang="ru-RU" sz="2800" b="1" dirty="0" err="1">
                <a:latin typeface="Times New Roman" pitchFamily="18" charset="0"/>
                <a:cs typeface="Times New Roman" pitchFamily="18" charset="0"/>
              </a:rPr>
              <a:t>va</a:t>
            </a:r>
            <a:r>
              <a:rPr lang="en-US" altLang="ru-RU" sz="2800" b="1" dirty="0">
                <a:latin typeface="Times New Roman" pitchFamily="18" charset="0"/>
                <a:cs typeface="Times New Roman" pitchFamily="18" charset="0"/>
              </a:rPr>
              <a:t> </a:t>
            </a:r>
            <a:r>
              <a:rPr lang="en-US" altLang="ru-RU" sz="2800" dirty="0" err="1">
                <a:latin typeface="Times New Roman" pitchFamily="18" charset="0"/>
                <a:cs typeface="Times New Roman" pitchFamily="18" charset="0"/>
              </a:rPr>
              <a:t>h.k</a:t>
            </a:r>
            <a:endParaRPr lang="en-US" altLang="ru-RU" sz="2800" dirty="0">
              <a:latin typeface="Times New Roman" pitchFamily="18" charset="0"/>
              <a:cs typeface="Times New Roman" pitchFamily="18" charset="0"/>
            </a:endParaRPr>
          </a:p>
          <a:p>
            <a:r>
              <a:rPr lang="en-US" altLang="ru-RU" sz="2800" dirty="0" err="1">
                <a:latin typeface="Times New Roman" pitchFamily="18" charset="0"/>
                <a:cs typeface="Times New Roman" pitchFamily="18" charset="0"/>
              </a:rPr>
              <a:t>Fayl</a:t>
            </a:r>
            <a:r>
              <a:rPr lang="en-US" altLang="ru-RU" sz="2800" dirty="0">
                <a:latin typeface="Times New Roman" pitchFamily="18" charset="0"/>
                <a:cs typeface="Times New Roman" pitchFamily="18" charset="0"/>
              </a:rPr>
              <a:t> </a:t>
            </a:r>
            <a:r>
              <a:rPr lang="en-US" altLang="ru-RU" sz="2800" dirty="0" err="1">
                <a:latin typeface="Times New Roman" pitchFamily="18" charset="0"/>
                <a:cs typeface="Times New Roman" pitchFamily="18" charset="0"/>
              </a:rPr>
              <a:t>kengaytmasi</a:t>
            </a:r>
            <a:r>
              <a:rPr lang="en-US" altLang="ru-RU" sz="2800" dirty="0">
                <a:latin typeface="Times New Roman" pitchFamily="18" charset="0"/>
                <a:cs typeface="Times New Roman" pitchFamily="18" charset="0"/>
              </a:rPr>
              <a:t> </a:t>
            </a:r>
            <a:r>
              <a:rPr lang="en-US" altLang="ru-RU" sz="2800" dirty="0" err="1">
                <a:latin typeface="Times New Roman" pitchFamily="18" charset="0"/>
                <a:cs typeface="Times New Roman" pitchFamily="18" charset="0"/>
              </a:rPr>
              <a:t>o’zgargani</a:t>
            </a:r>
            <a:r>
              <a:rPr lang="en-US" altLang="ru-RU" sz="2800" dirty="0">
                <a:latin typeface="Times New Roman" pitchFamily="18" charset="0"/>
                <a:cs typeface="Times New Roman" pitchFamily="18" charset="0"/>
              </a:rPr>
              <a:t> </a:t>
            </a:r>
            <a:r>
              <a:rPr lang="en-US" altLang="ru-RU" sz="2800" dirty="0" err="1">
                <a:latin typeface="Times New Roman" pitchFamily="18" charset="0"/>
                <a:cs typeface="Times New Roman" pitchFamily="18" charset="0"/>
              </a:rPr>
              <a:t>bilan</a:t>
            </a:r>
            <a:r>
              <a:rPr lang="en-US" altLang="ru-RU" sz="2800" dirty="0">
                <a:latin typeface="Times New Roman" pitchFamily="18" charset="0"/>
                <a:cs typeface="Times New Roman" pitchFamily="18" charset="0"/>
              </a:rPr>
              <a:t> </a:t>
            </a:r>
            <a:r>
              <a:rPr lang="en-US" altLang="ru-RU" sz="2800" dirty="0" err="1">
                <a:latin typeface="Times New Roman" pitchFamily="18" charset="0"/>
                <a:cs typeface="Times New Roman" pitchFamily="18" charset="0"/>
              </a:rPr>
              <a:t>fayl</a:t>
            </a:r>
            <a:r>
              <a:rPr lang="en-US" altLang="ru-RU" sz="2800" dirty="0">
                <a:latin typeface="Times New Roman" pitchFamily="18" charset="0"/>
                <a:cs typeface="Times New Roman" pitchFamily="18" charset="0"/>
              </a:rPr>
              <a:t> </a:t>
            </a:r>
            <a:r>
              <a:rPr lang="en-US" altLang="ru-RU" sz="2800" dirty="0" err="1">
                <a:latin typeface="Times New Roman" pitchFamily="18" charset="0"/>
                <a:cs typeface="Times New Roman" pitchFamily="18" charset="0"/>
              </a:rPr>
              <a:t>ichidagi</a:t>
            </a:r>
            <a:r>
              <a:rPr lang="en-US" altLang="ru-RU" sz="2800" dirty="0">
                <a:latin typeface="Times New Roman" pitchFamily="18" charset="0"/>
                <a:cs typeface="Times New Roman" pitchFamily="18" charset="0"/>
              </a:rPr>
              <a:t> </a:t>
            </a:r>
            <a:r>
              <a:rPr lang="en-US" altLang="ru-RU" sz="2800" dirty="0" err="1">
                <a:latin typeface="Times New Roman" pitchFamily="18" charset="0"/>
                <a:cs typeface="Times New Roman" pitchFamily="18" charset="0"/>
              </a:rPr>
              <a:t>ma’lumotlar</a:t>
            </a:r>
            <a:r>
              <a:rPr lang="en-US" altLang="ru-RU" sz="2800" dirty="0">
                <a:latin typeface="Times New Roman" pitchFamily="18" charset="0"/>
                <a:cs typeface="Times New Roman" pitchFamily="18" charset="0"/>
              </a:rPr>
              <a:t> </a:t>
            </a:r>
            <a:r>
              <a:rPr lang="en-US" altLang="ru-RU" sz="2800" dirty="0" err="1">
                <a:latin typeface="Times New Roman" pitchFamily="18" charset="0"/>
                <a:cs typeface="Times New Roman" pitchFamily="18" charset="0"/>
              </a:rPr>
              <a:t>o’zgarmaydi</a:t>
            </a:r>
            <a:r>
              <a:rPr lang="en-US" altLang="ru-RU" sz="2800" dirty="0">
                <a:latin typeface="Times New Roman" pitchFamily="18" charset="0"/>
                <a:cs typeface="Times New Roman" pitchFamily="18" charset="0"/>
              </a:rPr>
              <a:t>!</a:t>
            </a:r>
          </a:p>
          <a:p>
            <a:pPr lvl="1"/>
            <a:endParaRPr lang="en-US" altLang="ru-RU"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fld id="{7A37EF4F-D211-4D1D-B157-B86CE7BFCCA1}" type="slidenum">
              <a:rPr lang="en-US" altLang="ru-RU">
                <a:solidFill>
                  <a:srgbClr val="898989"/>
                </a:solidFill>
              </a:rPr>
              <a:pPr/>
              <a:t>5</a:t>
            </a:fld>
            <a:endParaRPr lang="en-US" altLang="ru-RU">
              <a:solidFill>
                <a:srgbClr val="898989"/>
              </a:solidFill>
            </a:endParaRPr>
          </a:p>
        </p:txBody>
      </p:sp>
      <p:sp>
        <p:nvSpPr>
          <p:cNvPr id="27656" name="Content Placeholder 2"/>
          <p:cNvSpPr txBox="1">
            <a:spLocks/>
          </p:cNvSpPr>
          <p:nvPr/>
        </p:nvSpPr>
        <p:spPr bwMode="auto">
          <a:xfrm>
            <a:off x="238125" y="5340350"/>
            <a:ext cx="8680450" cy="12959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spcBef>
                <a:spcPct val="20000"/>
              </a:spcBef>
              <a:buFont typeface="Arial" panose="020B0604020202020204" pitchFamily="34" charset="0"/>
              <a:buChar char="•"/>
            </a:pPr>
            <a:r>
              <a:rPr lang="en-US" altLang="ru-RU" sz="3200" dirty="0" err="1"/>
              <a:t>Odatda</a:t>
            </a:r>
            <a:r>
              <a:rPr lang="en-US" altLang="ru-RU" sz="3200" dirty="0"/>
              <a:t> </a:t>
            </a:r>
            <a:r>
              <a:rPr lang="en-US" altLang="ru-RU" sz="3200" dirty="0" err="1"/>
              <a:t>kengaytma</a:t>
            </a:r>
            <a:r>
              <a:rPr lang="en-US" altLang="ru-RU" sz="3200" dirty="0"/>
              <a:t> </a:t>
            </a:r>
            <a:r>
              <a:rPr lang="en-US" altLang="ru-RU" sz="3200" dirty="0" err="1"/>
              <a:t>fayli</a:t>
            </a:r>
            <a:r>
              <a:rPr lang="en-US" altLang="ru-RU" sz="3200" dirty="0"/>
              <a:t> </a:t>
            </a:r>
            <a:r>
              <a:rPr lang="en-US" altLang="ru-RU" sz="3200" dirty="0" err="1"/>
              <a:t>biror</a:t>
            </a:r>
            <a:r>
              <a:rPr lang="en-US" altLang="ru-RU" sz="3200" dirty="0"/>
              <a:t> </a:t>
            </a:r>
            <a:r>
              <a:rPr lang="en-US" altLang="ru-RU" sz="3200" dirty="0" err="1"/>
              <a:t>bir</a:t>
            </a:r>
            <a:r>
              <a:rPr lang="en-US" altLang="ru-RU" sz="3200" dirty="0"/>
              <a:t> </a:t>
            </a:r>
            <a:r>
              <a:rPr lang="en-US" altLang="ru-RU" sz="3200" dirty="0" err="1"/>
              <a:t>dasturga</a:t>
            </a:r>
            <a:r>
              <a:rPr lang="en-US" altLang="ru-RU" sz="3200" dirty="0"/>
              <a:t> </a:t>
            </a:r>
            <a:r>
              <a:rPr lang="en-US" altLang="ru-RU" sz="3200" dirty="0" err="1"/>
              <a:t>bog’lash</a:t>
            </a:r>
            <a:r>
              <a:rPr lang="en-US" altLang="ru-RU" sz="3200" dirty="0"/>
              <a:t> </a:t>
            </a:r>
            <a:r>
              <a:rPr lang="en-US" altLang="ru-RU" sz="3200" dirty="0" err="1"/>
              <a:t>maqsadida</a:t>
            </a:r>
            <a:r>
              <a:rPr lang="en-US" altLang="ru-RU" sz="3200" dirty="0"/>
              <a:t> </a:t>
            </a:r>
            <a:r>
              <a:rPr lang="en-US" altLang="ru-RU" sz="3200" dirty="0" err="1"/>
              <a:t>ishlatiladi</a:t>
            </a:r>
            <a:r>
              <a:rPr lang="en-US" altLang="ru-RU" sz="3200" dirty="0"/>
              <a:t>.</a:t>
            </a:r>
            <a:endParaRPr lang="en-US" altLang="ru-RU" sz="2800" dirty="0"/>
          </a:p>
        </p:txBody>
      </p:sp>
      <p:grpSp>
        <p:nvGrpSpPr>
          <p:cNvPr id="2" name="Группа 1"/>
          <p:cNvGrpSpPr/>
          <p:nvPr/>
        </p:nvGrpSpPr>
        <p:grpSpPr>
          <a:xfrm>
            <a:off x="2082800" y="3944863"/>
            <a:ext cx="6584950" cy="1309688"/>
            <a:chOff x="2082800" y="3944863"/>
            <a:chExt cx="6584950" cy="1309688"/>
          </a:xfrm>
        </p:grpSpPr>
        <p:pic>
          <p:nvPicPr>
            <p:cNvPr id="27653" name="Picture 8" descr="D:\Pictures\soft-scraps icons\File Audio MP3-01.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82800" y="4067897"/>
              <a:ext cx="1063625" cy="1063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654" name="Picture 11" descr="D:\Pictures\soft-scraps icons\Image JPEG-01.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87887" y="4067895"/>
              <a:ext cx="1062037" cy="1063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ight Arrow 6"/>
            <p:cNvSpPr/>
            <p:nvPr/>
          </p:nvSpPr>
          <p:spPr>
            <a:xfrm>
              <a:off x="3036887" y="4260777"/>
              <a:ext cx="1541463" cy="67786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2400" dirty="0"/>
                <a:t>Rename</a:t>
              </a:r>
            </a:p>
          </p:txBody>
        </p:sp>
        <p:sp>
          <p:nvSpPr>
            <p:cNvPr id="9" name="Rectangular Callout 8"/>
            <p:cNvSpPr/>
            <p:nvPr/>
          </p:nvSpPr>
          <p:spPr>
            <a:xfrm>
              <a:off x="6024563" y="3944863"/>
              <a:ext cx="2643187" cy="1309688"/>
            </a:xfrm>
            <a:prstGeom prst="wedgeRectCallout">
              <a:avLst>
                <a:gd name="adj1" fmla="val -69039"/>
                <a:gd name="adj2" fmla="val -7739"/>
              </a:avLst>
            </a:prstGeom>
            <a:solidFill>
              <a:schemeClr val="accent2"/>
            </a:solidFill>
            <a:ln w="571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2400" dirty="0" err="1"/>
                <a:t>Fayl</a:t>
              </a:r>
              <a:r>
                <a:rPr lang="en-US" sz="2400" dirty="0"/>
                <a:t> </a:t>
              </a:r>
              <a:r>
                <a:rPr lang="en-US" sz="2400" dirty="0" err="1"/>
                <a:t>ichidagi</a:t>
              </a:r>
              <a:r>
                <a:rPr lang="en-US" sz="2400" dirty="0"/>
                <a:t> </a:t>
              </a:r>
              <a:r>
                <a:rPr lang="en-US" sz="2400" dirty="0" err="1"/>
                <a:t>ma’lumiotlar</a:t>
              </a:r>
              <a:r>
                <a:rPr lang="en-US" sz="2400" dirty="0"/>
                <a:t> </a:t>
              </a:r>
              <a:r>
                <a:rPr lang="en-US" sz="2400" dirty="0" err="1"/>
                <a:t>o’zgardimi</a:t>
              </a:r>
              <a:r>
                <a:rPr lang="en-US" sz="2400" dirty="0"/>
                <a:t>?</a:t>
              </a:r>
            </a:p>
          </p:txBody>
        </p:sp>
      </p:grpSp>
    </p:spTree>
    <p:extLst>
      <p:ext uri="{BB962C8B-B14F-4D97-AF65-F5344CB8AC3E}">
        <p14:creationId xmlns:p14="http://schemas.microsoft.com/office/powerpoint/2010/main" val="14645259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2" name="Elbow Connector 21"/>
          <p:cNvCxnSpPr>
            <a:endCxn id="14" idx="0"/>
          </p:cNvCxnSpPr>
          <p:nvPr/>
        </p:nvCxnSpPr>
        <p:spPr>
          <a:xfrm rot="5400000">
            <a:off x="6136482" y="5426869"/>
            <a:ext cx="596900" cy="979487"/>
          </a:xfrm>
          <a:prstGeom prst="bentConnector3">
            <a:avLst>
              <a:gd name="adj1" fmla="val 31675"/>
            </a:avLst>
          </a:prstGeom>
          <a:ln w="57150">
            <a:solidFill>
              <a:schemeClr val="accent2"/>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8676" name="Content Placeholder 2"/>
          <p:cNvSpPr>
            <a:spLocks noGrp="1"/>
          </p:cNvSpPr>
          <p:nvPr>
            <p:ph idx="1"/>
          </p:nvPr>
        </p:nvSpPr>
        <p:spPr>
          <a:xfrm>
            <a:off x="601663" y="318655"/>
            <a:ext cx="8403792" cy="3640570"/>
          </a:xfrm>
        </p:spPr>
        <p:txBody>
          <a:bodyPr>
            <a:normAutofit/>
          </a:bodyPr>
          <a:lstStyle/>
          <a:p>
            <a:r>
              <a:rPr lang="en-US" altLang="ru-RU" sz="2800" dirty="0" err="1"/>
              <a:t>Fayllarda</a:t>
            </a:r>
            <a:r>
              <a:rPr lang="en-US" altLang="ru-RU" sz="2800" dirty="0"/>
              <a:t> </a:t>
            </a:r>
            <a:r>
              <a:rPr lang="en-US" altLang="ru-RU" sz="2800" dirty="0" err="1"/>
              <a:t>foydalanuvchiga</a:t>
            </a:r>
            <a:r>
              <a:rPr lang="en-US" altLang="ru-RU" sz="2800" dirty="0"/>
              <a:t> </a:t>
            </a:r>
            <a:r>
              <a:rPr lang="en-US" altLang="ru-RU" sz="2800" dirty="0" err="1"/>
              <a:t>ko’rinmaydigan</a:t>
            </a:r>
            <a:r>
              <a:rPr lang="en-US" altLang="ru-RU" sz="2800" dirty="0"/>
              <a:t> </a:t>
            </a:r>
            <a:r>
              <a:rPr lang="en-US" altLang="ru-RU" sz="2800" dirty="0" err="1"/>
              <a:t>xususiyatlari</a:t>
            </a:r>
            <a:r>
              <a:rPr lang="en-US" altLang="ru-RU" sz="2800" dirty="0"/>
              <a:t> ham </a:t>
            </a:r>
            <a:r>
              <a:rPr lang="en-US" altLang="ru-RU" sz="2800" dirty="0" err="1"/>
              <a:t>bo’ladi</a:t>
            </a:r>
            <a:r>
              <a:rPr lang="en-US" altLang="ru-RU" sz="2800" dirty="0"/>
              <a:t>:</a:t>
            </a:r>
          </a:p>
          <a:p>
            <a:pPr lvl="1"/>
            <a:r>
              <a:rPr lang="en-US" altLang="ru-RU" dirty="0" err="1"/>
              <a:t>Yagona</a:t>
            </a:r>
            <a:r>
              <a:rPr lang="en-US" altLang="ru-RU" dirty="0"/>
              <a:t> </a:t>
            </a:r>
            <a:r>
              <a:rPr lang="en-US" altLang="ru-RU" dirty="0" err="1"/>
              <a:t>identifikatsiyasi</a:t>
            </a:r>
            <a:r>
              <a:rPr lang="en-US" altLang="ru-RU" dirty="0"/>
              <a:t> (</a:t>
            </a:r>
            <a:r>
              <a:rPr lang="en-US" altLang="ru-RU" dirty="0" err="1"/>
              <a:t>fayl</a:t>
            </a:r>
            <a:r>
              <a:rPr lang="en-US" altLang="ru-RU" dirty="0"/>
              <a:t> </a:t>
            </a:r>
            <a:r>
              <a:rPr lang="en-US" altLang="ru-RU" dirty="0" err="1"/>
              <a:t>nomi</a:t>
            </a:r>
            <a:r>
              <a:rPr lang="en-US" altLang="ru-RU" dirty="0"/>
              <a:t> </a:t>
            </a:r>
            <a:r>
              <a:rPr lang="en-US" altLang="ru-RU" dirty="0" err="1"/>
              <a:t>identifikatsiya</a:t>
            </a:r>
            <a:r>
              <a:rPr lang="en-US" altLang="ru-RU" dirty="0"/>
              <a:t> </a:t>
            </a:r>
            <a:r>
              <a:rPr lang="en-US" altLang="ru-RU" dirty="0" err="1"/>
              <a:t>bo’lmasligi</a:t>
            </a:r>
            <a:r>
              <a:rPr lang="en-US" altLang="ru-RU" dirty="0"/>
              <a:t> ham </a:t>
            </a:r>
            <a:r>
              <a:rPr lang="en-US" altLang="ru-RU" dirty="0" err="1"/>
              <a:t>mumkin</a:t>
            </a:r>
            <a:r>
              <a:rPr lang="en-US" altLang="ru-RU" dirty="0"/>
              <a:t>)</a:t>
            </a:r>
          </a:p>
          <a:p>
            <a:pPr lvl="1"/>
            <a:r>
              <a:rPr lang="en-US" altLang="ru-RU" dirty="0" err="1"/>
              <a:t>Xotirada</a:t>
            </a:r>
            <a:r>
              <a:rPr lang="en-US" altLang="ru-RU" dirty="0"/>
              <a:t> </a:t>
            </a:r>
            <a:r>
              <a:rPr lang="en-US" altLang="ru-RU" dirty="0" err="1"/>
              <a:t>joylashgan</a:t>
            </a:r>
            <a:r>
              <a:rPr lang="en-US" altLang="ru-RU" dirty="0"/>
              <a:t> </a:t>
            </a:r>
            <a:r>
              <a:rPr lang="en-US" altLang="ru-RU" dirty="0" err="1"/>
              <a:t>o’rni</a:t>
            </a:r>
            <a:endParaRPr lang="en-US" altLang="ru-RU" dirty="0"/>
          </a:p>
          <a:p>
            <a:r>
              <a:rPr lang="en-US" altLang="ru-RU" sz="2800" dirty="0" err="1"/>
              <a:t>Fayl</a:t>
            </a:r>
            <a:r>
              <a:rPr lang="en-US" altLang="ru-RU" sz="2800" dirty="0"/>
              <a:t> </a:t>
            </a:r>
            <a:r>
              <a:rPr lang="en-US" altLang="ru-RU" sz="2800" dirty="0" err="1"/>
              <a:t>tizimlarining</a:t>
            </a:r>
            <a:r>
              <a:rPr lang="en-US" altLang="ru-RU" sz="2800" dirty="0"/>
              <a:t> </a:t>
            </a:r>
            <a:r>
              <a:rPr lang="en-US" altLang="ru-RU" sz="2800" dirty="0" err="1"/>
              <a:t>asosiy</a:t>
            </a:r>
            <a:r>
              <a:rPr lang="en-US" altLang="ru-RU" sz="2800" dirty="0"/>
              <a:t> </a:t>
            </a:r>
            <a:r>
              <a:rPr lang="en-US" altLang="ru-RU" sz="2800" dirty="0" err="1"/>
              <a:t>vazifalaridan</a:t>
            </a:r>
            <a:r>
              <a:rPr lang="en-US" altLang="ru-RU" sz="2800" dirty="0"/>
              <a:t> </a:t>
            </a:r>
            <a:r>
              <a:rPr lang="en-US" altLang="ru-RU" sz="2800" dirty="0" err="1"/>
              <a:t>biri</a:t>
            </a:r>
            <a:r>
              <a:rPr lang="en-US" altLang="ru-RU" sz="2800" dirty="0"/>
              <a:t> </a:t>
            </a:r>
            <a:r>
              <a:rPr lang="en-US" altLang="ru-RU" sz="2800" dirty="0" err="1"/>
              <a:t>fayllarning</a:t>
            </a:r>
            <a:r>
              <a:rPr lang="en-US" altLang="ru-RU" sz="2800" dirty="0"/>
              <a:t> </a:t>
            </a:r>
            <a:r>
              <a:rPr lang="en-US" altLang="ru-RU" sz="2800" dirty="0" err="1"/>
              <a:t>xotirada</a:t>
            </a:r>
            <a:r>
              <a:rPr lang="en-US" altLang="ru-RU" sz="2800" dirty="0"/>
              <a:t> </a:t>
            </a:r>
            <a:r>
              <a:rPr lang="en-US" altLang="ru-RU" sz="2800" dirty="0" err="1"/>
              <a:t>joylashuvini</a:t>
            </a:r>
            <a:r>
              <a:rPr lang="en-US" altLang="ru-RU" sz="2800" dirty="0"/>
              <a:t> </a:t>
            </a:r>
            <a:r>
              <a:rPr lang="en-US" altLang="ru-RU" sz="2800" dirty="0" err="1"/>
              <a:t>boshqarish</a:t>
            </a:r>
            <a:r>
              <a:rPr lang="en-US" altLang="ru-RU" sz="2800" dirty="0"/>
              <a:t> </a:t>
            </a:r>
          </a:p>
        </p:txBody>
      </p:sp>
      <p:sp>
        <p:nvSpPr>
          <p:cNvPr id="4" name="Slide Number Placeholder 3"/>
          <p:cNvSpPr>
            <a:spLocks noGrp="1"/>
          </p:cNvSpPr>
          <p:nvPr>
            <p:ph type="sldNum" sz="quarter" idx="12"/>
          </p:nvPr>
        </p:nvSpPr>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fld id="{42F1566E-F4CC-4118-A39B-AC921F5C751E}" type="slidenum">
              <a:rPr lang="en-US" altLang="ru-RU">
                <a:solidFill>
                  <a:srgbClr val="898989"/>
                </a:solidFill>
              </a:rPr>
              <a:pPr/>
              <a:t>6</a:t>
            </a:fld>
            <a:endParaRPr lang="en-US" altLang="ru-RU">
              <a:solidFill>
                <a:srgbClr val="898989"/>
              </a:solidFill>
            </a:endParaRPr>
          </a:p>
        </p:txBody>
      </p:sp>
      <p:pic>
        <p:nvPicPr>
          <p:cNvPr id="28678" name="Picture 5" descr="D:\Pictures\soft-scraps icons\Compressed File Zip-01.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54475" y="4556125"/>
            <a:ext cx="1062038" cy="1062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679" name="Picture 11" descr="D:\Pictures\soft-scraps icons\Image JPEG-01.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14500" y="4556125"/>
            <a:ext cx="1062038" cy="1062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angle 6"/>
          <p:cNvSpPr/>
          <p:nvPr/>
        </p:nvSpPr>
        <p:spPr>
          <a:xfrm>
            <a:off x="1063625" y="6215063"/>
            <a:ext cx="650875" cy="412750"/>
          </a:xfrm>
          <a:prstGeom prst="rect">
            <a:avLst/>
          </a:prstGeom>
          <a:solidFill>
            <a:schemeClr val="bg1">
              <a:lumMod val="85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9" name="Rectangle 8"/>
          <p:cNvSpPr/>
          <p:nvPr/>
        </p:nvSpPr>
        <p:spPr>
          <a:xfrm>
            <a:off x="2363788" y="6215063"/>
            <a:ext cx="650875" cy="412750"/>
          </a:xfrm>
          <a:prstGeom prst="rect">
            <a:avLst/>
          </a:prstGeom>
          <a:solidFill>
            <a:schemeClr val="bg1">
              <a:lumMod val="85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0" name="Rectangle 9"/>
          <p:cNvSpPr/>
          <p:nvPr/>
        </p:nvSpPr>
        <p:spPr>
          <a:xfrm>
            <a:off x="3014663" y="6215063"/>
            <a:ext cx="650875" cy="412750"/>
          </a:xfrm>
          <a:prstGeom prst="rect">
            <a:avLst/>
          </a:prstGeom>
          <a:solidFill>
            <a:schemeClr val="bg1">
              <a:lumMod val="85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1" name="Rectangle 10"/>
          <p:cNvSpPr/>
          <p:nvPr/>
        </p:nvSpPr>
        <p:spPr>
          <a:xfrm>
            <a:off x="3665538" y="6215063"/>
            <a:ext cx="650875" cy="412750"/>
          </a:xfrm>
          <a:prstGeom prst="rect">
            <a:avLst/>
          </a:prstGeom>
          <a:solidFill>
            <a:schemeClr val="bg1">
              <a:lumMod val="85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2" name="Rectangle 11"/>
          <p:cNvSpPr/>
          <p:nvPr/>
        </p:nvSpPr>
        <p:spPr>
          <a:xfrm>
            <a:off x="4319588" y="6215063"/>
            <a:ext cx="650875" cy="412750"/>
          </a:xfrm>
          <a:prstGeom prst="rect">
            <a:avLst/>
          </a:prstGeom>
          <a:solidFill>
            <a:schemeClr val="accent1"/>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3" name="Rectangle 12"/>
          <p:cNvSpPr/>
          <p:nvPr/>
        </p:nvSpPr>
        <p:spPr>
          <a:xfrm>
            <a:off x="4970463" y="6215063"/>
            <a:ext cx="650875" cy="412750"/>
          </a:xfrm>
          <a:prstGeom prst="rect">
            <a:avLst/>
          </a:prstGeom>
          <a:solidFill>
            <a:schemeClr val="accent1"/>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5" name="Rectangle 14"/>
          <p:cNvSpPr/>
          <p:nvPr/>
        </p:nvSpPr>
        <p:spPr>
          <a:xfrm>
            <a:off x="6270625" y="6215063"/>
            <a:ext cx="650875" cy="412750"/>
          </a:xfrm>
          <a:prstGeom prst="rect">
            <a:avLst/>
          </a:prstGeom>
          <a:solidFill>
            <a:schemeClr val="accent1"/>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7" name="Rectangle 16"/>
          <p:cNvSpPr/>
          <p:nvPr/>
        </p:nvSpPr>
        <p:spPr>
          <a:xfrm>
            <a:off x="7575550" y="6215063"/>
            <a:ext cx="650875" cy="412750"/>
          </a:xfrm>
          <a:prstGeom prst="rect">
            <a:avLst/>
          </a:prstGeom>
          <a:solidFill>
            <a:schemeClr val="bg1">
              <a:lumMod val="85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28688" name="TextBox 17"/>
          <p:cNvSpPr txBox="1">
            <a:spLocks noChangeArrowheads="1"/>
          </p:cNvSpPr>
          <p:nvPr/>
        </p:nvSpPr>
        <p:spPr bwMode="auto">
          <a:xfrm>
            <a:off x="284163" y="6215063"/>
            <a:ext cx="6350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a:r>
              <a:rPr lang="en-US" altLang="ru-RU" sz="2000" b="1"/>
              <a:t>Disk</a:t>
            </a:r>
          </a:p>
        </p:txBody>
      </p:sp>
      <p:pic>
        <p:nvPicPr>
          <p:cNvPr id="28689" name="Picture 2" descr="D:\Pictures\soft-scraps icons\Adobe PDF Document-01.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394450" y="4556125"/>
            <a:ext cx="1062038" cy="1062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21" name="Elbow Connector 20"/>
          <p:cNvCxnSpPr>
            <a:endCxn id="8" idx="0"/>
          </p:cNvCxnSpPr>
          <p:nvPr/>
        </p:nvCxnSpPr>
        <p:spPr>
          <a:xfrm rot="5400000">
            <a:off x="1843088" y="5813425"/>
            <a:ext cx="596900" cy="206375"/>
          </a:xfrm>
          <a:prstGeom prst="bentConnector3">
            <a:avLst/>
          </a:prstGeom>
          <a:ln w="57150">
            <a:solidFill>
              <a:schemeClr val="accent3"/>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6" name="Elbow Connector 25"/>
          <p:cNvCxnSpPr>
            <a:endCxn id="12" idx="0"/>
          </p:cNvCxnSpPr>
          <p:nvPr/>
        </p:nvCxnSpPr>
        <p:spPr>
          <a:xfrm rot="16200000" flipH="1">
            <a:off x="4316413" y="5886450"/>
            <a:ext cx="596900" cy="60325"/>
          </a:xfrm>
          <a:prstGeom prst="bentConnector3">
            <a:avLst>
              <a:gd name="adj1" fmla="val 50000"/>
            </a:avLst>
          </a:prstGeom>
          <a:ln w="57150">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9" name="Elbow Connector 28"/>
          <p:cNvCxnSpPr>
            <a:endCxn id="13" idx="0"/>
          </p:cNvCxnSpPr>
          <p:nvPr/>
        </p:nvCxnSpPr>
        <p:spPr>
          <a:xfrm rot="16200000" flipH="1">
            <a:off x="4641850" y="5561013"/>
            <a:ext cx="596900" cy="711200"/>
          </a:xfrm>
          <a:prstGeom prst="bentConnector3">
            <a:avLst>
              <a:gd name="adj1" fmla="val 50000"/>
            </a:avLst>
          </a:prstGeom>
          <a:ln w="57150">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2" name="Elbow Connector 31"/>
          <p:cNvCxnSpPr>
            <a:endCxn id="15" idx="0"/>
          </p:cNvCxnSpPr>
          <p:nvPr/>
        </p:nvCxnSpPr>
        <p:spPr>
          <a:xfrm rot="16200000" flipH="1">
            <a:off x="5291932" y="4910931"/>
            <a:ext cx="596900" cy="2011363"/>
          </a:xfrm>
          <a:prstGeom prst="bentConnector3">
            <a:avLst>
              <a:gd name="adj1" fmla="val 50000"/>
            </a:avLst>
          </a:prstGeom>
          <a:ln w="57150">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6" name="Elbow Connector 35"/>
          <p:cNvCxnSpPr>
            <a:endCxn id="16" idx="0"/>
          </p:cNvCxnSpPr>
          <p:nvPr/>
        </p:nvCxnSpPr>
        <p:spPr>
          <a:xfrm rot="16200000" flipH="1">
            <a:off x="5618957" y="4583906"/>
            <a:ext cx="596900" cy="2665413"/>
          </a:xfrm>
          <a:prstGeom prst="bentConnector3">
            <a:avLst>
              <a:gd name="adj1" fmla="val 50000"/>
            </a:avLst>
          </a:prstGeom>
          <a:ln w="57150">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8" name="Rectangle 7"/>
          <p:cNvSpPr/>
          <p:nvPr/>
        </p:nvSpPr>
        <p:spPr>
          <a:xfrm>
            <a:off x="1714500" y="6215063"/>
            <a:ext cx="649288" cy="412750"/>
          </a:xfrm>
          <a:prstGeom prst="rect">
            <a:avLst/>
          </a:prstGeom>
          <a:solidFill>
            <a:schemeClr val="accent3"/>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6" name="Rectangle 15"/>
          <p:cNvSpPr/>
          <p:nvPr/>
        </p:nvSpPr>
        <p:spPr>
          <a:xfrm>
            <a:off x="6924675" y="6215063"/>
            <a:ext cx="650875" cy="412750"/>
          </a:xfrm>
          <a:prstGeom prst="rect">
            <a:avLst/>
          </a:prstGeom>
          <a:solidFill>
            <a:schemeClr val="accent1"/>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4" name="Rectangle 13"/>
          <p:cNvSpPr/>
          <p:nvPr/>
        </p:nvSpPr>
        <p:spPr>
          <a:xfrm>
            <a:off x="5621338" y="6215063"/>
            <a:ext cx="649287" cy="412750"/>
          </a:xfrm>
          <a:prstGeom prst="rect">
            <a:avLst/>
          </a:prstGeom>
          <a:solidFill>
            <a:schemeClr val="accent2"/>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Tree>
    <p:extLst>
      <p:ext uri="{BB962C8B-B14F-4D97-AF65-F5344CB8AC3E}">
        <p14:creationId xmlns:p14="http://schemas.microsoft.com/office/powerpoint/2010/main" val="39254849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9" name="Content Placeholder 2"/>
          <p:cNvSpPr>
            <a:spLocks noGrp="1"/>
          </p:cNvSpPr>
          <p:nvPr>
            <p:ph idx="1"/>
          </p:nvPr>
        </p:nvSpPr>
        <p:spPr>
          <a:xfrm>
            <a:off x="14455" y="0"/>
            <a:ext cx="8937493" cy="671512"/>
          </a:xfrm>
        </p:spPr>
        <p:txBody>
          <a:bodyPr>
            <a:noAutofit/>
          </a:bodyPr>
          <a:lstStyle/>
          <a:p>
            <a:pPr algn="ctr"/>
            <a:r>
              <a:rPr lang="en-US" altLang="ru-RU" sz="2800" dirty="0" err="1"/>
              <a:t>Har</a:t>
            </a:r>
            <a:r>
              <a:rPr lang="en-US" altLang="ru-RU" sz="2800" dirty="0"/>
              <a:t> </a:t>
            </a:r>
            <a:r>
              <a:rPr lang="en-US" altLang="ru-RU" sz="2800" dirty="0" err="1"/>
              <a:t>bitta</a:t>
            </a:r>
            <a:r>
              <a:rPr lang="en-US" altLang="ru-RU" sz="2800" dirty="0"/>
              <a:t> </a:t>
            </a:r>
            <a:r>
              <a:rPr lang="en-US" altLang="ru-RU" sz="2800" dirty="0" err="1"/>
              <a:t>fayl</a:t>
            </a:r>
            <a:r>
              <a:rPr lang="en-US" altLang="ru-RU" sz="2800" dirty="0"/>
              <a:t> </a:t>
            </a:r>
            <a:r>
              <a:rPr lang="en-US" altLang="ru-RU" sz="2800" dirty="0" err="1"/>
              <a:t>xotirada</a:t>
            </a:r>
            <a:r>
              <a:rPr lang="en-US" altLang="ru-RU" sz="2800" dirty="0"/>
              <a:t> 1 </a:t>
            </a:r>
            <a:r>
              <a:rPr lang="en-US" altLang="ru-RU" sz="2800" dirty="0" err="1"/>
              <a:t>yoki</a:t>
            </a:r>
            <a:r>
              <a:rPr lang="en-US" altLang="ru-RU" sz="2800" dirty="0"/>
              <a:t> </a:t>
            </a:r>
            <a:r>
              <a:rPr lang="en-US" altLang="ru-RU" sz="2800" dirty="0" err="1"/>
              <a:t>undan</a:t>
            </a:r>
            <a:r>
              <a:rPr lang="en-US" altLang="ru-RU" sz="2800" dirty="0"/>
              <a:t> </a:t>
            </a:r>
            <a:r>
              <a:rPr lang="en-US" altLang="ru-RU" sz="2800" dirty="0" err="1"/>
              <a:t>katta</a:t>
            </a:r>
            <a:r>
              <a:rPr lang="en-US" altLang="ru-RU" sz="2800" dirty="0"/>
              <a:t> </a:t>
            </a:r>
            <a:r>
              <a:rPr lang="en-US" altLang="ru-RU" sz="2800" dirty="0" err="1"/>
              <a:t>yacheykani</a:t>
            </a:r>
            <a:r>
              <a:rPr lang="en-US" altLang="ru-RU" sz="2800" dirty="0"/>
              <a:t> </a:t>
            </a:r>
            <a:r>
              <a:rPr lang="en-US" altLang="ru-RU" sz="2800" dirty="0" err="1"/>
              <a:t>egallaydi</a:t>
            </a:r>
            <a:endParaRPr lang="en-US" altLang="ru-RU" sz="2800" dirty="0"/>
          </a:p>
        </p:txBody>
      </p:sp>
      <p:sp>
        <p:nvSpPr>
          <p:cNvPr id="4" name="Slide Number Placeholder 3"/>
          <p:cNvSpPr>
            <a:spLocks noGrp="1"/>
          </p:cNvSpPr>
          <p:nvPr>
            <p:ph type="sldNum" sz="quarter" idx="12"/>
          </p:nvPr>
        </p:nvSpPr>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fld id="{DEFB7AF6-66E8-4B16-B780-3BA1B225FC68}" type="slidenum">
              <a:rPr lang="en-US" altLang="ru-RU">
                <a:solidFill>
                  <a:srgbClr val="898989"/>
                </a:solidFill>
              </a:rPr>
              <a:pPr/>
              <a:t>7</a:t>
            </a:fld>
            <a:endParaRPr lang="en-US" altLang="ru-RU">
              <a:solidFill>
                <a:srgbClr val="898989"/>
              </a:solidFill>
            </a:endParaRPr>
          </a:p>
        </p:txBody>
      </p:sp>
      <p:grpSp>
        <p:nvGrpSpPr>
          <p:cNvPr id="9" name="Group 92"/>
          <p:cNvGrpSpPr>
            <a:grpSpLocks/>
          </p:cNvGrpSpPr>
          <p:nvPr/>
        </p:nvGrpSpPr>
        <p:grpSpPr bwMode="auto">
          <a:xfrm>
            <a:off x="242456" y="1387572"/>
            <a:ext cx="3944938" cy="2173287"/>
            <a:chOff x="238834" y="2503260"/>
            <a:chExt cx="3944519" cy="2173460"/>
          </a:xfrm>
        </p:grpSpPr>
        <p:cxnSp>
          <p:nvCxnSpPr>
            <p:cNvPr id="5" name="Elbow Connector 4"/>
            <p:cNvCxnSpPr>
              <a:endCxn id="24" idx="0"/>
            </p:cNvCxnSpPr>
            <p:nvPr/>
          </p:nvCxnSpPr>
          <p:spPr>
            <a:xfrm rot="5400000">
              <a:off x="2825342" y="3610701"/>
              <a:ext cx="533442" cy="769855"/>
            </a:xfrm>
            <a:prstGeom prst="bentConnector3">
              <a:avLst>
                <a:gd name="adj1" fmla="val 27021"/>
              </a:avLst>
            </a:prstGeom>
            <a:ln w="57150">
              <a:solidFill>
                <a:schemeClr val="accent2"/>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pic>
          <p:nvPicPr>
            <p:cNvPr id="29729" name="Picture 5" descr="D:\Pictures\soft-scraps icons\Compressed File Zip-01.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71988" y="3200868"/>
              <a:ext cx="527951" cy="527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9730" name="Picture 11" descr="D:\Pictures\soft-scraps icons\Image JPEG-01.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8834" y="3200869"/>
              <a:ext cx="527951" cy="527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7"/>
            <p:cNvSpPr/>
            <p:nvPr/>
          </p:nvSpPr>
          <p:spPr>
            <a:xfrm>
              <a:off x="319788" y="4260762"/>
              <a:ext cx="365086" cy="414371"/>
            </a:xfrm>
            <a:prstGeom prst="rect">
              <a:avLst/>
            </a:prstGeom>
            <a:solidFill>
              <a:schemeClr val="bg1">
                <a:lumMod val="85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dirty="0"/>
                <a:t>0</a:t>
              </a:r>
            </a:p>
          </p:txBody>
        </p:sp>
        <p:sp>
          <p:nvSpPr>
            <p:cNvPr id="10" name="Rectangle 9"/>
            <p:cNvSpPr/>
            <p:nvPr/>
          </p:nvSpPr>
          <p:spPr>
            <a:xfrm>
              <a:off x="1045198" y="4262350"/>
              <a:ext cx="365086" cy="414370"/>
            </a:xfrm>
            <a:prstGeom prst="rect">
              <a:avLst/>
            </a:prstGeom>
            <a:solidFill>
              <a:schemeClr val="bg1">
                <a:lumMod val="85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dirty="0"/>
                <a:t>2</a:t>
              </a:r>
            </a:p>
          </p:txBody>
        </p:sp>
        <p:sp>
          <p:nvSpPr>
            <p:cNvPr id="11" name="Rectangle 10"/>
            <p:cNvSpPr/>
            <p:nvPr/>
          </p:nvSpPr>
          <p:spPr>
            <a:xfrm>
              <a:off x="1418222" y="4262350"/>
              <a:ext cx="365086" cy="414370"/>
            </a:xfrm>
            <a:prstGeom prst="rect">
              <a:avLst/>
            </a:prstGeom>
            <a:solidFill>
              <a:schemeClr val="bg1">
                <a:lumMod val="85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dirty="0"/>
                <a:t>3</a:t>
              </a:r>
            </a:p>
          </p:txBody>
        </p:sp>
        <p:sp>
          <p:nvSpPr>
            <p:cNvPr id="12" name="Rectangle 11"/>
            <p:cNvSpPr/>
            <p:nvPr/>
          </p:nvSpPr>
          <p:spPr>
            <a:xfrm>
              <a:off x="1783308" y="4262350"/>
              <a:ext cx="365086" cy="414370"/>
            </a:xfrm>
            <a:prstGeom prst="rect">
              <a:avLst/>
            </a:prstGeom>
            <a:solidFill>
              <a:schemeClr val="accent1"/>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dirty="0"/>
                <a:t>4</a:t>
              </a:r>
            </a:p>
          </p:txBody>
        </p:sp>
        <p:sp>
          <p:nvSpPr>
            <p:cNvPr id="13" name="Rectangle 12"/>
            <p:cNvSpPr/>
            <p:nvPr/>
          </p:nvSpPr>
          <p:spPr>
            <a:xfrm>
              <a:off x="2148394" y="4262350"/>
              <a:ext cx="365086" cy="414370"/>
            </a:xfrm>
            <a:prstGeom prst="rect">
              <a:avLst/>
            </a:prstGeom>
            <a:solidFill>
              <a:schemeClr val="accent1"/>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dirty="0"/>
                <a:t>5</a:t>
              </a:r>
            </a:p>
          </p:txBody>
        </p:sp>
        <p:sp>
          <p:nvSpPr>
            <p:cNvPr id="14" name="Rectangle 13"/>
            <p:cNvSpPr/>
            <p:nvPr/>
          </p:nvSpPr>
          <p:spPr>
            <a:xfrm>
              <a:off x="2903964" y="4262350"/>
              <a:ext cx="366673" cy="414370"/>
            </a:xfrm>
            <a:prstGeom prst="rect">
              <a:avLst/>
            </a:prstGeom>
            <a:solidFill>
              <a:schemeClr val="accent1"/>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dirty="0"/>
                <a:t>7</a:t>
              </a:r>
            </a:p>
          </p:txBody>
        </p:sp>
        <p:sp>
          <p:nvSpPr>
            <p:cNvPr id="15" name="Rectangle 14"/>
            <p:cNvSpPr/>
            <p:nvPr/>
          </p:nvSpPr>
          <p:spPr>
            <a:xfrm>
              <a:off x="3643660" y="4262350"/>
              <a:ext cx="365086" cy="414370"/>
            </a:xfrm>
            <a:prstGeom prst="rect">
              <a:avLst/>
            </a:prstGeom>
            <a:solidFill>
              <a:schemeClr val="bg1">
                <a:lumMod val="85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dirty="0"/>
                <a:t>9</a:t>
              </a:r>
            </a:p>
          </p:txBody>
        </p:sp>
        <p:pic>
          <p:nvPicPr>
            <p:cNvPr id="29738" name="Picture 2" descr="D:\Pictures\soft-scraps icons\Adobe PDF Document-01.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12652" y="3200866"/>
              <a:ext cx="527951" cy="527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7" name="Elbow Connector 16"/>
            <p:cNvCxnSpPr>
              <a:endCxn id="22" idx="0"/>
            </p:cNvCxnSpPr>
            <p:nvPr/>
          </p:nvCxnSpPr>
          <p:spPr>
            <a:xfrm rot="16200000" flipH="1">
              <a:off x="416567" y="3814672"/>
              <a:ext cx="531854" cy="360325"/>
            </a:xfrm>
            <a:prstGeom prst="bentConnector3">
              <a:avLst/>
            </a:prstGeom>
            <a:ln w="57150">
              <a:solidFill>
                <a:schemeClr val="accent3"/>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8" name="Elbow Connector 17"/>
            <p:cNvCxnSpPr>
              <a:endCxn id="12" idx="0"/>
            </p:cNvCxnSpPr>
            <p:nvPr/>
          </p:nvCxnSpPr>
          <p:spPr>
            <a:xfrm rot="16200000" flipH="1">
              <a:off x="1534047" y="3830546"/>
              <a:ext cx="533442" cy="330165"/>
            </a:xfrm>
            <a:prstGeom prst="bentConnector3">
              <a:avLst>
                <a:gd name="adj1" fmla="val 50000"/>
              </a:avLst>
            </a:prstGeom>
            <a:ln w="57150">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9" name="Elbow Connector 18"/>
            <p:cNvCxnSpPr>
              <a:endCxn id="13" idx="0"/>
            </p:cNvCxnSpPr>
            <p:nvPr/>
          </p:nvCxnSpPr>
          <p:spPr>
            <a:xfrm rot="16200000" flipH="1">
              <a:off x="1716590" y="3648003"/>
              <a:ext cx="533442" cy="695251"/>
            </a:xfrm>
            <a:prstGeom prst="bentConnector3">
              <a:avLst>
                <a:gd name="adj1" fmla="val 50000"/>
              </a:avLst>
            </a:prstGeom>
            <a:ln w="57150">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0" name="Elbow Connector 19"/>
            <p:cNvCxnSpPr>
              <a:endCxn id="14" idx="0"/>
            </p:cNvCxnSpPr>
            <p:nvPr/>
          </p:nvCxnSpPr>
          <p:spPr>
            <a:xfrm rot="16200000" flipH="1">
              <a:off x="2094375" y="3270218"/>
              <a:ext cx="533442" cy="1450821"/>
            </a:xfrm>
            <a:prstGeom prst="bentConnector3">
              <a:avLst>
                <a:gd name="adj1" fmla="val 50000"/>
              </a:avLst>
            </a:prstGeom>
            <a:ln w="57150">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1" name="Elbow Connector 20"/>
            <p:cNvCxnSpPr>
              <a:endCxn id="23" idx="0"/>
            </p:cNvCxnSpPr>
            <p:nvPr/>
          </p:nvCxnSpPr>
          <p:spPr>
            <a:xfrm rot="16200000" flipH="1">
              <a:off x="2277712" y="3086881"/>
              <a:ext cx="533442" cy="1817495"/>
            </a:xfrm>
            <a:prstGeom prst="bentConnector3">
              <a:avLst>
                <a:gd name="adj1" fmla="val 50000"/>
              </a:avLst>
            </a:prstGeom>
            <a:ln w="57150">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2" name="Rectangle 21"/>
            <p:cNvSpPr/>
            <p:nvPr/>
          </p:nvSpPr>
          <p:spPr>
            <a:xfrm>
              <a:off x="680112" y="4260762"/>
              <a:ext cx="365086" cy="414371"/>
            </a:xfrm>
            <a:prstGeom prst="rect">
              <a:avLst/>
            </a:prstGeom>
            <a:solidFill>
              <a:schemeClr val="accent3"/>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dirty="0"/>
                <a:t>1</a:t>
              </a:r>
            </a:p>
          </p:txBody>
        </p:sp>
        <p:sp>
          <p:nvSpPr>
            <p:cNvPr id="23" name="Rectangle 22"/>
            <p:cNvSpPr/>
            <p:nvPr/>
          </p:nvSpPr>
          <p:spPr>
            <a:xfrm>
              <a:off x="3270637" y="4262350"/>
              <a:ext cx="365086" cy="414370"/>
            </a:xfrm>
            <a:prstGeom prst="rect">
              <a:avLst/>
            </a:prstGeom>
            <a:solidFill>
              <a:schemeClr val="accent1"/>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dirty="0"/>
                <a:t>8</a:t>
              </a:r>
            </a:p>
          </p:txBody>
        </p:sp>
        <p:sp>
          <p:nvSpPr>
            <p:cNvPr id="24" name="Rectangle 23"/>
            <p:cNvSpPr/>
            <p:nvPr/>
          </p:nvSpPr>
          <p:spPr>
            <a:xfrm>
              <a:off x="2524591" y="4262350"/>
              <a:ext cx="365086" cy="414370"/>
            </a:xfrm>
            <a:prstGeom prst="rect">
              <a:avLst/>
            </a:prstGeom>
            <a:solidFill>
              <a:schemeClr val="accent2"/>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dirty="0"/>
                <a:t>6</a:t>
              </a:r>
            </a:p>
          </p:txBody>
        </p:sp>
        <p:sp>
          <p:nvSpPr>
            <p:cNvPr id="29747" name="TextBox 48"/>
            <p:cNvSpPr txBox="1">
              <a:spLocks noChangeArrowheads="1"/>
            </p:cNvSpPr>
            <p:nvPr/>
          </p:nvSpPr>
          <p:spPr bwMode="auto">
            <a:xfrm>
              <a:off x="736373" y="3275857"/>
              <a:ext cx="44275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r>
                <a:rPr lang="en-US" altLang="ru-RU"/>
                <a:t>[1]</a:t>
              </a:r>
            </a:p>
          </p:txBody>
        </p:sp>
        <p:sp>
          <p:nvSpPr>
            <p:cNvPr id="29748" name="TextBox 49"/>
            <p:cNvSpPr txBox="1">
              <a:spLocks noChangeArrowheads="1"/>
            </p:cNvSpPr>
            <p:nvPr/>
          </p:nvSpPr>
          <p:spPr bwMode="auto">
            <a:xfrm>
              <a:off x="1850665" y="3275857"/>
              <a:ext cx="112562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r>
                <a:rPr lang="en-US" altLang="ru-RU"/>
                <a:t>[4, 5, 7, 8]</a:t>
              </a:r>
            </a:p>
          </p:txBody>
        </p:sp>
        <p:sp>
          <p:nvSpPr>
            <p:cNvPr id="29749" name="TextBox 57"/>
            <p:cNvSpPr txBox="1">
              <a:spLocks noChangeArrowheads="1"/>
            </p:cNvSpPr>
            <p:nvPr/>
          </p:nvSpPr>
          <p:spPr bwMode="auto">
            <a:xfrm>
              <a:off x="3740603" y="3273440"/>
              <a:ext cx="44275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r>
                <a:rPr lang="en-US" altLang="ru-RU"/>
                <a:t>[6]</a:t>
              </a:r>
            </a:p>
          </p:txBody>
        </p:sp>
        <p:sp>
          <p:nvSpPr>
            <p:cNvPr id="29750" name="TextBox 88"/>
            <p:cNvSpPr txBox="1">
              <a:spLocks noChangeArrowheads="1"/>
            </p:cNvSpPr>
            <p:nvPr/>
          </p:nvSpPr>
          <p:spPr bwMode="auto">
            <a:xfrm>
              <a:off x="1227943" y="2503260"/>
              <a:ext cx="2729560" cy="4617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r>
                <a:rPr lang="en-US" altLang="ru-RU" sz="2400" b="1" u="sng" dirty="0" err="1"/>
                <a:t>Yacheykalar</a:t>
              </a:r>
              <a:r>
                <a:rPr lang="en-US" altLang="ru-RU" sz="2400" b="1" u="sng" dirty="0"/>
                <a:t> </a:t>
              </a:r>
              <a:r>
                <a:rPr lang="en-US" altLang="ru-RU" sz="2400" b="1" u="sng" dirty="0" err="1"/>
                <a:t>ro’yxati</a:t>
              </a:r>
              <a:endParaRPr lang="en-US" altLang="ru-RU" sz="2400" b="1" u="sng" dirty="0"/>
            </a:p>
          </p:txBody>
        </p:sp>
      </p:grpSp>
      <p:grpSp>
        <p:nvGrpSpPr>
          <p:cNvPr id="25" name="Group 93"/>
          <p:cNvGrpSpPr>
            <a:grpSpLocks/>
          </p:cNvGrpSpPr>
          <p:nvPr/>
        </p:nvGrpSpPr>
        <p:grpSpPr bwMode="auto">
          <a:xfrm>
            <a:off x="4744794" y="1547751"/>
            <a:ext cx="4171950" cy="1474986"/>
            <a:chOff x="4905944" y="3200866"/>
            <a:chExt cx="4172145" cy="1475102"/>
          </a:xfrm>
        </p:grpSpPr>
        <p:cxnSp>
          <p:nvCxnSpPr>
            <p:cNvPr id="59" name="Elbow Connector 58"/>
            <p:cNvCxnSpPr>
              <a:endCxn id="77" idx="0"/>
            </p:cNvCxnSpPr>
            <p:nvPr/>
          </p:nvCxnSpPr>
          <p:spPr>
            <a:xfrm rot="16200000" flipH="1">
              <a:off x="8042983" y="3828181"/>
              <a:ext cx="533442" cy="333391"/>
            </a:xfrm>
            <a:prstGeom prst="bentConnector3">
              <a:avLst>
                <a:gd name="adj1" fmla="val 50000"/>
              </a:avLst>
            </a:prstGeom>
            <a:ln w="57150">
              <a:solidFill>
                <a:schemeClr val="accent2"/>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pic>
          <p:nvPicPr>
            <p:cNvPr id="29706" name="Picture 59" descr="D:\Pictures\soft-scraps icons\Compressed File Zip-01.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35392" y="3200866"/>
              <a:ext cx="527951" cy="527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9707" name="Picture 11" descr="D:\Pictures\soft-scraps icons\Image JPEG-01.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05944" y="3200869"/>
              <a:ext cx="527951" cy="527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2" name="Rectangle 61"/>
            <p:cNvSpPr/>
            <p:nvPr/>
          </p:nvSpPr>
          <p:spPr>
            <a:xfrm>
              <a:off x="4986911" y="4261597"/>
              <a:ext cx="365142" cy="414371"/>
            </a:xfrm>
            <a:prstGeom prst="rect">
              <a:avLst/>
            </a:prstGeom>
            <a:solidFill>
              <a:schemeClr val="bg1">
                <a:lumMod val="85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dirty="0"/>
                <a:t>0</a:t>
              </a:r>
            </a:p>
          </p:txBody>
        </p:sp>
        <p:sp>
          <p:nvSpPr>
            <p:cNvPr id="63" name="Rectangle 62"/>
            <p:cNvSpPr/>
            <p:nvPr/>
          </p:nvSpPr>
          <p:spPr>
            <a:xfrm>
              <a:off x="5712432" y="4261597"/>
              <a:ext cx="365142" cy="414371"/>
            </a:xfrm>
            <a:prstGeom prst="rect">
              <a:avLst/>
            </a:prstGeom>
            <a:solidFill>
              <a:schemeClr val="bg1">
                <a:lumMod val="85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dirty="0"/>
                <a:t>2</a:t>
              </a:r>
            </a:p>
          </p:txBody>
        </p:sp>
        <p:sp>
          <p:nvSpPr>
            <p:cNvPr id="64" name="Rectangle 63"/>
            <p:cNvSpPr/>
            <p:nvPr/>
          </p:nvSpPr>
          <p:spPr>
            <a:xfrm>
              <a:off x="6085512" y="4261597"/>
              <a:ext cx="365142" cy="414371"/>
            </a:xfrm>
            <a:prstGeom prst="rect">
              <a:avLst/>
            </a:prstGeom>
            <a:solidFill>
              <a:schemeClr val="bg1">
                <a:lumMod val="85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dirty="0"/>
                <a:t>3</a:t>
              </a:r>
            </a:p>
          </p:txBody>
        </p:sp>
        <p:sp>
          <p:nvSpPr>
            <p:cNvPr id="65" name="Rectangle 64"/>
            <p:cNvSpPr/>
            <p:nvPr/>
          </p:nvSpPr>
          <p:spPr>
            <a:xfrm>
              <a:off x="6450654" y="4261597"/>
              <a:ext cx="365142" cy="414371"/>
            </a:xfrm>
            <a:prstGeom prst="rect">
              <a:avLst/>
            </a:prstGeom>
            <a:solidFill>
              <a:schemeClr val="accent1"/>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dirty="0"/>
                <a:t>4</a:t>
              </a:r>
            </a:p>
          </p:txBody>
        </p:sp>
        <p:sp>
          <p:nvSpPr>
            <p:cNvPr id="66" name="Rectangle 65"/>
            <p:cNvSpPr/>
            <p:nvPr/>
          </p:nvSpPr>
          <p:spPr>
            <a:xfrm>
              <a:off x="6815796" y="4261597"/>
              <a:ext cx="365142" cy="414371"/>
            </a:xfrm>
            <a:prstGeom prst="rect">
              <a:avLst/>
            </a:prstGeom>
            <a:solidFill>
              <a:schemeClr val="accent1"/>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dirty="0"/>
                <a:t>5</a:t>
              </a:r>
            </a:p>
          </p:txBody>
        </p:sp>
        <p:sp>
          <p:nvSpPr>
            <p:cNvPr id="67" name="Rectangle 66"/>
            <p:cNvSpPr/>
            <p:nvPr/>
          </p:nvSpPr>
          <p:spPr>
            <a:xfrm>
              <a:off x="7188876" y="4261597"/>
              <a:ext cx="365142" cy="414371"/>
            </a:xfrm>
            <a:prstGeom prst="rect">
              <a:avLst/>
            </a:prstGeom>
            <a:solidFill>
              <a:schemeClr val="accent1"/>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dirty="0"/>
                <a:t>6</a:t>
              </a:r>
            </a:p>
          </p:txBody>
        </p:sp>
        <p:sp>
          <p:nvSpPr>
            <p:cNvPr id="68" name="Rectangle 67"/>
            <p:cNvSpPr/>
            <p:nvPr/>
          </p:nvSpPr>
          <p:spPr>
            <a:xfrm>
              <a:off x="7927098" y="4261597"/>
              <a:ext cx="366729" cy="414371"/>
            </a:xfrm>
            <a:prstGeom prst="rect">
              <a:avLst/>
            </a:prstGeom>
            <a:solidFill>
              <a:schemeClr val="bg1">
                <a:lumMod val="85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dirty="0"/>
                <a:t>8</a:t>
              </a:r>
            </a:p>
          </p:txBody>
        </p:sp>
        <p:pic>
          <p:nvPicPr>
            <p:cNvPr id="29715" name="Picture 2" descr="D:\Pictures\soft-scraps icons\Adobe PDF Document-01.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879762" y="3200866"/>
              <a:ext cx="527951" cy="527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70" name="Elbow Connector 69"/>
            <p:cNvCxnSpPr>
              <a:endCxn id="75" idx="0"/>
            </p:cNvCxnSpPr>
            <p:nvPr/>
          </p:nvCxnSpPr>
          <p:spPr>
            <a:xfrm rot="16200000" flipH="1">
              <a:off x="5082951" y="3814686"/>
              <a:ext cx="533442" cy="360380"/>
            </a:xfrm>
            <a:prstGeom prst="bentConnector3">
              <a:avLst/>
            </a:prstGeom>
            <a:ln w="57150">
              <a:solidFill>
                <a:schemeClr val="accent3"/>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71" name="Elbow Connector 70"/>
            <p:cNvCxnSpPr>
              <a:endCxn id="65" idx="0"/>
            </p:cNvCxnSpPr>
            <p:nvPr/>
          </p:nvCxnSpPr>
          <p:spPr>
            <a:xfrm rot="16200000" flipH="1">
              <a:off x="6299826" y="3928198"/>
              <a:ext cx="533442" cy="133356"/>
            </a:xfrm>
            <a:prstGeom prst="bentConnector3">
              <a:avLst>
                <a:gd name="adj1" fmla="val 50000"/>
              </a:avLst>
            </a:prstGeom>
            <a:ln w="57150">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72" name="Elbow Connector 71"/>
            <p:cNvCxnSpPr>
              <a:endCxn id="66" idx="0"/>
            </p:cNvCxnSpPr>
            <p:nvPr/>
          </p:nvCxnSpPr>
          <p:spPr>
            <a:xfrm rot="16200000" flipH="1">
              <a:off x="6482397" y="3745627"/>
              <a:ext cx="533442" cy="498498"/>
            </a:xfrm>
            <a:prstGeom prst="bentConnector3">
              <a:avLst>
                <a:gd name="adj1" fmla="val 50000"/>
              </a:avLst>
            </a:prstGeom>
            <a:ln w="57150">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73" name="Elbow Connector 72"/>
            <p:cNvCxnSpPr>
              <a:endCxn id="67" idx="0"/>
            </p:cNvCxnSpPr>
            <p:nvPr/>
          </p:nvCxnSpPr>
          <p:spPr>
            <a:xfrm rot="16200000" flipH="1">
              <a:off x="6668937" y="3559087"/>
              <a:ext cx="533442" cy="871579"/>
            </a:xfrm>
            <a:prstGeom prst="bentConnector3">
              <a:avLst>
                <a:gd name="adj1" fmla="val 50000"/>
              </a:avLst>
            </a:prstGeom>
            <a:ln w="57150">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74" name="Elbow Connector 73"/>
            <p:cNvCxnSpPr>
              <a:endCxn id="76" idx="0"/>
            </p:cNvCxnSpPr>
            <p:nvPr/>
          </p:nvCxnSpPr>
          <p:spPr>
            <a:xfrm rot="16200000" flipH="1">
              <a:off x="6851508" y="3376516"/>
              <a:ext cx="533442" cy="1236721"/>
            </a:xfrm>
            <a:prstGeom prst="bentConnector3">
              <a:avLst>
                <a:gd name="adj1" fmla="val 50000"/>
              </a:avLst>
            </a:prstGeom>
            <a:ln w="57150">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75" name="Rectangle 74"/>
            <p:cNvSpPr/>
            <p:nvPr/>
          </p:nvSpPr>
          <p:spPr>
            <a:xfrm>
              <a:off x="5347290" y="4261597"/>
              <a:ext cx="365142" cy="414371"/>
            </a:xfrm>
            <a:prstGeom prst="rect">
              <a:avLst/>
            </a:prstGeom>
            <a:solidFill>
              <a:schemeClr val="accent3"/>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dirty="0"/>
                <a:t>1</a:t>
              </a:r>
            </a:p>
          </p:txBody>
        </p:sp>
        <p:sp>
          <p:nvSpPr>
            <p:cNvPr id="76" name="Rectangle 75"/>
            <p:cNvSpPr/>
            <p:nvPr/>
          </p:nvSpPr>
          <p:spPr>
            <a:xfrm>
              <a:off x="7554018" y="4261597"/>
              <a:ext cx="365142" cy="414371"/>
            </a:xfrm>
            <a:prstGeom prst="rect">
              <a:avLst/>
            </a:prstGeom>
            <a:solidFill>
              <a:schemeClr val="accent1"/>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dirty="0"/>
                <a:t>7</a:t>
              </a:r>
            </a:p>
          </p:txBody>
        </p:sp>
        <p:sp>
          <p:nvSpPr>
            <p:cNvPr id="77" name="Rectangle 76"/>
            <p:cNvSpPr/>
            <p:nvPr/>
          </p:nvSpPr>
          <p:spPr>
            <a:xfrm>
              <a:off x="8293827" y="4261597"/>
              <a:ext cx="365142" cy="414371"/>
            </a:xfrm>
            <a:prstGeom prst="rect">
              <a:avLst/>
            </a:prstGeom>
            <a:solidFill>
              <a:schemeClr val="accent2"/>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dirty="0"/>
                <a:t>9</a:t>
              </a:r>
            </a:p>
          </p:txBody>
        </p:sp>
        <p:sp>
          <p:nvSpPr>
            <p:cNvPr id="29724" name="TextBox 77"/>
            <p:cNvSpPr txBox="1">
              <a:spLocks noChangeArrowheads="1"/>
            </p:cNvSpPr>
            <p:nvPr/>
          </p:nvSpPr>
          <p:spPr bwMode="auto">
            <a:xfrm>
              <a:off x="5403483" y="3275857"/>
              <a:ext cx="67037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r>
                <a:rPr lang="en-US" altLang="ru-RU"/>
                <a:t>(1, 1)</a:t>
              </a:r>
            </a:p>
          </p:txBody>
        </p:sp>
        <p:sp>
          <p:nvSpPr>
            <p:cNvPr id="29725" name="TextBox 78"/>
            <p:cNvSpPr txBox="1">
              <a:spLocks noChangeArrowheads="1"/>
            </p:cNvSpPr>
            <p:nvPr/>
          </p:nvSpPr>
          <p:spPr bwMode="auto">
            <a:xfrm>
              <a:off x="6714069" y="3275855"/>
              <a:ext cx="67037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r>
                <a:rPr lang="en-US" altLang="ru-RU"/>
                <a:t>(4, 4)</a:t>
              </a:r>
            </a:p>
          </p:txBody>
        </p:sp>
        <p:sp>
          <p:nvSpPr>
            <p:cNvPr id="29726" name="TextBox 79"/>
            <p:cNvSpPr txBox="1">
              <a:spLocks noChangeArrowheads="1"/>
            </p:cNvSpPr>
            <p:nvPr/>
          </p:nvSpPr>
          <p:spPr bwMode="auto">
            <a:xfrm>
              <a:off x="8407713" y="3273440"/>
              <a:ext cx="67037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r>
                <a:rPr lang="en-US" altLang="ru-RU"/>
                <a:t>(9, 1)</a:t>
              </a:r>
            </a:p>
          </p:txBody>
        </p:sp>
      </p:grpSp>
      <p:sp>
        <p:nvSpPr>
          <p:cNvPr id="91" name="Content Placeholder 2"/>
          <p:cNvSpPr txBox="1">
            <a:spLocks/>
          </p:cNvSpPr>
          <p:nvPr/>
        </p:nvSpPr>
        <p:spPr bwMode="auto">
          <a:xfrm>
            <a:off x="392475" y="3986817"/>
            <a:ext cx="3519487" cy="1314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marL="0" indent="0" algn="ctr">
              <a:spcBef>
                <a:spcPct val="20000"/>
              </a:spcBef>
            </a:pPr>
            <a:r>
              <a:rPr lang="en-US" altLang="ru-RU" sz="3200" dirty="0" err="1"/>
              <a:t>Muammo</a:t>
            </a:r>
            <a:r>
              <a:rPr lang="en-US" altLang="ru-RU" sz="3200" dirty="0"/>
              <a:t>?</a:t>
            </a:r>
          </a:p>
          <a:p>
            <a:pPr lvl="1">
              <a:spcBef>
                <a:spcPct val="20000"/>
              </a:spcBef>
              <a:buFont typeface="Arial" panose="020B0604020202020204" pitchFamily="34" charset="0"/>
              <a:buChar char="–"/>
            </a:pPr>
            <a:r>
              <a:rPr lang="en-US" altLang="ru-RU" sz="2800" dirty="0" err="1"/>
              <a:t>Katta</a:t>
            </a:r>
            <a:r>
              <a:rPr lang="en-US" altLang="ru-RU" sz="2800" dirty="0"/>
              <a:t> </a:t>
            </a:r>
            <a:r>
              <a:rPr lang="en-US" altLang="ru-RU" sz="2800" dirty="0" err="1"/>
              <a:t>hajmdagi</a:t>
            </a:r>
            <a:r>
              <a:rPr lang="en-US" altLang="ru-RU" sz="2800" dirty="0"/>
              <a:t> </a:t>
            </a:r>
            <a:r>
              <a:rPr lang="en-US" altLang="ru-RU" sz="2800" dirty="0" err="1"/>
              <a:t>fayllar</a:t>
            </a:r>
            <a:endParaRPr lang="en-US" altLang="ru-RU" sz="2800" dirty="0"/>
          </a:p>
        </p:txBody>
      </p:sp>
      <p:sp>
        <p:nvSpPr>
          <p:cNvPr id="92" name="Content Placeholder 2"/>
          <p:cNvSpPr txBox="1">
            <a:spLocks/>
          </p:cNvSpPr>
          <p:nvPr/>
        </p:nvSpPr>
        <p:spPr>
          <a:xfrm>
            <a:off x="4872037" y="3559272"/>
            <a:ext cx="4271963" cy="1979612"/>
          </a:xfrm>
          <a:prstGeom prst="rect">
            <a:avLst/>
          </a:prstGeom>
        </p:spPr>
        <p:txBody>
          <a:bodyPr>
            <a:normAutofit lnSpcReduction="10000"/>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fontAlgn="auto">
              <a:spcAft>
                <a:spcPts val="0"/>
              </a:spcAft>
              <a:buNone/>
              <a:defRPr/>
            </a:pPr>
            <a:r>
              <a:rPr lang="en-US" dirty="0" err="1"/>
              <a:t>Muammo</a:t>
            </a:r>
            <a:r>
              <a:rPr lang="en-US" dirty="0"/>
              <a:t>?</a:t>
            </a:r>
          </a:p>
          <a:p>
            <a:pPr lvl="1" fontAlgn="auto">
              <a:spcAft>
                <a:spcPts val="0"/>
              </a:spcAft>
              <a:defRPr/>
            </a:pPr>
            <a:r>
              <a:rPr lang="en-US" dirty="0" err="1"/>
              <a:t>Fragmentatsiya</a:t>
            </a:r>
            <a:endParaRPr lang="en-US" dirty="0"/>
          </a:p>
          <a:p>
            <a:pPr lvl="1" fontAlgn="auto">
              <a:spcAft>
                <a:spcPts val="0"/>
              </a:spcAft>
              <a:defRPr/>
            </a:pPr>
            <a:r>
              <a:rPr lang="en-US" dirty="0" err="1"/>
              <a:t>Masalan</a:t>
            </a:r>
            <a:r>
              <a:rPr lang="en-US" dirty="0"/>
              <a:t>, 3 </a:t>
            </a:r>
            <a:r>
              <a:rPr lang="en-US" dirty="0" err="1"/>
              <a:t>yacheykali</a:t>
            </a:r>
            <a:r>
              <a:rPr lang="en-US" dirty="0"/>
              <a:t> </a:t>
            </a:r>
            <a:r>
              <a:rPr lang="en-US" dirty="0" err="1"/>
              <a:t>faylni</a:t>
            </a:r>
            <a:r>
              <a:rPr lang="en-US" dirty="0"/>
              <a:t> </a:t>
            </a:r>
            <a:r>
              <a:rPr lang="en-US" dirty="0" err="1"/>
              <a:t>joylashtirish</a:t>
            </a:r>
            <a:endParaRPr lang="en-US" dirty="0"/>
          </a:p>
        </p:txBody>
      </p:sp>
    </p:spTree>
    <p:extLst>
      <p:ext uri="{BB962C8B-B14F-4D97-AF65-F5344CB8AC3E}">
        <p14:creationId xmlns:p14="http://schemas.microsoft.com/office/powerpoint/2010/main" val="55432551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anim calcmode="lin" valueType="num">
                                      <p:cBhvr>
                                        <p:cTn id="8" dur="500" fill="hold"/>
                                        <p:tgtEl>
                                          <p:spTgt spid="9"/>
                                        </p:tgtEl>
                                        <p:attrNameLst>
                                          <p:attrName>ppt_x</p:attrName>
                                        </p:attrNameLst>
                                      </p:cBhvr>
                                      <p:tavLst>
                                        <p:tav tm="0">
                                          <p:val>
                                            <p:strVal val="#ppt_x"/>
                                          </p:val>
                                        </p:tav>
                                        <p:tav tm="100000">
                                          <p:val>
                                            <p:strVal val="#ppt_x"/>
                                          </p:val>
                                        </p:tav>
                                      </p:tavLst>
                                    </p:anim>
                                    <p:anim calcmode="lin" valueType="num">
                                      <p:cBhvr>
                                        <p:cTn id="9" dur="5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10" fill="hold" nodeType="clickPar">
                      <p:stCondLst>
                        <p:cond delay="indefinite"/>
                      </p:stCondLst>
                      <p:childTnLst>
                        <p:par>
                          <p:cTn id="11" fill="hold" nodeType="withGroup">
                            <p:stCondLst>
                              <p:cond delay="0"/>
                            </p:stCondLst>
                            <p:childTnLst>
                              <p:par>
                                <p:cTn id="12" presetID="42" presetClass="entr" presetSubtype="0" fill="hold" nodeType="clickEffect">
                                  <p:stCondLst>
                                    <p:cond delay="0"/>
                                  </p:stCondLst>
                                  <p:childTnLst>
                                    <p:set>
                                      <p:cBhvr>
                                        <p:cTn id="13" dur="1" fill="hold">
                                          <p:stCondLst>
                                            <p:cond delay="0"/>
                                          </p:stCondLst>
                                        </p:cTn>
                                        <p:tgtEl>
                                          <p:spTgt spid="91">
                                            <p:txEl>
                                              <p:pRg st="0" end="0"/>
                                            </p:txEl>
                                          </p:spTgt>
                                        </p:tgtEl>
                                        <p:attrNameLst>
                                          <p:attrName>style.visibility</p:attrName>
                                        </p:attrNameLst>
                                      </p:cBhvr>
                                      <p:to>
                                        <p:strVal val="visible"/>
                                      </p:to>
                                    </p:set>
                                    <p:animEffect transition="in" filter="fade">
                                      <p:cBhvr>
                                        <p:cTn id="14" dur="500"/>
                                        <p:tgtEl>
                                          <p:spTgt spid="91">
                                            <p:txEl>
                                              <p:pRg st="0" end="0"/>
                                            </p:txEl>
                                          </p:spTgt>
                                        </p:tgtEl>
                                      </p:cBhvr>
                                    </p:animEffect>
                                    <p:anim calcmode="lin" valueType="num">
                                      <p:cBhvr>
                                        <p:cTn id="15" dur="500" fill="hold"/>
                                        <p:tgtEl>
                                          <p:spTgt spid="91">
                                            <p:txEl>
                                              <p:pRg st="0" end="0"/>
                                            </p:txEl>
                                          </p:spTgt>
                                        </p:tgtEl>
                                        <p:attrNameLst>
                                          <p:attrName>ppt_x</p:attrName>
                                        </p:attrNameLst>
                                      </p:cBhvr>
                                      <p:tavLst>
                                        <p:tav tm="0">
                                          <p:val>
                                            <p:strVal val="#ppt_x"/>
                                          </p:val>
                                        </p:tav>
                                        <p:tav tm="100000">
                                          <p:val>
                                            <p:strVal val="#ppt_x"/>
                                          </p:val>
                                        </p:tav>
                                      </p:tavLst>
                                    </p:anim>
                                    <p:anim calcmode="lin" valueType="num">
                                      <p:cBhvr>
                                        <p:cTn id="16" dur="500" fill="hold"/>
                                        <p:tgtEl>
                                          <p:spTgt spid="91">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42" presetClass="entr" presetSubtype="0" fill="hold" nodeType="clickEffect">
                                  <p:stCondLst>
                                    <p:cond delay="0"/>
                                  </p:stCondLst>
                                  <p:childTnLst>
                                    <p:set>
                                      <p:cBhvr>
                                        <p:cTn id="20" dur="1" fill="hold">
                                          <p:stCondLst>
                                            <p:cond delay="0"/>
                                          </p:stCondLst>
                                        </p:cTn>
                                        <p:tgtEl>
                                          <p:spTgt spid="91">
                                            <p:txEl>
                                              <p:pRg st="1" end="1"/>
                                            </p:txEl>
                                          </p:spTgt>
                                        </p:tgtEl>
                                        <p:attrNameLst>
                                          <p:attrName>style.visibility</p:attrName>
                                        </p:attrNameLst>
                                      </p:cBhvr>
                                      <p:to>
                                        <p:strVal val="visible"/>
                                      </p:to>
                                    </p:set>
                                    <p:animEffect transition="in" filter="fade">
                                      <p:cBhvr>
                                        <p:cTn id="21" dur="500"/>
                                        <p:tgtEl>
                                          <p:spTgt spid="91">
                                            <p:txEl>
                                              <p:pRg st="1" end="1"/>
                                            </p:txEl>
                                          </p:spTgt>
                                        </p:tgtEl>
                                      </p:cBhvr>
                                    </p:animEffect>
                                    <p:anim calcmode="lin" valueType="num">
                                      <p:cBhvr>
                                        <p:cTn id="22" dur="500" fill="hold"/>
                                        <p:tgtEl>
                                          <p:spTgt spid="91">
                                            <p:txEl>
                                              <p:pRg st="1" end="1"/>
                                            </p:txEl>
                                          </p:spTgt>
                                        </p:tgtEl>
                                        <p:attrNameLst>
                                          <p:attrName>ppt_x</p:attrName>
                                        </p:attrNameLst>
                                      </p:cBhvr>
                                      <p:tavLst>
                                        <p:tav tm="0">
                                          <p:val>
                                            <p:strVal val="#ppt_x"/>
                                          </p:val>
                                        </p:tav>
                                        <p:tav tm="100000">
                                          <p:val>
                                            <p:strVal val="#ppt_x"/>
                                          </p:val>
                                        </p:tav>
                                      </p:tavLst>
                                    </p:anim>
                                    <p:anim calcmode="lin" valueType="num">
                                      <p:cBhvr>
                                        <p:cTn id="23" dur="500" fill="hold"/>
                                        <p:tgtEl>
                                          <p:spTgt spid="91">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nodeType="clickPar">
                      <p:stCondLst>
                        <p:cond delay="indefinite"/>
                      </p:stCondLst>
                      <p:childTnLst>
                        <p:par>
                          <p:cTn id="25" fill="hold" nodeType="withGroup">
                            <p:stCondLst>
                              <p:cond delay="0"/>
                            </p:stCondLst>
                            <p:childTnLst>
                              <p:par>
                                <p:cTn id="26" presetID="42" presetClass="entr" presetSubtype="0" fill="hold" nodeType="clickEffect">
                                  <p:stCondLst>
                                    <p:cond delay="0"/>
                                  </p:stCondLst>
                                  <p:childTnLst>
                                    <p:set>
                                      <p:cBhvr>
                                        <p:cTn id="27" dur="1" fill="hold">
                                          <p:stCondLst>
                                            <p:cond delay="0"/>
                                          </p:stCondLst>
                                        </p:cTn>
                                        <p:tgtEl>
                                          <p:spTgt spid="25"/>
                                        </p:tgtEl>
                                        <p:attrNameLst>
                                          <p:attrName>style.visibility</p:attrName>
                                        </p:attrNameLst>
                                      </p:cBhvr>
                                      <p:to>
                                        <p:strVal val="visible"/>
                                      </p:to>
                                    </p:set>
                                    <p:animEffect transition="in" filter="fade">
                                      <p:cBhvr>
                                        <p:cTn id="28" dur="500"/>
                                        <p:tgtEl>
                                          <p:spTgt spid="25"/>
                                        </p:tgtEl>
                                      </p:cBhvr>
                                    </p:animEffect>
                                    <p:anim calcmode="lin" valueType="num">
                                      <p:cBhvr>
                                        <p:cTn id="29" dur="500" fill="hold"/>
                                        <p:tgtEl>
                                          <p:spTgt spid="25"/>
                                        </p:tgtEl>
                                        <p:attrNameLst>
                                          <p:attrName>ppt_x</p:attrName>
                                        </p:attrNameLst>
                                      </p:cBhvr>
                                      <p:tavLst>
                                        <p:tav tm="0">
                                          <p:val>
                                            <p:strVal val="#ppt_x"/>
                                          </p:val>
                                        </p:tav>
                                        <p:tav tm="100000">
                                          <p:val>
                                            <p:strVal val="#ppt_x"/>
                                          </p:val>
                                        </p:tav>
                                      </p:tavLst>
                                    </p:anim>
                                    <p:anim calcmode="lin" valueType="num">
                                      <p:cBhvr>
                                        <p:cTn id="30" dur="500" fill="hold"/>
                                        <p:tgtEl>
                                          <p:spTgt spid="25"/>
                                        </p:tgtEl>
                                        <p:attrNameLst>
                                          <p:attrName>ppt_y</p:attrName>
                                        </p:attrNameLst>
                                      </p:cBhvr>
                                      <p:tavLst>
                                        <p:tav tm="0">
                                          <p:val>
                                            <p:strVal val="#ppt_y+.1"/>
                                          </p:val>
                                        </p:tav>
                                        <p:tav tm="100000">
                                          <p:val>
                                            <p:strVal val="#ppt_y"/>
                                          </p:val>
                                        </p:tav>
                                      </p:tavLst>
                                    </p:anim>
                                  </p:childTnLst>
                                </p:cTn>
                              </p:par>
                            </p:childTnLst>
                          </p:cTn>
                        </p:par>
                      </p:childTnLst>
                    </p:cTn>
                  </p:par>
                  <p:par>
                    <p:cTn id="31" fill="hold" nodeType="clickPar">
                      <p:stCondLst>
                        <p:cond delay="indefinite"/>
                      </p:stCondLst>
                      <p:childTnLst>
                        <p:par>
                          <p:cTn id="32" fill="hold" nodeType="withGroup">
                            <p:stCondLst>
                              <p:cond delay="0"/>
                            </p:stCondLst>
                            <p:childTnLst>
                              <p:par>
                                <p:cTn id="33" presetID="42" presetClass="entr" presetSubtype="0" fill="hold" nodeType="clickEffect">
                                  <p:stCondLst>
                                    <p:cond delay="0"/>
                                  </p:stCondLst>
                                  <p:childTnLst>
                                    <p:set>
                                      <p:cBhvr>
                                        <p:cTn id="34" dur="1" fill="hold">
                                          <p:stCondLst>
                                            <p:cond delay="0"/>
                                          </p:stCondLst>
                                        </p:cTn>
                                        <p:tgtEl>
                                          <p:spTgt spid="92">
                                            <p:txEl>
                                              <p:pRg st="0" end="0"/>
                                            </p:txEl>
                                          </p:spTgt>
                                        </p:tgtEl>
                                        <p:attrNameLst>
                                          <p:attrName>style.visibility</p:attrName>
                                        </p:attrNameLst>
                                      </p:cBhvr>
                                      <p:to>
                                        <p:strVal val="visible"/>
                                      </p:to>
                                    </p:set>
                                    <p:animEffect transition="in" filter="fade">
                                      <p:cBhvr>
                                        <p:cTn id="35" dur="500"/>
                                        <p:tgtEl>
                                          <p:spTgt spid="92">
                                            <p:txEl>
                                              <p:pRg st="0" end="0"/>
                                            </p:txEl>
                                          </p:spTgt>
                                        </p:tgtEl>
                                      </p:cBhvr>
                                    </p:animEffect>
                                    <p:anim calcmode="lin" valueType="num">
                                      <p:cBhvr>
                                        <p:cTn id="36" dur="500" fill="hold"/>
                                        <p:tgtEl>
                                          <p:spTgt spid="92">
                                            <p:txEl>
                                              <p:pRg st="0" end="0"/>
                                            </p:txEl>
                                          </p:spTgt>
                                        </p:tgtEl>
                                        <p:attrNameLst>
                                          <p:attrName>ppt_x</p:attrName>
                                        </p:attrNameLst>
                                      </p:cBhvr>
                                      <p:tavLst>
                                        <p:tav tm="0">
                                          <p:val>
                                            <p:strVal val="#ppt_x"/>
                                          </p:val>
                                        </p:tav>
                                        <p:tav tm="100000">
                                          <p:val>
                                            <p:strVal val="#ppt_x"/>
                                          </p:val>
                                        </p:tav>
                                      </p:tavLst>
                                    </p:anim>
                                    <p:anim calcmode="lin" valueType="num">
                                      <p:cBhvr>
                                        <p:cTn id="37" dur="500" fill="hold"/>
                                        <p:tgtEl>
                                          <p:spTgt spid="9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8" fill="hold" nodeType="clickPar">
                      <p:stCondLst>
                        <p:cond delay="indefinite"/>
                      </p:stCondLst>
                      <p:childTnLst>
                        <p:par>
                          <p:cTn id="39" fill="hold" nodeType="withGroup">
                            <p:stCondLst>
                              <p:cond delay="0"/>
                            </p:stCondLst>
                            <p:childTnLst>
                              <p:par>
                                <p:cTn id="40" presetID="42" presetClass="entr" presetSubtype="0" fill="hold" nodeType="clickEffect">
                                  <p:stCondLst>
                                    <p:cond delay="0"/>
                                  </p:stCondLst>
                                  <p:childTnLst>
                                    <p:set>
                                      <p:cBhvr>
                                        <p:cTn id="41" dur="1" fill="hold">
                                          <p:stCondLst>
                                            <p:cond delay="0"/>
                                          </p:stCondLst>
                                        </p:cTn>
                                        <p:tgtEl>
                                          <p:spTgt spid="92">
                                            <p:txEl>
                                              <p:pRg st="1" end="1"/>
                                            </p:txEl>
                                          </p:spTgt>
                                        </p:tgtEl>
                                        <p:attrNameLst>
                                          <p:attrName>style.visibility</p:attrName>
                                        </p:attrNameLst>
                                      </p:cBhvr>
                                      <p:to>
                                        <p:strVal val="visible"/>
                                      </p:to>
                                    </p:set>
                                    <p:animEffect transition="in" filter="fade">
                                      <p:cBhvr>
                                        <p:cTn id="42" dur="500"/>
                                        <p:tgtEl>
                                          <p:spTgt spid="92">
                                            <p:txEl>
                                              <p:pRg st="1" end="1"/>
                                            </p:txEl>
                                          </p:spTgt>
                                        </p:tgtEl>
                                      </p:cBhvr>
                                    </p:animEffect>
                                    <p:anim calcmode="lin" valueType="num">
                                      <p:cBhvr>
                                        <p:cTn id="43" dur="500" fill="hold"/>
                                        <p:tgtEl>
                                          <p:spTgt spid="92">
                                            <p:txEl>
                                              <p:pRg st="1" end="1"/>
                                            </p:txEl>
                                          </p:spTgt>
                                        </p:tgtEl>
                                        <p:attrNameLst>
                                          <p:attrName>ppt_x</p:attrName>
                                        </p:attrNameLst>
                                      </p:cBhvr>
                                      <p:tavLst>
                                        <p:tav tm="0">
                                          <p:val>
                                            <p:strVal val="#ppt_x"/>
                                          </p:val>
                                        </p:tav>
                                        <p:tav tm="100000">
                                          <p:val>
                                            <p:strVal val="#ppt_x"/>
                                          </p:val>
                                        </p:tav>
                                      </p:tavLst>
                                    </p:anim>
                                    <p:anim calcmode="lin" valueType="num">
                                      <p:cBhvr>
                                        <p:cTn id="44" dur="500" fill="hold"/>
                                        <p:tgtEl>
                                          <p:spTgt spid="92">
                                            <p:txEl>
                                              <p:pRg st="1" end="1"/>
                                            </p:txEl>
                                          </p:spTgt>
                                        </p:tgtEl>
                                        <p:attrNameLst>
                                          <p:attrName>ppt_y</p:attrName>
                                        </p:attrNameLst>
                                      </p:cBhvr>
                                      <p:tavLst>
                                        <p:tav tm="0">
                                          <p:val>
                                            <p:strVal val="#ppt_y+.1"/>
                                          </p:val>
                                        </p:tav>
                                        <p:tav tm="100000">
                                          <p:val>
                                            <p:strVal val="#ppt_y"/>
                                          </p:val>
                                        </p:tav>
                                      </p:tavLst>
                                    </p:anim>
                                  </p:childTnLst>
                                </p:cTn>
                              </p:par>
                              <p:par>
                                <p:cTn id="45" presetID="42" presetClass="entr" presetSubtype="0" fill="hold" nodeType="withEffect">
                                  <p:stCondLst>
                                    <p:cond delay="0"/>
                                  </p:stCondLst>
                                  <p:childTnLst>
                                    <p:set>
                                      <p:cBhvr>
                                        <p:cTn id="46" dur="1" fill="hold">
                                          <p:stCondLst>
                                            <p:cond delay="0"/>
                                          </p:stCondLst>
                                        </p:cTn>
                                        <p:tgtEl>
                                          <p:spTgt spid="92">
                                            <p:txEl>
                                              <p:pRg st="2" end="2"/>
                                            </p:txEl>
                                          </p:spTgt>
                                        </p:tgtEl>
                                        <p:attrNameLst>
                                          <p:attrName>style.visibility</p:attrName>
                                        </p:attrNameLst>
                                      </p:cBhvr>
                                      <p:to>
                                        <p:strVal val="visible"/>
                                      </p:to>
                                    </p:set>
                                    <p:animEffect transition="in" filter="fade">
                                      <p:cBhvr>
                                        <p:cTn id="47" dur="500"/>
                                        <p:tgtEl>
                                          <p:spTgt spid="92">
                                            <p:txEl>
                                              <p:pRg st="2" end="2"/>
                                            </p:txEl>
                                          </p:spTgt>
                                        </p:tgtEl>
                                      </p:cBhvr>
                                    </p:animEffect>
                                    <p:anim calcmode="lin" valueType="num">
                                      <p:cBhvr>
                                        <p:cTn id="48" dur="500" fill="hold"/>
                                        <p:tgtEl>
                                          <p:spTgt spid="92">
                                            <p:txEl>
                                              <p:pRg st="2" end="2"/>
                                            </p:txEl>
                                          </p:spTgt>
                                        </p:tgtEl>
                                        <p:attrNameLst>
                                          <p:attrName>ppt_x</p:attrName>
                                        </p:attrNameLst>
                                      </p:cBhvr>
                                      <p:tavLst>
                                        <p:tav tm="0">
                                          <p:val>
                                            <p:strVal val="#ppt_x"/>
                                          </p:val>
                                        </p:tav>
                                        <p:tav tm="100000">
                                          <p:val>
                                            <p:strVal val="#ppt_x"/>
                                          </p:val>
                                        </p:tav>
                                      </p:tavLst>
                                    </p:anim>
                                    <p:anim calcmode="lin" valueType="num">
                                      <p:cBhvr>
                                        <p:cTn id="49" dur="500" fill="hold"/>
                                        <p:tgtEl>
                                          <p:spTgt spid="92">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1"/>
          <p:cNvSpPr>
            <a:spLocks noGrp="1"/>
          </p:cNvSpPr>
          <p:nvPr>
            <p:ph type="title"/>
          </p:nvPr>
        </p:nvSpPr>
        <p:spPr>
          <a:xfrm>
            <a:off x="771525" y="267482"/>
            <a:ext cx="7289800" cy="751693"/>
          </a:xfrm>
        </p:spPr>
        <p:txBody>
          <a:bodyPr/>
          <a:lstStyle/>
          <a:p>
            <a:r>
              <a:rPr lang="en-US" altLang="ru-RU" dirty="0" err="1"/>
              <a:t>Direktoriyalar</a:t>
            </a:r>
            <a:endParaRPr lang="en-US" altLang="ru-RU" dirty="0"/>
          </a:p>
        </p:txBody>
      </p:sp>
      <p:sp>
        <p:nvSpPr>
          <p:cNvPr id="30723" name="Content Placeholder 2"/>
          <p:cNvSpPr>
            <a:spLocks noGrp="1"/>
          </p:cNvSpPr>
          <p:nvPr>
            <p:ph idx="1"/>
          </p:nvPr>
        </p:nvSpPr>
        <p:spPr>
          <a:xfrm>
            <a:off x="771525" y="1203325"/>
            <a:ext cx="8086725" cy="5173663"/>
          </a:xfrm>
        </p:spPr>
        <p:txBody>
          <a:bodyPr>
            <a:normAutofit/>
          </a:bodyPr>
          <a:lstStyle/>
          <a:p>
            <a:pPr marL="128588" lvl="1" indent="0" algn="just">
              <a:lnSpc>
                <a:spcPct val="100000"/>
              </a:lnSpc>
              <a:buNone/>
            </a:pPr>
            <a:r>
              <a:rPr lang="en-US" altLang="ru-RU" dirty="0" err="1">
                <a:latin typeface="Times New Roman" pitchFamily="18" charset="0"/>
                <a:cs typeface="Times New Roman" pitchFamily="18" charset="0"/>
              </a:rPr>
              <a:t>Odatda</a:t>
            </a:r>
            <a:r>
              <a:rPr lang="en-US" altLang="ru-RU" dirty="0">
                <a:latin typeface="Times New Roman" pitchFamily="18" charset="0"/>
                <a:cs typeface="Times New Roman" pitchFamily="18" charset="0"/>
              </a:rPr>
              <a:t> </a:t>
            </a:r>
            <a:r>
              <a:rPr lang="en-US" altLang="ru-RU" dirty="0" err="1">
                <a:latin typeface="Times New Roman" pitchFamily="18" charset="0"/>
                <a:cs typeface="Times New Roman" pitchFamily="18" charset="0"/>
              </a:rPr>
              <a:t>fayl</a:t>
            </a:r>
            <a:r>
              <a:rPr lang="en-US" altLang="ru-RU" dirty="0">
                <a:latin typeface="Times New Roman" pitchFamily="18" charset="0"/>
                <a:cs typeface="Times New Roman" pitchFamily="18" charset="0"/>
              </a:rPr>
              <a:t> </a:t>
            </a:r>
            <a:r>
              <a:rPr lang="en-US" altLang="ru-RU" dirty="0" err="1">
                <a:latin typeface="Times New Roman" pitchFamily="18" charset="0"/>
                <a:cs typeface="Times New Roman" pitchFamily="18" charset="0"/>
              </a:rPr>
              <a:t>tizimlari</a:t>
            </a:r>
            <a:r>
              <a:rPr lang="en-US" altLang="ru-RU" dirty="0">
                <a:latin typeface="Times New Roman" pitchFamily="18" charset="0"/>
                <a:cs typeface="Times New Roman" pitchFamily="18" charset="0"/>
              </a:rPr>
              <a:t> </a:t>
            </a:r>
            <a:r>
              <a:rPr lang="en-US" altLang="ru-RU" dirty="0" err="1">
                <a:latin typeface="Times New Roman" pitchFamily="18" charset="0"/>
                <a:cs typeface="Times New Roman" pitchFamily="18" charset="0"/>
              </a:rPr>
              <a:t>fayllarni</a:t>
            </a:r>
            <a:r>
              <a:rPr lang="en-US" altLang="ru-RU" dirty="0">
                <a:latin typeface="Times New Roman" pitchFamily="18" charset="0"/>
                <a:cs typeface="Times New Roman" pitchFamily="18" charset="0"/>
              </a:rPr>
              <a:t> </a:t>
            </a:r>
            <a:r>
              <a:rPr lang="en-US" altLang="ru-RU" dirty="0" err="1">
                <a:latin typeface="Times New Roman" pitchFamily="18" charset="0"/>
                <a:cs typeface="Times New Roman" pitchFamily="18" charset="0"/>
              </a:rPr>
              <a:t>saqlashda</a:t>
            </a:r>
            <a:r>
              <a:rPr lang="en-US" altLang="ru-RU" dirty="0">
                <a:latin typeface="Times New Roman" pitchFamily="18" charset="0"/>
                <a:cs typeface="Times New Roman" pitchFamily="18" charset="0"/>
              </a:rPr>
              <a:t> </a:t>
            </a:r>
            <a:r>
              <a:rPr lang="en-US" altLang="ru-RU" dirty="0" err="1">
                <a:latin typeface="Times New Roman" pitchFamily="18" charset="0"/>
                <a:cs typeface="Times New Roman" pitchFamily="18" charset="0"/>
              </a:rPr>
              <a:t>ierarxaik</a:t>
            </a:r>
            <a:r>
              <a:rPr lang="en-US" altLang="ru-RU" dirty="0">
                <a:latin typeface="Times New Roman" pitchFamily="18" charset="0"/>
                <a:cs typeface="Times New Roman" pitchFamily="18" charset="0"/>
              </a:rPr>
              <a:t>, </a:t>
            </a:r>
            <a:r>
              <a:rPr lang="en-US" altLang="ru-RU" dirty="0" err="1">
                <a:latin typeface="Times New Roman" pitchFamily="18" charset="0"/>
                <a:cs typeface="Times New Roman" pitchFamily="18" charset="0"/>
              </a:rPr>
              <a:t>daraxt</a:t>
            </a:r>
            <a:r>
              <a:rPr lang="en-US" altLang="ru-RU" dirty="0">
                <a:latin typeface="Times New Roman" pitchFamily="18" charset="0"/>
                <a:cs typeface="Times New Roman" pitchFamily="18" charset="0"/>
              </a:rPr>
              <a:t> </a:t>
            </a:r>
            <a:r>
              <a:rPr lang="en-US" altLang="ru-RU" dirty="0" err="1">
                <a:latin typeface="Times New Roman" pitchFamily="18" charset="0"/>
                <a:cs typeface="Times New Roman" pitchFamily="18" charset="0"/>
              </a:rPr>
              <a:t>ko’rinishadi</a:t>
            </a:r>
            <a:r>
              <a:rPr lang="en-US" altLang="ru-RU" dirty="0">
                <a:latin typeface="Times New Roman" pitchFamily="18" charset="0"/>
                <a:cs typeface="Times New Roman" pitchFamily="18" charset="0"/>
              </a:rPr>
              <a:t> </a:t>
            </a:r>
            <a:r>
              <a:rPr lang="en-US" altLang="ru-RU" dirty="0" err="1">
                <a:latin typeface="Times New Roman" pitchFamily="18" charset="0"/>
                <a:cs typeface="Times New Roman" pitchFamily="18" charset="0"/>
              </a:rPr>
              <a:t>strukturadan</a:t>
            </a:r>
            <a:r>
              <a:rPr lang="en-US" altLang="ru-RU" dirty="0">
                <a:latin typeface="Times New Roman" pitchFamily="18" charset="0"/>
                <a:cs typeface="Times New Roman" pitchFamily="18" charset="0"/>
              </a:rPr>
              <a:t> </a:t>
            </a:r>
            <a:r>
              <a:rPr lang="en-US" altLang="ru-RU" dirty="0" err="1">
                <a:latin typeface="Times New Roman" pitchFamily="18" charset="0"/>
                <a:cs typeface="Times New Roman" pitchFamily="18" charset="0"/>
              </a:rPr>
              <a:t>foydalanishadi</a:t>
            </a:r>
            <a:r>
              <a:rPr lang="en-US" altLang="ru-RU" dirty="0">
                <a:latin typeface="Times New Roman" pitchFamily="18" charset="0"/>
                <a:cs typeface="Times New Roman" pitchFamily="18" charset="0"/>
              </a:rPr>
              <a:t>. </a:t>
            </a:r>
            <a:r>
              <a:rPr lang="en-US" altLang="ru-RU" dirty="0" err="1">
                <a:latin typeface="Times New Roman" pitchFamily="18" charset="0"/>
                <a:cs typeface="Times New Roman" pitchFamily="18" charset="0"/>
              </a:rPr>
              <a:t>Direktoriya</a:t>
            </a:r>
            <a:r>
              <a:rPr lang="en-US" altLang="ru-RU" dirty="0">
                <a:latin typeface="Times New Roman" pitchFamily="18" charset="0"/>
                <a:cs typeface="Times New Roman" pitchFamily="18" charset="0"/>
              </a:rPr>
              <a:t> </a:t>
            </a:r>
            <a:r>
              <a:rPr lang="en-US" altLang="ru-RU" dirty="0" err="1">
                <a:latin typeface="Times New Roman" pitchFamily="18" charset="0"/>
                <a:cs typeface="Times New Roman" pitchFamily="18" charset="0"/>
              </a:rPr>
              <a:t>o’zi</a:t>
            </a:r>
            <a:r>
              <a:rPr lang="en-US" altLang="ru-RU" dirty="0">
                <a:latin typeface="Times New Roman" pitchFamily="18" charset="0"/>
                <a:cs typeface="Times New Roman" pitchFamily="18" charset="0"/>
              </a:rPr>
              <a:t> </a:t>
            </a:r>
            <a:r>
              <a:rPr lang="en-US" altLang="ru-RU" dirty="0" err="1">
                <a:latin typeface="Times New Roman" pitchFamily="18" charset="0"/>
                <a:cs typeface="Times New Roman" pitchFamily="18" charset="0"/>
              </a:rPr>
              <a:t>obyekt</a:t>
            </a:r>
            <a:r>
              <a:rPr lang="en-US" altLang="ru-RU" dirty="0">
                <a:latin typeface="Times New Roman" pitchFamily="18" charset="0"/>
                <a:cs typeface="Times New Roman" pitchFamily="18" charset="0"/>
              </a:rPr>
              <a:t> </a:t>
            </a:r>
            <a:r>
              <a:rPr lang="en-US" altLang="ru-RU" dirty="0" err="1">
                <a:latin typeface="Times New Roman" pitchFamily="18" charset="0"/>
                <a:cs typeface="Times New Roman" pitchFamily="18" charset="0"/>
              </a:rPr>
              <a:t>sifatida</a:t>
            </a:r>
            <a:r>
              <a:rPr lang="en-US" altLang="ru-RU" dirty="0">
                <a:latin typeface="Times New Roman" pitchFamily="18" charset="0"/>
                <a:cs typeface="Times New Roman" pitchFamily="18" charset="0"/>
              </a:rPr>
              <a:t> </a:t>
            </a:r>
            <a:r>
              <a:rPr lang="en-US" altLang="ru-RU" dirty="0" err="1">
                <a:latin typeface="Times New Roman" pitchFamily="18" charset="0"/>
                <a:cs typeface="Times New Roman" pitchFamily="18" charset="0"/>
              </a:rPr>
              <a:t>qaraladi</a:t>
            </a:r>
            <a:r>
              <a:rPr lang="en-US" altLang="ru-RU" dirty="0">
                <a:latin typeface="Times New Roman" pitchFamily="18" charset="0"/>
                <a:cs typeface="Times New Roman" pitchFamily="18" charset="0"/>
              </a:rPr>
              <a:t> </a:t>
            </a:r>
            <a:r>
              <a:rPr lang="en-US" altLang="ru-RU" dirty="0" err="1">
                <a:latin typeface="Times New Roman" pitchFamily="18" charset="0"/>
                <a:cs typeface="Times New Roman" pitchFamily="18" charset="0"/>
              </a:rPr>
              <a:t>va</a:t>
            </a:r>
            <a:r>
              <a:rPr lang="en-US" altLang="ru-RU" dirty="0">
                <a:latin typeface="Times New Roman" pitchFamily="18" charset="0"/>
                <a:cs typeface="Times New Roman" pitchFamily="18" charset="0"/>
              </a:rPr>
              <a:t> </a:t>
            </a:r>
            <a:r>
              <a:rPr lang="en-US" altLang="ru-RU" dirty="0" err="1">
                <a:latin typeface="Times New Roman" pitchFamily="18" charset="0"/>
                <a:cs typeface="Times New Roman" pitchFamily="18" charset="0"/>
              </a:rPr>
              <a:t>o’z</a:t>
            </a:r>
            <a:r>
              <a:rPr lang="en-US" altLang="ru-RU" dirty="0">
                <a:latin typeface="Times New Roman" pitchFamily="18" charset="0"/>
                <a:cs typeface="Times New Roman" pitchFamily="18" charset="0"/>
              </a:rPr>
              <a:t> </a:t>
            </a:r>
            <a:r>
              <a:rPr lang="en-US" altLang="ru-RU" dirty="0" err="1">
                <a:latin typeface="Times New Roman" pitchFamily="18" charset="0"/>
                <a:cs typeface="Times New Roman" pitchFamily="18" charset="0"/>
              </a:rPr>
              <a:t>ichiga</a:t>
            </a:r>
            <a:r>
              <a:rPr lang="en-US" altLang="ru-RU" dirty="0">
                <a:latin typeface="Times New Roman" pitchFamily="18" charset="0"/>
                <a:cs typeface="Times New Roman" pitchFamily="18" charset="0"/>
              </a:rPr>
              <a:t> </a:t>
            </a:r>
            <a:r>
              <a:rPr lang="en-US" altLang="ru-RU" dirty="0" err="1">
                <a:latin typeface="Times New Roman" pitchFamily="18" charset="0"/>
                <a:cs typeface="Times New Roman" pitchFamily="18" charset="0"/>
              </a:rPr>
              <a:t>boshqa</a:t>
            </a:r>
            <a:r>
              <a:rPr lang="en-US" altLang="ru-RU" dirty="0">
                <a:latin typeface="Times New Roman" pitchFamily="18" charset="0"/>
                <a:cs typeface="Times New Roman" pitchFamily="18" charset="0"/>
              </a:rPr>
              <a:t> </a:t>
            </a:r>
            <a:r>
              <a:rPr lang="en-US" altLang="ru-RU" dirty="0" err="1">
                <a:latin typeface="Times New Roman" pitchFamily="18" charset="0"/>
                <a:cs typeface="Times New Roman" pitchFamily="18" charset="0"/>
              </a:rPr>
              <a:t>obyektlarni</a:t>
            </a:r>
            <a:r>
              <a:rPr lang="en-US" altLang="ru-RU" dirty="0">
                <a:latin typeface="Times New Roman" pitchFamily="18" charset="0"/>
                <a:cs typeface="Times New Roman" pitchFamily="18" charset="0"/>
              </a:rPr>
              <a:t> </a:t>
            </a:r>
            <a:r>
              <a:rPr lang="en-US" altLang="ru-RU" dirty="0" err="1">
                <a:latin typeface="Times New Roman" pitchFamily="18" charset="0"/>
                <a:cs typeface="Times New Roman" pitchFamily="18" charset="0"/>
              </a:rPr>
              <a:t>olishi</a:t>
            </a:r>
            <a:r>
              <a:rPr lang="en-US" altLang="ru-RU" dirty="0">
                <a:latin typeface="Times New Roman" pitchFamily="18" charset="0"/>
                <a:cs typeface="Times New Roman" pitchFamily="18" charset="0"/>
              </a:rPr>
              <a:t> </a:t>
            </a:r>
            <a:r>
              <a:rPr lang="en-US" altLang="ru-RU" dirty="0" err="1">
                <a:latin typeface="Times New Roman" pitchFamily="18" charset="0"/>
                <a:cs typeface="Times New Roman" pitchFamily="18" charset="0"/>
              </a:rPr>
              <a:t>mumkin</a:t>
            </a:r>
            <a:endParaRPr lang="en-US" altLang="ru-RU" dirty="0">
              <a:latin typeface="Times New Roman" pitchFamily="18" charset="0"/>
              <a:cs typeface="Times New Roman" pitchFamily="18" charset="0"/>
            </a:endParaRPr>
          </a:p>
          <a:p>
            <a:r>
              <a:rPr lang="en-US" altLang="ru-RU" sz="2800" dirty="0" err="1">
                <a:latin typeface="Times New Roman" pitchFamily="18" charset="0"/>
                <a:cs typeface="Times New Roman" pitchFamily="18" charset="0"/>
              </a:rPr>
              <a:t>Direktoriyada</a:t>
            </a:r>
            <a:r>
              <a:rPr lang="en-US" altLang="ru-RU" sz="2800" dirty="0">
                <a:latin typeface="Times New Roman" pitchFamily="18" charset="0"/>
                <a:cs typeface="Times New Roman" pitchFamily="18" charset="0"/>
              </a:rPr>
              <a:t> </a:t>
            </a:r>
            <a:r>
              <a:rPr lang="en-US" altLang="ru-RU" sz="2800" dirty="0" err="1">
                <a:latin typeface="Times New Roman" pitchFamily="18" charset="0"/>
                <a:cs typeface="Times New Roman" pitchFamily="18" charset="0"/>
              </a:rPr>
              <a:t>ikkita</a:t>
            </a:r>
            <a:r>
              <a:rPr lang="en-US" altLang="ru-RU" sz="2800" dirty="0">
                <a:latin typeface="Times New Roman" pitchFamily="18" charset="0"/>
                <a:cs typeface="Times New Roman" pitchFamily="18" charset="0"/>
              </a:rPr>
              <a:t> </a:t>
            </a:r>
            <a:r>
              <a:rPr lang="en-US" altLang="ru-RU" sz="2800" dirty="0" err="1">
                <a:latin typeface="Times New Roman" pitchFamily="18" charset="0"/>
                <a:cs typeface="Times New Roman" pitchFamily="18" charset="0"/>
              </a:rPr>
              <a:t>ko’rsatgich</a:t>
            </a:r>
            <a:r>
              <a:rPr lang="en-US" altLang="ru-RU" sz="2800" dirty="0">
                <a:latin typeface="Times New Roman" pitchFamily="18" charset="0"/>
                <a:cs typeface="Times New Roman" pitchFamily="18" charset="0"/>
              </a:rPr>
              <a:t> </a:t>
            </a:r>
            <a:r>
              <a:rPr lang="en-US" altLang="ru-RU" sz="2800" dirty="0" err="1">
                <a:latin typeface="Times New Roman" pitchFamily="18" charset="0"/>
                <a:cs typeface="Times New Roman" pitchFamily="18" charset="0"/>
              </a:rPr>
              <a:t>bo’ladi</a:t>
            </a:r>
            <a:r>
              <a:rPr lang="en-US" altLang="ru-RU" sz="2800" dirty="0">
                <a:latin typeface="Times New Roman" pitchFamily="18" charset="0"/>
                <a:cs typeface="Times New Roman" pitchFamily="18" charset="0"/>
              </a:rPr>
              <a:t>:</a:t>
            </a:r>
          </a:p>
          <a:p>
            <a:r>
              <a:rPr lang="en-US" altLang="ru-RU" sz="2800" dirty="0">
                <a:latin typeface="Times New Roman" pitchFamily="18" charset="0"/>
                <a:cs typeface="Times New Roman" pitchFamily="18" charset="0"/>
              </a:rPr>
              <a:t>1. </a:t>
            </a:r>
            <a:r>
              <a:rPr lang="en-US" altLang="ru-RU" sz="2800" dirty="0" err="1">
                <a:latin typeface="Times New Roman" pitchFamily="18" charset="0"/>
                <a:cs typeface="Times New Roman" pitchFamily="18" charset="0"/>
              </a:rPr>
              <a:t>Direktoriya</a:t>
            </a:r>
            <a:r>
              <a:rPr lang="en-US" altLang="ru-RU" sz="2800" dirty="0">
                <a:latin typeface="Times New Roman" pitchFamily="18" charset="0"/>
                <a:cs typeface="Times New Roman" pitchFamily="18" charset="0"/>
              </a:rPr>
              <a:t> </a:t>
            </a:r>
            <a:r>
              <a:rPr lang="en-US" altLang="ru-RU" sz="2800" dirty="0" err="1">
                <a:latin typeface="Times New Roman" pitchFamily="18" charset="0"/>
                <a:cs typeface="Times New Roman" pitchFamily="18" charset="0"/>
              </a:rPr>
              <a:t>otasiga</a:t>
            </a:r>
            <a:r>
              <a:rPr lang="en-US" altLang="ru-RU" sz="2800" dirty="0">
                <a:latin typeface="Times New Roman" pitchFamily="18" charset="0"/>
                <a:cs typeface="Times New Roman" pitchFamily="18" charset="0"/>
              </a:rPr>
              <a:t> (root)</a:t>
            </a:r>
          </a:p>
          <a:p>
            <a:r>
              <a:rPr lang="en-US" altLang="ru-RU" sz="2800" dirty="0">
                <a:latin typeface="Times New Roman" pitchFamily="18" charset="0"/>
                <a:cs typeface="Times New Roman" pitchFamily="18" charset="0"/>
              </a:rPr>
              <a:t>2. </a:t>
            </a:r>
            <a:r>
              <a:rPr lang="en-US" altLang="ru-RU" sz="2800" dirty="0" err="1">
                <a:latin typeface="Times New Roman" pitchFamily="18" charset="0"/>
                <a:cs typeface="Times New Roman" pitchFamily="18" charset="0"/>
              </a:rPr>
              <a:t>O’ziga</a:t>
            </a:r>
            <a:endParaRPr lang="en-US" altLang="ru-RU" sz="2800"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fld id="{77723F80-D976-49C1-9BE1-3618278C4762}" type="slidenum">
              <a:rPr lang="en-US" altLang="ru-RU">
                <a:solidFill>
                  <a:srgbClr val="898989"/>
                </a:solidFill>
              </a:rPr>
              <a:pPr/>
              <a:t>8</a:t>
            </a:fld>
            <a:endParaRPr lang="en-US" altLang="ru-RU">
              <a:solidFill>
                <a:srgbClr val="898989"/>
              </a:solidFill>
            </a:endParaRPr>
          </a:p>
        </p:txBody>
      </p:sp>
      <p:pic>
        <p:nvPicPr>
          <p:cNvPr id="30725" name="Picture 2" descr="D:\Pictures\soft-scraps icons\Folder-01.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71713" y="5648325"/>
            <a:ext cx="630237" cy="630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26" name="Picture 2" descr="D:\Pictures\soft-scraps icons\Folder-01.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00525" y="5648325"/>
            <a:ext cx="630238" cy="630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27" name="TextBox 6"/>
          <p:cNvSpPr txBox="1">
            <a:spLocks noChangeArrowheads="1"/>
          </p:cNvSpPr>
          <p:nvPr/>
        </p:nvSpPr>
        <p:spPr bwMode="auto">
          <a:xfrm>
            <a:off x="2116138" y="6192838"/>
            <a:ext cx="94138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a:r>
              <a:rPr lang="en-US" altLang="ru-RU" sz="2000"/>
              <a:t>/ (root)</a:t>
            </a:r>
          </a:p>
        </p:txBody>
      </p:sp>
      <p:sp>
        <p:nvSpPr>
          <p:cNvPr id="30728" name="TextBox 7"/>
          <p:cNvSpPr txBox="1">
            <a:spLocks noChangeArrowheads="1"/>
          </p:cNvSpPr>
          <p:nvPr/>
        </p:nvSpPr>
        <p:spPr bwMode="auto">
          <a:xfrm>
            <a:off x="4259263" y="6176963"/>
            <a:ext cx="51276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a:r>
              <a:rPr lang="en-US" altLang="ru-RU" sz="2000"/>
              <a:t>bin</a:t>
            </a:r>
          </a:p>
        </p:txBody>
      </p:sp>
      <p:pic>
        <p:nvPicPr>
          <p:cNvPr id="30729" name="Picture 2" descr="D:\Pictures\soft-scraps icons\Folder-01.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30938" y="5881688"/>
            <a:ext cx="630237" cy="630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30730" name="Group 9"/>
          <p:cNvGrpSpPr>
            <a:grpSpLocks/>
          </p:cNvGrpSpPr>
          <p:nvPr/>
        </p:nvGrpSpPr>
        <p:grpSpPr bwMode="auto">
          <a:xfrm>
            <a:off x="6202363" y="4976813"/>
            <a:ext cx="688975" cy="687387"/>
            <a:chOff x="6581088" y="526057"/>
            <a:chExt cx="3251200" cy="3251201"/>
          </a:xfrm>
        </p:grpSpPr>
        <p:pic>
          <p:nvPicPr>
            <p:cNvPr id="30740" name="Picture 5" descr="D:\Pictures\soft-scraps icons\Document Blank-01.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81088" y="526057"/>
              <a:ext cx="3251200" cy="32512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41" name="Picture 4" descr="D:\Pictures\soft-scraps icons\Gear-01.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135491" y="1100287"/>
              <a:ext cx="2142393" cy="21423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30731" name="TextBox 12"/>
          <p:cNvSpPr txBox="1">
            <a:spLocks noChangeArrowheads="1"/>
          </p:cNvSpPr>
          <p:nvPr/>
        </p:nvSpPr>
        <p:spPr bwMode="auto">
          <a:xfrm>
            <a:off x="6062663" y="6397625"/>
            <a:ext cx="92551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a:r>
              <a:rPr lang="en-US" altLang="ru-RU" sz="2000"/>
              <a:t>python</a:t>
            </a:r>
          </a:p>
        </p:txBody>
      </p:sp>
      <p:cxnSp>
        <p:nvCxnSpPr>
          <p:cNvPr id="14" name="Elbow Connector 13"/>
          <p:cNvCxnSpPr/>
          <p:nvPr/>
        </p:nvCxnSpPr>
        <p:spPr>
          <a:xfrm rot="10800000">
            <a:off x="2901950" y="6096000"/>
            <a:ext cx="1298575" cy="0"/>
          </a:xfrm>
          <a:prstGeom prst="bentConnector3">
            <a:avLst>
              <a:gd name="adj1" fmla="val 50000"/>
            </a:avLst>
          </a:prstGeom>
          <a:ln w="57150">
            <a:solidFill>
              <a:schemeClr val="tx1">
                <a:lumMod val="50000"/>
                <a:lumOff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5" name="Elbow Connector 14"/>
          <p:cNvCxnSpPr/>
          <p:nvPr/>
        </p:nvCxnSpPr>
        <p:spPr>
          <a:xfrm flipV="1">
            <a:off x="4830763" y="5321300"/>
            <a:ext cx="1371600" cy="641350"/>
          </a:xfrm>
          <a:prstGeom prst="bentConnector3">
            <a:avLst>
              <a:gd name="adj1" fmla="val 51990"/>
            </a:avLst>
          </a:prstGeom>
          <a:ln w="57150">
            <a:solidFill>
              <a:schemeClr val="tx1">
                <a:lumMod val="50000"/>
                <a:lumOff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6" name="Elbow Connector 15"/>
          <p:cNvCxnSpPr/>
          <p:nvPr/>
        </p:nvCxnSpPr>
        <p:spPr>
          <a:xfrm>
            <a:off x="4830763" y="5962650"/>
            <a:ext cx="1400175" cy="234950"/>
          </a:xfrm>
          <a:prstGeom prst="bentConnector3">
            <a:avLst>
              <a:gd name="adj1" fmla="val 50974"/>
            </a:avLst>
          </a:prstGeom>
          <a:ln w="57150">
            <a:solidFill>
              <a:schemeClr val="tx1">
                <a:lumMod val="50000"/>
                <a:lumOff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4" name="Elbow Connector 23"/>
          <p:cNvCxnSpPr/>
          <p:nvPr/>
        </p:nvCxnSpPr>
        <p:spPr>
          <a:xfrm rot="16200000" flipH="1" flipV="1">
            <a:off x="4200525" y="5648325"/>
            <a:ext cx="314325" cy="314325"/>
          </a:xfrm>
          <a:prstGeom prst="bentConnector4">
            <a:avLst>
              <a:gd name="adj1" fmla="val -72574"/>
              <a:gd name="adj2" fmla="val 172574"/>
            </a:avLst>
          </a:prstGeom>
          <a:ln w="57150">
            <a:solidFill>
              <a:schemeClr val="tx1">
                <a:lumMod val="50000"/>
                <a:lumOff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30736" name="TextBox 26"/>
          <p:cNvSpPr txBox="1">
            <a:spLocks noChangeArrowheads="1"/>
          </p:cNvSpPr>
          <p:nvPr/>
        </p:nvSpPr>
        <p:spPr bwMode="auto">
          <a:xfrm>
            <a:off x="4117975" y="4953000"/>
            <a:ext cx="280988"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a:r>
              <a:rPr lang="en-US" altLang="ru-RU" sz="2800" b="1"/>
              <a:t>.</a:t>
            </a:r>
          </a:p>
        </p:txBody>
      </p:sp>
      <p:sp>
        <p:nvSpPr>
          <p:cNvPr id="30737" name="TextBox 27"/>
          <p:cNvSpPr txBox="1">
            <a:spLocks noChangeArrowheads="1"/>
          </p:cNvSpPr>
          <p:nvPr/>
        </p:nvSpPr>
        <p:spPr bwMode="auto">
          <a:xfrm>
            <a:off x="3362325" y="5572125"/>
            <a:ext cx="3778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a:r>
              <a:rPr lang="en-US" altLang="ru-RU" sz="2800" b="1"/>
              <a:t>..</a:t>
            </a:r>
          </a:p>
        </p:txBody>
      </p:sp>
      <p:sp>
        <p:nvSpPr>
          <p:cNvPr id="32" name="Rectangular Callout 31"/>
          <p:cNvSpPr/>
          <p:nvPr/>
        </p:nvSpPr>
        <p:spPr>
          <a:xfrm>
            <a:off x="3892550" y="4367213"/>
            <a:ext cx="2105025" cy="527050"/>
          </a:xfrm>
          <a:prstGeom prst="wedgeRectCallout">
            <a:avLst>
              <a:gd name="adj1" fmla="val -32737"/>
              <a:gd name="adj2" fmla="val 108974"/>
            </a:avLst>
          </a:prstGeom>
          <a:solidFill>
            <a:schemeClr val="accent2"/>
          </a:solidFill>
          <a:ln w="571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dirty="0"/>
              <a:t>“.” </a:t>
            </a:r>
            <a:r>
              <a:rPr lang="en-US" dirty="0" err="1"/>
              <a:t>o’ziga</a:t>
            </a:r>
            <a:r>
              <a:rPr lang="en-US" dirty="0"/>
              <a:t> </a:t>
            </a:r>
            <a:r>
              <a:rPr lang="en-US" dirty="0" err="1"/>
              <a:t>ko’rsatgich</a:t>
            </a:r>
            <a:endParaRPr lang="en-US" dirty="0"/>
          </a:p>
        </p:txBody>
      </p:sp>
      <p:sp>
        <p:nvSpPr>
          <p:cNvPr id="33" name="Rectangular Callout 32"/>
          <p:cNvSpPr/>
          <p:nvPr/>
        </p:nvSpPr>
        <p:spPr>
          <a:xfrm>
            <a:off x="771525" y="4449763"/>
            <a:ext cx="2616200" cy="817562"/>
          </a:xfrm>
          <a:prstGeom prst="wedgeRectCallout">
            <a:avLst>
              <a:gd name="adj1" fmla="val 55408"/>
              <a:gd name="adj2" fmla="val 107307"/>
            </a:avLst>
          </a:prstGeom>
          <a:solidFill>
            <a:schemeClr val="accent2"/>
          </a:solidFill>
          <a:ln w="571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dirty="0"/>
              <a:t>“..” root </a:t>
            </a:r>
            <a:r>
              <a:rPr lang="en-US" dirty="0" err="1"/>
              <a:t>ga</a:t>
            </a:r>
            <a:r>
              <a:rPr lang="en-US" dirty="0"/>
              <a:t> </a:t>
            </a:r>
            <a:r>
              <a:rPr lang="en-US" dirty="0" err="1"/>
              <a:t>ko’rsatgich</a:t>
            </a:r>
            <a:endParaRPr lang="en-US" dirty="0"/>
          </a:p>
        </p:txBody>
      </p:sp>
    </p:spTree>
    <p:extLst>
      <p:ext uri="{BB962C8B-B14F-4D97-AF65-F5344CB8AC3E}">
        <p14:creationId xmlns:p14="http://schemas.microsoft.com/office/powerpoint/2010/main" val="12914340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fld id="{C0C106F2-30D8-4BB0-8D96-3A009DFA50B9}" type="slidenum">
              <a:rPr lang="en-US" altLang="ru-RU">
                <a:solidFill>
                  <a:srgbClr val="898989"/>
                </a:solidFill>
              </a:rPr>
              <a:pPr/>
              <a:t>9</a:t>
            </a:fld>
            <a:endParaRPr lang="en-US" altLang="ru-RU">
              <a:solidFill>
                <a:srgbClr val="898989"/>
              </a:solidFill>
            </a:endParaRPr>
          </a:p>
        </p:txBody>
      </p:sp>
      <p:sp>
        <p:nvSpPr>
          <p:cNvPr id="32772" name="TextBox 4"/>
          <p:cNvSpPr txBox="1">
            <a:spLocks noChangeArrowheads="1"/>
          </p:cNvSpPr>
          <p:nvPr/>
        </p:nvSpPr>
        <p:spPr bwMode="auto">
          <a:xfrm>
            <a:off x="3903663" y="4854575"/>
            <a:ext cx="15398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a:r>
              <a:rPr lang="en-US" altLang="ru-RU" sz="2000" b="1"/>
              <a:t>2</a:t>
            </a:r>
          </a:p>
        </p:txBody>
      </p:sp>
      <p:sp>
        <p:nvSpPr>
          <p:cNvPr id="32773" name="TextBox 5"/>
          <p:cNvSpPr txBox="1">
            <a:spLocks noChangeArrowheads="1"/>
          </p:cNvSpPr>
          <p:nvPr/>
        </p:nvSpPr>
        <p:spPr bwMode="auto">
          <a:xfrm>
            <a:off x="4516438" y="4854575"/>
            <a:ext cx="15398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a:r>
              <a:rPr lang="en-US" altLang="ru-RU" sz="2000" b="1"/>
              <a:t>3</a:t>
            </a:r>
          </a:p>
        </p:txBody>
      </p:sp>
      <p:sp>
        <p:nvSpPr>
          <p:cNvPr id="32774" name="TextBox 6"/>
          <p:cNvSpPr txBox="1">
            <a:spLocks noChangeArrowheads="1"/>
          </p:cNvSpPr>
          <p:nvPr/>
        </p:nvSpPr>
        <p:spPr bwMode="auto">
          <a:xfrm>
            <a:off x="5211763" y="4854575"/>
            <a:ext cx="1524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a:r>
              <a:rPr lang="en-US" altLang="ru-RU" sz="2000" b="1"/>
              <a:t>4</a:t>
            </a:r>
          </a:p>
        </p:txBody>
      </p:sp>
      <p:sp>
        <p:nvSpPr>
          <p:cNvPr id="32775" name="TextBox 7"/>
          <p:cNvSpPr txBox="1">
            <a:spLocks noChangeArrowheads="1"/>
          </p:cNvSpPr>
          <p:nvPr/>
        </p:nvSpPr>
        <p:spPr bwMode="auto">
          <a:xfrm>
            <a:off x="5822950" y="4854575"/>
            <a:ext cx="1524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a:r>
              <a:rPr lang="en-US" altLang="ru-RU" sz="2000" b="1"/>
              <a:t>5</a:t>
            </a:r>
          </a:p>
        </p:txBody>
      </p:sp>
      <p:sp>
        <p:nvSpPr>
          <p:cNvPr id="32776" name="TextBox 8"/>
          <p:cNvSpPr txBox="1">
            <a:spLocks noChangeArrowheads="1"/>
          </p:cNvSpPr>
          <p:nvPr/>
        </p:nvSpPr>
        <p:spPr bwMode="auto">
          <a:xfrm>
            <a:off x="6462713" y="4854575"/>
            <a:ext cx="15398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a:r>
              <a:rPr lang="en-US" altLang="ru-RU" sz="2000" b="1"/>
              <a:t>6</a:t>
            </a:r>
          </a:p>
        </p:txBody>
      </p:sp>
      <p:sp>
        <p:nvSpPr>
          <p:cNvPr id="32777" name="TextBox 9"/>
          <p:cNvSpPr txBox="1">
            <a:spLocks noChangeArrowheads="1"/>
          </p:cNvSpPr>
          <p:nvPr/>
        </p:nvSpPr>
        <p:spPr bwMode="auto">
          <a:xfrm>
            <a:off x="7112000" y="4854575"/>
            <a:ext cx="1524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a:r>
              <a:rPr lang="en-US" altLang="ru-RU" sz="2000" b="1"/>
              <a:t>7</a:t>
            </a:r>
          </a:p>
        </p:txBody>
      </p:sp>
      <p:sp>
        <p:nvSpPr>
          <p:cNvPr id="32778" name="TextBox 10"/>
          <p:cNvSpPr txBox="1">
            <a:spLocks noChangeArrowheads="1"/>
          </p:cNvSpPr>
          <p:nvPr/>
        </p:nvSpPr>
        <p:spPr bwMode="auto">
          <a:xfrm>
            <a:off x="7756525" y="4854575"/>
            <a:ext cx="1524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a:r>
              <a:rPr lang="en-US" altLang="ru-RU" sz="2000" b="1"/>
              <a:t>8</a:t>
            </a:r>
          </a:p>
        </p:txBody>
      </p:sp>
      <p:sp>
        <p:nvSpPr>
          <p:cNvPr id="32779" name="TextBox 11"/>
          <p:cNvSpPr txBox="1">
            <a:spLocks noChangeArrowheads="1"/>
          </p:cNvSpPr>
          <p:nvPr/>
        </p:nvSpPr>
        <p:spPr bwMode="auto">
          <a:xfrm>
            <a:off x="8407400" y="4854575"/>
            <a:ext cx="1524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a:r>
              <a:rPr lang="en-US" altLang="ru-RU" sz="2000" b="1"/>
              <a:t>9</a:t>
            </a:r>
          </a:p>
        </p:txBody>
      </p:sp>
      <p:sp>
        <p:nvSpPr>
          <p:cNvPr id="14" name="Rectangle 13"/>
          <p:cNvSpPr/>
          <p:nvPr/>
        </p:nvSpPr>
        <p:spPr>
          <a:xfrm>
            <a:off x="3646488" y="5197475"/>
            <a:ext cx="649287" cy="758825"/>
          </a:xfrm>
          <a:prstGeom prst="rect">
            <a:avLst/>
          </a:prstGeom>
          <a:solidFill>
            <a:schemeClr val="bg1">
              <a:lumMod val="85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32781" name="TextBox 14"/>
          <p:cNvSpPr txBox="1">
            <a:spLocks noChangeArrowheads="1"/>
          </p:cNvSpPr>
          <p:nvPr/>
        </p:nvSpPr>
        <p:spPr bwMode="auto">
          <a:xfrm>
            <a:off x="1625600" y="5422900"/>
            <a:ext cx="6350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a:r>
              <a:rPr lang="en-US" altLang="ru-RU" sz="2000" b="1"/>
              <a:t>Disk</a:t>
            </a:r>
          </a:p>
        </p:txBody>
      </p:sp>
      <p:sp>
        <p:nvSpPr>
          <p:cNvPr id="24" name="Rectangle 23"/>
          <p:cNvSpPr/>
          <p:nvPr/>
        </p:nvSpPr>
        <p:spPr>
          <a:xfrm>
            <a:off x="4295775" y="5197475"/>
            <a:ext cx="650875" cy="758825"/>
          </a:xfrm>
          <a:prstGeom prst="rect">
            <a:avLst/>
          </a:prstGeom>
          <a:solidFill>
            <a:schemeClr val="bg1">
              <a:lumMod val="85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25" name="Rectangle 24"/>
          <p:cNvSpPr/>
          <p:nvPr/>
        </p:nvSpPr>
        <p:spPr>
          <a:xfrm>
            <a:off x="4926013" y="5197475"/>
            <a:ext cx="650875" cy="758825"/>
          </a:xfrm>
          <a:prstGeom prst="rect">
            <a:avLst/>
          </a:prstGeom>
          <a:solidFill>
            <a:schemeClr val="bg1">
              <a:lumMod val="85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26" name="Rectangle 25"/>
          <p:cNvSpPr/>
          <p:nvPr/>
        </p:nvSpPr>
        <p:spPr>
          <a:xfrm>
            <a:off x="5576888" y="5197475"/>
            <a:ext cx="650875" cy="758825"/>
          </a:xfrm>
          <a:prstGeom prst="rect">
            <a:avLst/>
          </a:prstGeom>
          <a:solidFill>
            <a:schemeClr val="bg1">
              <a:lumMod val="85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27" name="Rectangle 26"/>
          <p:cNvSpPr/>
          <p:nvPr/>
        </p:nvSpPr>
        <p:spPr>
          <a:xfrm>
            <a:off x="6227763" y="5197475"/>
            <a:ext cx="650875" cy="758825"/>
          </a:xfrm>
          <a:prstGeom prst="rect">
            <a:avLst/>
          </a:prstGeom>
          <a:solidFill>
            <a:schemeClr val="bg1">
              <a:lumMod val="85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28" name="Rectangle 27"/>
          <p:cNvSpPr/>
          <p:nvPr/>
        </p:nvSpPr>
        <p:spPr>
          <a:xfrm>
            <a:off x="6878638" y="5197475"/>
            <a:ext cx="649287" cy="758825"/>
          </a:xfrm>
          <a:prstGeom prst="rect">
            <a:avLst/>
          </a:prstGeom>
          <a:solidFill>
            <a:schemeClr val="bg1">
              <a:lumMod val="85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29" name="Rectangle 28"/>
          <p:cNvSpPr/>
          <p:nvPr/>
        </p:nvSpPr>
        <p:spPr>
          <a:xfrm>
            <a:off x="7507288" y="5197475"/>
            <a:ext cx="650875" cy="758825"/>
          </a:xfrm>
          <a:prstGeom prst="rect">
            <a:avLst/>
          </a:prstGeom>
          <a:solidFill>
            <a:schemeClr val="bg1">
              <a:lumMod val="85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30" name="Rectangle 29"/>
          <p:cNvSpPr/>
          <p:nvPr/>
        </p:nvSpPr>
        <p:spPr>
          <a:xfrm>
            <a:off x="8158163" y="5197475"/>
            <a:ext cx="650875" cy="758825"/>
          </a:xfrm>
          <a:prstGeom prst="rect">
            <a:avLst/>
          </a:prstGeom>
          <a:solidFill>
            <a:schemeClr val="bg1">
              <a:lumMod val="85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pic>
        <p:nvPicPr>
          <p:cNvPr id="32789" name="Picture 2" descr="D:\Pictures\soft-scraps icons\Folder-01.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5438" y="1925638"/>
            <a:ext cx="630237" cy="630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2790" name="Picture 3" descr="D:\Pictures\soft-scraps icons\Document Text-01.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73225" y="3424238"/>
            <a:ext cx="698500" cy="698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2791" name="Picture 2" descr="D:\Pictures\soft-scraps icons\Folder-01.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08150" y="1346200"/>
            <a:ext cx="630238" cy="630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2792" name="Picture 2" descr="D:\Pictures\soft-scraps icons\Folder-01.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08150" y="2389188"/>
            <a:ext cx="630238" cy="630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2793" name="TextBox 34"/>
          <p:cNvSpPr txBox="1">
            <a:spLocks noChangeArrowheads="1"/>
          </p:cNvSpPr>
          <p:nvPr/>
        </p:nvSpPr>
        <p:spPr bwMode="auto">
          <a:xfrm>
            <a:off x="395288" y="2470150"/>
            <a:ext cx="4889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a:r>
              <a:rPr lang="en-US" altLang="ru-RU" sz="2000"/>
              <a:t>C:\</a:t>
            </a:r>
          </a:p>
        </p:txBody>
      </p:sp>
      <p:sp>
        <p:nvSpPr>
          <p:cNvPr id="32794" name="TextBox 35"/>
          <p:cNvSpPr txBox="1">
            <a:spLocks noChangeArrowheads="1"/>
          </p:cNvSpPr>
          <p:nvPr/>
        </p:nvSpPr>
        <p:spPr bwMode="auto">
          <a:xfrm>
            <a:off x="1444625" y="1874838"/>
            <a:ext cx="11557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a:r>
              <a:rPr lang="en-US" altLang="ru-RU" sz="2000"/>
              <a:t>Windows</a:t>
            </a:r>
          </a:p>
        </p:txBody>
      </p:sp>
      <p:sp>
        <p:nvSpPr>
          <p:cNvPr id="32795" name="TextBox 36"/>
          <p:cNvSpPr txBox="1">
            <a:spLocks noChangeArrowheads="1"/>
          </p:cNvSpPr>
          <p:nvPr/>
        </p:nvSpPr>
        <p:spPr bwMode="auto">
          <a:xfrm>
            <a:off x="1641475" y="2960688"/>
            <a:ext cx="7651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a:r>
              <a:rPr lang="en-US" altLang="ru-RU" sz="2000"/>
              <a:t>Users</a:t>
            </a:r>
          </a:p>
        </p:txBody>
      </p:sp>
      <p:cxnSp>
        <p:nvCxnSpPr>
          <p:cNvPr id="41" name="Elbow Connector 40"/>
          <p:cNvCxnSpPr/>
          <p:nvPr/>
        </p:nvCxnSpPr>
        <p:spPr>
          <a:xfrm flipV="1">
            <a:off x="955675" y="1662113"/>
            <a:ext cx="752475" cy="579437"/>
          </a:xfrm>
          <a:prstGeom prst="bentConnector3">
            <a:avLst>
              <a:gd name="adj1" fmla="val 50000"/>
            </a:avLst>
          </a:prstGeom>
          <a:ln w="57150">
            <a:solidFill>
              <a:schemeClr val="tx1">
                <a:lumMod val="50000"/>
                <a:lumOff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2" name="Elbow Connector 41"/>
          <p:cNvCxnSpPr/>
          <p:nvPr/>
        </p:nvCxnSpPr>
        <p:spPr>
          <a:xfrm>
            <a:off x="955675" y="2241550"/>
            <a:ext cx="752475" cy="463550"/>
          </a:xfrm>
          <a:prstGeom prst="bentConnector3">
            <a:avLst>
              <a:gd name="adj1" fmla="val 50000"/>
            </a:avLst>
          </a:prstGeom>
          <a:ln w="57150">
            <a:solidFill>
              <a:schemeClr val="tx1">
                <a:lumMod val="50000"/>
                <a:lumOff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3" name="Elbow Connector 42"/>
          <p:cNvCxnSpPr/>
          <p:nvPr/>
        </p:nvCxnSpPr>
        <p:spPr>
          <a:xfrm>
            <a:off x="955675" y="2241550"/>
            <a:ext cx="717550" cy="1531938"/>
          </a:xfrm>
          <a:prstGeom prst="bentConnector3">
            <a:avLst>
              <a:gd name="adj1" fmla="val 50000"/>
            </a:avLst>
          </a:prstGeom>
          <a:ln w="57150">
            <a:solidFill>
              <a:schemeClr val="tx1">
                <a:lumMod val="50000"/>
                <a:lumOff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pic>
        <p:nvPicPr>
          <p:cNvPr id="32799" name="Picture 2" descr="D:\Pictures\soft-scraps icons\Folder-01.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349750" y="5332413"/>
            <a:ext cx="517525"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2800" name="Picture 2" descr="D:\Pictures\soft-scraps icons\Folder-01.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997450" y="5332413"/>
            <a:ext cx="517525"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2801" name="Picture 3" descr="D:\Pictures\soft-scraps icons\Document Text-01.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284913" y="5337175"/>
            <a:ext cx="509587" cy="509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2802" name="Picture 3" descr="D:\Pictures\soft-scraps icons\Document Text-01.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645150" y="5337175"/>
            <a:ext cx="509588" cy="509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2803" name="Picture 3" descr="D:\Pictures\soft-scraps icons\Document Text-01.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924675" y="5337175"/>
            <a:ext cx="509588" cy="509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32804" name="Group 79"/>
          <p:cNvGrpSpPr>
            <a:grpSpLocks/>
          </p:cNvGrpSpPr>
          <p:nvPr/>
        </p:nvGrpSpPr>
        <p:grpSpPr bwMode="auto">
          <a:xfrm>
            <a:off x="3702050" y="5332413"/>
            <a:ext cx="527050" cy="517525"/>
            <a:chOff x="3809527" y="3871553"/>
            <a:chExt cx="525741" cy="517542"/>
          </a:xfrm>
        </p:grpSpPr>
        <p:pic>
          <p:nvPicPr>
            <p:cNvPr id="32843" name="Picture 2" descr="D:\Pictures\soft-scraps icons\Folder-01.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809527" y="3871553"/>
              <a:ext cx="517542" cy="5175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2844" name="TextBox 81"/>
            <p:cNvSpPr txBox="1">
              <a:spLocks noChangeArrowheads="1"/>
            </p:cNvSpPr>
            <p:nvPr/>
          </p:nvSpPr>
          <p:spPr bwMode="auto">
            <a:xfrm>
              <a:off x="3846032" y="3961237"/>
              <a:ext cx="48923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a:r>
                <a:rPr lang="en-US" altLang="ru-RU" sz="2000"/>
                <a:t>C:\</a:t>
              </a:r>
            </a:p>
          </p:txBody>
        </p:sp>
      </p:grpSp>
      <p:sp>
        <p:nvSpPr>
          <p:cNvPr id="83" name="Rectangular Callout 82"/>
          <p:cNvSpPr/>
          <p:nvPr/>
        </p:nvSpPr>
        <p:spPr>
          <a:xfrm>
            <a:off x="3562350" y="2389188"/>
            <a:ext cx="3900488" cy="2043112"/>
          </a:xfrm>
          <a:prstGeom prst="wedgeRectCallout">
            <a:avLst>
              <a:gd name="adj1" fmla="val -36372"/>
              <a:gd name="adj2" fmla="val 98114"/>
            </a:avLst>
          </a:prstGeom>
          <a:solidFill>
            <a:schemeClr val="accent1"/>
          </a:solidFill>
          <a:ln w="5715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lstStyle/>
          <a:p>
            <a:pPr fontAlgn="auto">
              <a:spcBef>
                <a:spcPts val="0"/>
              </a:spcBef>
              <a:spcAft>
                <a:spcPts val="0"/>
              </a:spcAft>
              <a:defRPr/>
            </a:pPr>
            <a:endParaRPr lang="en-US" sz="2400" dirty="0"/>
          </a:p>
        </p:txBody>
      </p:sp>
      <p:graphicFrame>
        <p:nvGraphicFramePr>
          <p:cNvPr id="84" name="Table 83"/>
          <p:cNvGraphicFramePr>
            <a:graphicFrameLocks noGrp="1"/>
          </p:cNvGraphicFramePr>
          <p:nvPr>
            <p:extLst>
              <p:ext uri="{D42A27DB-BD31-4B8C-83A1-F6EECF244321}">
                <p14:modId xmlns:p14="http://schemas.microsoft.com/office/powerpoint/2010/main" val="2405699364"/>
              </p:ext>
            </p:extLst>
          </p:nvPr>
        </p:nvGraphicFramePr>
        <p:xfrm>
          <a:off x="3722688" y="2478088"/>
          <a:ext cx="3805237" cy="1849439"/>
        </p:xfrm>
        <a:graphic>
          <a:graphicData uri="http://schemas.openxmlformats.org/drawingml/2006/table">
            <a:tbl>
              <a:tblPr firstRow="1" bandRow="1">
                <a:tableStyleId>{5C22544A-7EE6-4342-B048-85BDC9FD1C3A}</a:tableStyleId>
              </a:tblPr>
              <a:tblGrid>
                <a:gridCol w="1415099">
                  <a:extLst>
                    <a:ext uri="{9D8B030D-6E8A-4147-A177-3AD203B41FA5}">
                      <a16:colId xmlns:a16="http://schemas.microsoft.com/office/drawing/2014/main" val="20000"/>
                    </a:ext>
                  </a:extLst>
                </a:gridCol>
                <a:gridCol w="819580">
                  <a:extLst>
                    <a:ext uri="{9D8B030D-6E8A-4147-A177-3AD203B41FA5}">
                      <a16:colId xmlns:a16="http://schemas.microsoft.com/office/drawing/2014/main" val="20001"/>
                    </a:ext>
                  </a:extLst>
                </a:gridCol>
                <a:gridCol w="675350">
                  <a:extLst>
                    <a:ext uri="{9D8B030D-6E8A-4147-A177-3AD203B41FA5}">
                      <a16:colId xmlns:a16="http://schemas.microsoft.com/office/drawing/2014/main" val="20002"/>
                    </a:ext>
                  </a:extLst>
                </a:gridCol>
                <a:gridCol w="895208">
                  <a:extLst>
                    <a:ext uri="{9D8B030D-6E8A-4147-A177-3AD203B41FA5}">
                      <a16:colId xmlns:a16="http://schemas.microsoft.com/office/drawing/2014/main" val="20003"/>
                    </a:ext>
                  </a:extLst>
                </a:gridCol>
              </a:tblGrid>
              <a:tr h="365823">
                <a:tc>
                  <a:txBody>
                    <a:bodyPr/>
                    <a:lstStyle/>
                    <a:p>
                      <a:r>
                        <a:rPr lang="en-US" sz="1800" dirty="0"/>
                        <a:t>Name</a:t>
                      </a:r>
                    </a:p>
                  </a:txBody>
                  <a:tcPr marL="91405" marR="91405" marT="45728" marB="45728"/>
                </a:tc>
                <a:tc>
                  <a:txBody>
                    <a:bodyPr/>
                    <a:lstStyle/>
                    <a:p>
                      <a:r>
                        <a:rPr lang="en-US" sz="1800" dirty="0"/>
                        <a:t>Index</a:t>
                      </a:r>
                    </a:p>
                  </a:txBody>
                  <a:tcPr marL="91405" marR="91405" marT="45728" marB="45728"/>
                </a:tc>
                <a:tc>
                  <a:txBody>
                    <a:bodyPr/>
                    <a:lstStyle/>
                    <a:p>
                      <a:r>
                        <a:rPr lang="en-US" sz="1800" dirty="0" err="1"/>
                        <a:t>Dir</a:t>
                      </a:r>
                      <a:r>
                        <a:rPr lang="en-US" sz="1800" dirty="0"/>
                        <a:t>?</a:t>
                      </a:r>
                    </a:p>
                  </a:txBody>
                  <a:tcPr marL="91405" marR="91405" marT="45728" marB="45728"/>
                </a:tc>
                <a:tc>
                  <a:txBody>
                    <a:bodyPr/>
                    <a:lstStyle/>
                    <a:p>
                      <a:r>
                        <a:rPr lang="en-US" sz="1800" dirty="0"/>
                        <a:t>Perms</a:t>
                      </a:r>
                    </a:p>
                  </a:txBody>
                  <a:tcPr marL="91405" marR="91405" marT="45728" marB="45728"/>
                </a:tc>
                <a:extLst>
                  <a:ext uri="{0D108BD9-81ED-4DB2-BD59-A6C34878D82A}">
                    <a16:rowId xmlns:a16="http://schemas.microsoft.com/office/drawing/2014/main" val="10000"/>
                  </a:ext>
                </a:extLst>
              </a:tr>
              <a:tr h="370904">
                <a:tc>
                  <a:txBody>
                    <a:bodyPr/>
                    <a:lstStyle/>
                    <a:p>
                      <a:r>
                        <a:rPr lang="en-US" sz="1800" dirty="0"/>
                        <a:t>.</a:t>
                      </a:r>
                    </a:p>
                  </a:txBody>
                  <a:tcPr marL="91405" marR="91405" marT="45728" marB="45728"/>
                </a:tc>
                <a:tc>
                  <a:txBody>
                    <a:bodyPr/>
                    <a:lstStyle/>
                    <a:p>
                      <a:r>
                        <a:rPr lang="en-US" sz="1800" dirty="0"/>
                        <a:t>2</a:t>
                      </a:r>
                    </a:p>
                  </a:txBody>
                  <a:tcPr marL="91405" marR="91405" marT="45728" marB="45728"/>
                </a:tc>
                <a:tc>
                  <a:txBody>
                    <a:bodyPr/>
                    <a:lstStyle/>
                    <a:p>
                      <a:r>
                        <a:rPr lang="en-US" sz="1800" dirty="0"/>
                        <a:t>Y</a:t>
                      </a:r>
                    </a:p>
                  </a:txBody>
                  <a:tcPr marL="91405" marR="91405" marT="45728" marB="45728"/>
                </a:tc>
                <a:tc>
                  <a:txBody>
                    <a:bodyPr/>
                    <a:lstStyle/>
                    <a:p>
                      <a:r>
                        <a:rPr lang="en-US" sz="1800" dirty="0" err="1"/>
                        <a:t>rwx</a:t>
                      </a:r>
                      <a:endParaRPr lang="en-US" sz="1800" dirty="0"/>
                    </a:p>
                  </a:txBody>
                  <a:tcPr marL="91405" marR="91405" marT="45728" marB="45728"/>
                </a:tc>
                <a:extLst>
                  <a:ext uri="{0D108BD9-81ED-4DB2-BD59-A6C34878D82A}">
                    <a16:rowId xmlns:a16="http://schemas.microsoft.com/office/drawing/2014/main" val="10001"/>
                  </a:ext>
                </a:extLst>
              </a:tr>
              <a:tr h="370904">
                <a:tc>
                  <a:txBody>
                    <a:bodyPr/>
                    <a:lstStyle/>
                    <a:p>
                      <a:r>
                        <a:rPr lang="en-US" sz="1800" dirty="0"/>
                        <a:t>Windows</a:t>
                      </a:r>
                    </a:p>
                  </a:txBody>
                  <a:tcPr marL="91405" marR="91405" marT="45728" marB="45728"/>
                </a:tc>
                <a:tc>
                  <a:txBody>
                    <a:bodyPr/>
                    <a:lstStyle/>
                    <a:p>
                      <a:r>
                        <a:rPr lang="en-US" sz="1800" dirty="0"/>
                        <a:t>3</a:t>
                      </a:r>
                    </a:p>
                  </a:txBody>
                  <a:tcPr marL="91405" marR="91405" marT="45728" marB="45728"/>
                </a:tc>
                <a:tc>
                  <a:txBody>
                    <a:bodyPr/>
                    <a:lstStyle/>
                    <a:p>
                      <a:r>
                        <a:rPr lang="en-US" sz="1800" dirty="0"/>
                        <a:t>Y</a:t>
                      </a:r>
                    </a:p>
                  </a:txBody>
                  <a:tcPr marL="91405" marR="91405" marT="45728" marB="45728"/>
                </a:tc>
                <a:tc>
                  <a:txBody>
                    <a:bodyPr/>
                    <a:lstStyle/>
                    <a:p>
                      <a:r>
                        <a:rPr lang="en-US" sz="1800" dirty="0" err="1"/>
                        <a:t>rwx</a:t>
                      </a:r>
                      <a:endParaRPr lang="en-US" sz="1800" dirty="0"/>
                    </a:p>
                  </a:txBody>
                  <a:tcPr marL="91405" marR="91405" marT="45728" marB="45728"/>
                </a:tc>
                <a:extLst>
                  <a:ext uri="{0D108BD9-81ED-4DB2-BD59-A6C34878D82A}">
                    <a16:rowId xmlns:a16="http://schemas.microsoft.com/office/drawing/2014/main" val="10002"/>
                  </a:ext>
                </a:extLst>
              </a:tr>
              <a:tr h="370904">
                <a:tc>
                  <a:txBody>
                    <a:bodyPr/>
                    <a:lstStyle/>
                    <a:p>
                      <a:r>
                        <a:rPr lang="en-US" sz="1800" dirty="0"/>
                        <a:t>Users</a:t>
                      </a:r>
                    </a:p>
                  </a:txBody>
                  <a:tcPr marL="91405" marR="91405" marT="45728" marB="45728"/>
                </a:tc>
                <a:tc>
                  <a:txBody>
                    <a:bodyPr/>
                    <a:lstStyle/>
                    <a:p>
                      <a:r>
                        <a:rPr lang="en-US" sz="1800" dirty="0"/>
                        <a:t>4</a:t>
                      </a:r>
                    </a:p>
                  </a:txBody>
                  <a:tcPr marL="91405" marR="91405" marT="45728" marB="45728"/>
                </a:tc>
                <a:tc>
                  <a:txBody>
                    <a:bodyPr/>
                    <a:lstStyle/>
                    <a:p>
                      <a:r>
                        <a:rPr lang="en-US" sz="1800" dirty="0"/>
                        <a:t>Y</a:t>
                      </a:r>
                    </a:p>
                  </a:txBody>
                  <a:tcPr marL="91405" marR="91405" marT="45728" marB="45728"/>
                </a:tc>
                <a:tc>
                  <a:txBody>
                    <a:bodyPr/>
                    <a:lstStyle/>
                    <a:p>
                      <a:r>
                        <a:rPr lang="en-US" sz="1800" dirty="0" err="1"/>
                        <a:t>rwx</a:t>
                      </a:r>
                      <a:endParaRPr lang="en-US" sz="1800" dirty="0"/>
                    </a:p>
                  </a:txBody>
                  <a:tcPr marL="91405" marR="91405" marT="45728" marB="45728"/>
                </a:tc>
                <a:extLst>
                  <a:ext uri="{0D108BD9-81ED-4DB2-BD59-A6C34878D82A}">
                    <a16:rowId xmlns:a16="http://schemas.microsoft.com/office/drawing/2014/main" val="10003"/>
                  </a:ext>
                </a:extLst>
              </a:tr>
              <a:tr h="370904">
                <a:tc>
                  <a:txBody>
                    <a:bodyPr/>
                    <a:lstStyle/>
                    <a:p>
                      <a:r>
                        <a:rPr lang="en-US" sz="1800" dirty="0"/>
                        <a:t>pagefile.sys</a:t>
                      </a:r>
                    </a:p>
                  </a:txBody>
                  <a:tcPr marL="91405" marR="91405" marT="45728" marB="45728"/>
                </a:tc>
                <a:tc>
                  <a:txBody>
                    <a:bodyPr/>
                    <a:lstStyle/>
                    <a:p>
                      <a:r>
                        <a:rPr lang="en-US" sz="1800" dirty="0"/>
                        <a:t>5</a:t>
                      </a:r>
                    </a:p>
                  </a:txBody>
                  <a:tcPr marL="91405" marR="91405" marT="45728" marB="45728"/>
                </a:tc>
                <a:tc>
                  <a:txBody>
                    <a:bodyPr/>
                    <a:lstStyle/>
                    <a:p>
                      <a:r>
                        <a:rPr lang="en-US" sz="1800" dirty="0"/>
                        <a:t>N</a:t>
                      </a:r>
                    </a:p>
                  </a:txBody>
                  <a:tcPr marL="91405" marR="91405" marT="45728" marB="45728"/>
                </a:tc>
                <a:tc>
                  <a:txBody>
                    <a:bodyPr/>
                    <a:lstStyle/>
                    <a:p>
                      <a:r>
                        <a:rPr lang="en-US" sz="1800" dirty="0"/>
                        <a:t>r</a:t>
                      </a:r>
                    </a:p>
                  </a:txBody>
                  <a:tcPr marL="91405" marR="91405" marT="45728" marB="45728"/>
                </a:tc>
                <a:extLst>
                  <a:ext uri="{0D108BD9-81ED-4DB2-BD59-A6C34878D82A}">
                    <a16:rowId xmlns:a16="http://schemas.microsoft.com/office/drawing/2014/main" val="10004"/>
                  </a:ext>
                </a:extLst>
              </a:tr>
            </a:tbl>
          </a:graphicData>
        </a:graphic>
      </p:graphicFrame>
      <p:sp>
        <p:nvSpPr>
          <p:cNvPr id="32838" name="TextBox 84"/>
          <p:cNvSpPr txBox="1">
            <a:spLocks noChangeArrowheads="1"/>
          </p:cNvSpPr>
          <p:nvPr/>
        </p:nvSpPr>
        <p:spPr bwMode="auto">
          <a:xfrm>
            <a:off x="3244850" y="4854575"/>
            <a:ext cx="1524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a:r>
              <a:rPr lang="en-US" altLang="ru-RU" sz="2000" b="1"/>
              <a:t>1</a:t>
            </a:r>
          </a:p>
        </p:txBody>
      </p:sp>
      <p:sp>
        <p:nvSpPr>
          <p:cNvPr id="86" name="Rectangle 85"/>
          <p:cNvSpPr/>
          <p:nvPr/>
        </p:nvSpPr>
        <p:spPr>
          <a:xfrm>
            <a:off x="2995613" y="5197475"/>
            <a:ext cx="650875" cy="758825"/>
          </a:xfrm>
          <a:prstGeom prst="rect">
            <a:avLst/>
          </a:prstGeom>
          <a:solidFill>
            <a:schemeClr val="bg1">
              <a:lumMod val="85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32840" name="TextBox 86"/>
          <p:cNvSpPr txBox="1">
            <a:spLocks noChangeArrowheads="1"/>
          </p:cNvSpPr>
          <p:nvPr/>
        </p:nvSpPr>
        <p:spPr bwMode="auto">
          <a:xfrm>
            <a:off x="2592388" y="4854575"/>
            <a:ext cx="15398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a:r>
              <a:rPr lang="en-US" altLang="ru-RU" sz="2000" b="1"/>
              <a:t>0</a:t>
            </a:r>
          </a:p>
        </p:txBody>
      </p:sp>
      <p:sp>
        <p:nvSpPr>
          <p:cNvPr id="88" name="Rectangle 87"/>
          <p:cNvSpPr/>
          <p:nvPr/>
        </p:nvSpPr>
        <p:spPr>
          <a:xfrm>
            <a:off x="2344738" y="5197475"/>
            <a:ext cx="650875" cy="758825"/>
          </a:xfrm>
          <a:prstGeom prst="rect">
            <a:avLst/>
          </a:prstGeom>
          <a:solidFill>
            <a:schemeClr val="bg1">
              <a:lumMod val="85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32842" name="TextBox 88"/>
          <p:cNvSpPr txBox="1">
            <a:spLocks noChangeArrowheads="1"/>
          </p:cNvSpPr>
          <p:nvPr/>
        </p:nvSpPr>
        <p:spPr bwMode="auto">
          <a:xfrm>
            <a:off x="1328738" y="4105275"/>
            <a:ext cx="13874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a:r>
              <a:rPr lang="en-US" altLang="ru-RU" sz="2000"/>
              <a:t>pagefile.sys</a:t>
            </a:r>
          </a:p>
        </p:txBody>
      </p:sp>
    </p:spTree>
    <p:extLst>
      <p:ext uri="{BB962C8B-B14F-4D97-AF65-F5344CB8AC3E}">
        <p14:creationId xmlns:p14="http://schemas.microsoft.com/office/powerpoint/2010/main" val="16141430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79186" y="119489"/>
            <a:ext cx="7289800" cy="857250"/>
          </a:xfrm>
        </p:spPr>
        <p:txBody>
          <a:bodyPr/>
          <a:lstStyle/>
          <a:p>
            <a:pPr algn="ctr"/>
            <a:r>
              <a:rPr lang="en-US" altLang="ru-RU" dirty="0" err="1">
                <a:latin typeface="Times New Roman" pitchFamily="18" charset="0"/>
              </a:rPr>
              <a:t>fayl</a:t>
            </a:r>
            <a:r>
              <a:rPr lang="en-US" altLang="ru-RU" dirty="0">
                <a:latin typeface="Times New Roman" pitchFamily="18" charset="0"/>
              </a:rPr>
              <a:t> </a:t>
            </a:r>
            <a:r>
              <a:rPr lang="en-US" altLang="ru-RU" dirty="0" err="1">
                <a:latin typeface="Times New Roman" pitchFamily="18" charset="0"/>
              </a:rPr>
              <a:t>tizimlari</a:t>
            </a:r>
            <a:endParaRPr lang="en-US" dirty="0"/>
          </a:p>
        </p:txBody>
      </p:sp>
      <p:sp>
        <p:nvSpPr>
          <p:cNvPr id="3" name="Content Placeholder 2"/>
          <p:cNvSpPr>
            <a:spLocks noGrp="1"/>
          </p:cNvSpPr>
          <p:nvPr>
            <p:ph idx="1"/>
          </p:nvPr>
        </p:nvSpPr>
        <p:spPr>
          <a:xfrm>
            <a:off x="180109" y="1080655"/>
            <a:ext cx="8963891" cy="5255365"/>
          </a:xfrm>
        </p:spPr>
        <p:txBody>
          <a:bodyPr>
            <a:noAutofit/>
          </a:bodyPr>
          <a:lstStyle/>
          <a:p>
            <a:pPr marL="0" lvl="1" algn="just">
              <a:spcBef>
                <a:spcPct val="50000"/>
              </a:spcBef>
            </a:pPr>
            <a:r>
              <a:rPr lang="en-US" altLang="ru-RU" sz="3000" b="1" dirty="0">
                <a:latin typeface="Times New Roman" pitchFamily="18" charset="0"/>
              </a:rPr>
              <a:t>FAT</a:t>
            </a:r>
            <a:r>
              <a:rPr lang="en-US" altLang="ru-RU" sz="3000" dirty="0">
                <a:latin typeface="Times New Roman" pitchFamily="18" charset="0"/>
              </a:rPr>
              <a:t> – </a:t>
            </a:r>
            <a:r>
              <a:rPr lang="en-US" altLang="ru-RU" sz="3000" b="1" dirty="0">
                <a:latin typeface="Times New Roman" pitchFamily="18" charset="0"/>
              </a:rPr>
              <a:t>File Allocation Table </a:t>
            </a:r>
            <a:r>
              <a:rPr lang="en-US" altLang="ru-RU" sz="3000" dirty="0">
                <a:latin typeface="Times New Roman" pitchFamily="18" charset="0"/>
              </a:rPr>
              <a:t>(</a:t>
            </a:r>
            <a:r>
              <a:rPr lang="en-US" altLang="ru-RU" sz="3000" dirty="0" err="1">
                <a:latin typeface="Times New Roman" pitchFamily="18" charset="0"/>
              </a:rPr>
              <a:t>Fayllarni</a:t>
            </a:r>
            <a:r>
              <a:rPr lang="en-US" altLang="ru-RU" sz="3000" dirty="0">
                <a:latin typeface="Times New Roman" pitchFamily="18" charset="0"/>
              </a:rPr>
              <a:t> </a:t>
            </a:r>
            <a:r>
              <a:rPr lang="en-US" altLang="ru-RU" sz="3000" dirty="0" err="1">
                <a:latin typeface="Times New Roman" pitchFamily="18" charset="0"/>
              </a:rPr>
              <a:t>jadvalli</a:t>
            </a:r>
            <a:r>
              <a:rPr lang="en-US" altLang="ru-RU" sz="3000" dirty="0">
                <a:latin typeface="Times New Roman" pitchFamily="18" charset="0"/>
              </a:rPr>
              <a:t> </a:t>
            </a:r>
            <a:r>
              <a:rPr lang="en-US" altLang="ru-RU" sz="3000" dirty="0" err="1">
                <a:latin typeface="Times New Roman" pitchFamily="18" charset="0"/>
              </a:rPr>
              <a:t>joylahtrish</a:t>
            </a:r>
            <a:r>
              <a:rPr lang="en-US" altLang="ru-RU" sz="3000" dirty="0">
                <a:latin typeface="Times New Roman" pitchFamily="18" charset="0"/>
              </a:rPr>
              <a:t>) – </a:t>
            </a:r>
            <a:r>
              <a:rPr lang="en-US" altLang="ru-RU" sz="3000" dirty="0" err="1">
                <a:latin typeface="Times New Roman" pitchFamily="18" charset="0"/>
              </a:rPr>
              <a:t>fayllar</a:t>
            </a:r>
            <a:r>
              <a:rPr lang="en-US" altLang="ru-RU" sz="3000" dirty="0">
                <a:latin typeface="Times New Roman" pitchFamily="18" charset="0"/>
              </a:rPr>
              <a:t> </a:t>
            </a:r>
            <a:r>
              <a:rPr lang="en-US" altLang="ru-RU" sz="3000" dirty="0" err="1">
                <a:latin typeface="Times New Roman" pitchFamily="18" charset="0"/>
              </a:rPr>
              <a:t>tizimining</a:t>
            </a:r>
            <a:r>
              <a:rPr lang="en-US" altLang="ru-RU" sz="3000" dirty="0">
                <a:latin typeface="Times New Roman" pitchFamily="18" charset="0"/>
              </a:rPr>
              <a:t> </a:t>
            </a:r>
            <a:r>
              <a:rPr lang="en-US" altLang="ru-RU" sz="3000" dirty="0" err="1">
                <a:latin typeface="Times New Roman" pitchFamily="18" charset="0"/>
              </a:rPr>
              <a:t>klassik</a:t>
            </a:r>
            <a:r>
              <a:rPr lang="en-US" altLang="ru-RU" sz="3000" dirty="0">
                <a:latin typeface="Times New Roman" pitchFamily="18" charset="0"/>
              </a:rPr>
              <a:t> </a:t>
            </a:r>
            <a:r>
              <a:rPr lang="en-US" altLang="ru-RU" sz="3000" dirty="0" err="1">
                <a:latin typeface="Times New Roman" pitchFamily="18" charset="0"/>
              </a:rPr>
              <a:t>strukturasi</a:t>
            </a:r>
            <a:r>
              <a:rPr lang="en-US" altLang="ru-RU" sz="3000" dirty="0">
                <a:latin typeface="Times New Roman" pitchFamily="18" charset="0"/>
              </a:rPr>
              <a:t> </a:t>
            </a:r>
            <a:r>
              <a:rPr lang="en-US" altLang="ru-RU" sz="3000" dirty="0" err="1">
                <a:latin typeface="Times New Roman" pitchFamily="18" charset="0"/>
              </a:rPr>
              <a:t>bo’lib</a:t>
            </a:r>
            <a:r>
              <a:rPr lang="en-US" altLang="ru-RU" sz="3000" dirty="0">
                <a:latin typeface="Times New Roman" pitchFamily="18" charset="0"/>
              </a:rPr>
              <a:t> </a:t>
            </a:r>
            <a:r>
              <a:rPr lang="en-US" altLang="ru-RU" sz="3000" dirty="0" err="1">
                <a:latin typeface="Times New Roman" pitchFamily="18" charset="0"/>
              </a:rPr>
              <a:t>xozir</a:t>
            </a:r>
            <a:r>
              <a:rPr lang="en-US" altLang="ru-RU" sz="3000" dirty="0">
                <a:latin typeface="Times New Roman" pitchFamily="18" charset="0"/>
              </a:rPr>
              <a:t> </a:t>
            </a:r>
            <a:r>
              <a:rPr lang="en-US" altLang="ru-RU" sz="3000" dirty="0" err="1">
                <a:latin typeface="Times New Roman" pitchFamily="18" charset="0"/>
              </a:rPr>
              <a:t>asosan</a:t>
            </a:r>
            <a:r>
              <a:rPr lang="en-US" altLang="ru-RU" sz="3000" dirty="0">
                <a:latin typeface="Times New Roman" pitchFamily="18" charset="0"/>
              </a:rPr>
              <a:t> Flash </a:t>
            </a:r>
            <a:r>
              <a:rPr lang="en-US" altLang="ru-RU" sz="3000" dirty="0" err="1">
                <a:latin typeface="Times New Roman" pitchFamily="18" charset="0"/>
              </a:rPr>
              <a:t>xotiralarda</a:t>
            </a:r>
            <a:r>
              <a:rPr lang="en-US" altLang="ru-RU" sz="3000" dirty="0">
                <a:latin typeface="Times New Roman" pitchFamily="18" charset="0"/>
              </a:rPr>
              <a:t> </a:t>
            </a:r>
            <a:r>
              <a:rPr lang="en-US" altLang="ru-RU" sz="3000" dirty="0" err="1">
                <a:latin typeface="Times New Roman" pitchFamily="18" charset="0"/>
              </a:rPr>
              <a:t>qo’llaniladi</a:t>
            </a:r>
            <a:r>
              <a:rPr lang="en-US" altLang="ru-RU" sz="3000" dirty="0">
                <a:latin typeface="Times New Roman" pitchFamily="18" charset="0"/>
              </a:rPr>
              <a:t>, </a:t>
            </a:r>
            <a:r>
              <a:rPr lang="en-US" altLang="ru-RU" sz="3000" dirty="0" err="1">
                <a:latin typeface="Times New Roman" pitchFamily="18" charset="0"/>
              </a:rPr>
              <a:t>ilgari</a:t>
            </a:r>
            <a:r>
              <a:rPr lang="en-US" altLang="ru-RU" sz="3000" dirty="0">
                <a:latin typeface="Times New Roman" pitchFamily="18" charset="0"/>
              </a:rPr>
              <a:t> </a:t>
            </a:r>
            <a:r>
              <a:rPr lang="en-US" altLang="ru-RU" sz="3000" dirty="0" err="1">
                <a:latin typeface="Times New Roman" pitchFamily="18" charset="0"/>
              </a:rPr>
              <a:t>qattiq</a:t>
            </a:r>
            <a:r>
              <a:rPr lang="en-US" altLang="ru-RU" sz="3000" dirty="0">
                <a:latin typeface="Times New Roman" pitchFamily="18" charset="0"/>
              </a:rPr>
              <a:t> </a:t>
            </a:r>
            <a:r>
              <a:rPr lang="en-US" altLang="ru-RU" sz="3000" dirty="0" err="1">
                <a:latin typeface="Times New Roman" pitchFamily="18" charset="0"/>
              </a:rPr>
              <a:t>disklarda</a:t>
            </a:r>
            <a:r>
              <a:rPr lang="en-US" altLang="ru-RU" sz="3000" dirty="0">
                <a:latin typeface="Times New Roman" pitchFamily="18" charset="0"/>
              </a:rPr>
              <a:t>  </a:t>
            </a:r>
            <a:r>
              <a:rPr lang="en-US" altLang="ru-RU" sz="3000" dirty="0" err="1">
                <a:latin typeface="Times New Roman" pitchFamily="18" charset="0"/>
              </a:rPr>
              <a:t>keng</a:t>
            </a:r>
            <a:r>
              <a:rPr lang="en-US" altLang="ru-RU" sz="3000" dirty="0">
                <a:latin typeface="Times New Roman" pitchFamily="18" charset="0"/>
              </a:rPr>
              <a:t> </a:t>
            </a:r>
            <a:r>
              <a:rPr lang="en-US" altLang="ru-RU" sz="3000" dirty="0" err="1">
                <a:latin typeface="Times New Roman" pitchFamily="18" charset="0"/>
              </a:rPr>
              <a:t>foydalanilgan</a:t>
            </a:r>
            <a:r>
              <a:rPr lang="en-US" altLang="ru-RU" sz="3000" dirty="0">
                <a:latin typeface="Times New Roman" pitchFamily="18" charset="0"/>
              </a:rPr>
              <a:t>. </a:t>
            </a:r>
            <a:r>
              <a:rPr lang="en-US" altLang="ru-RU" sz="3000" dirty="0" err="1">
                <a:latin typeface="Times New Roman" pitchFamily="18" charset="0"/>
              </a:rPr>
              <a:t>Turli</a:t>
            </a:r>
            <a:r>
              <a:rPr lang="en-US" altLang="ru-RU" sz="3000" dirty="0">
                <a:latin typeface="Times New Roman" pitchFamily="18" charset="0"/>
              </a:rPr>
              <a:t> </a:t>
            </a:r>
            <a:r>
              <a:rPr lang="en-US" altLang="ru-RU" sz="3000" dirty="0" err="1">
                <a:latin typeface="Times New Roman" pitchFamily="18" charset="0"/>
              </a:rPr>
              <a:t>versiyalari</a:t>
            </a:r>
            <a:r>
              <a:rPr lang="en-US" altLang="ru-RU" sz="3000" dirty="0">
                <a:latin typeface="Times New Roman" pitchFamily="18" charset="0"/>
              </a:rPr>
              <a:t> </a:t>
            </a:r>
            <a:r>
              <a:rPr lang="en-US" altLang="ru-RU" sz="3000" dirty="0" err="1">
                <a:latin typeface="Times New Roman" pitchFamily="18" charset="0"/>
              </a:rPr>
              <a:t>mavjud</a:t>
            </a:r>
            <a:r>
              <a:rPr lang="en-US" altLang="ru-RU" sz="3000" dirty="0">
                <a:latin typeface="Times New Roman" pitchFamily="18" charset="0"/>
              </a:rPr>
              <a:t>: </a:t>
            </a:r>
            <a:r>
              <a:rPr lang="da-DK" altLang="ru-RU" sz="3000" dirty="0">
                <a:latin typeface="Times New Roman" pitchFamily="18" charset="0"/>
              </a:rPr>
              <a:t>FAT12, FAT16, VFAT, FAT32, etc.</a:t>
            </a:r>
          </a:p>
          <a:p>
            <a:pPr eaLnBrk="1" hangingPunct="1">
              <a:spcBef>
                <a:spcPct val="50000"/>
              </a:spcBef>
            </a:pPr>
            <a:r>
              <a:rPr lang="en-US" altLang="ru-RU" sz="3000" dirty="0">
                <a:latin typeface="Times New Roman" pitchFamily="18" charset="0"/>
              </a:rPr>
              <a:t>Bill </a:t>
            </a:r>
            <a:r>
              <a:rPr lang="en-US" altLang="ru-RU" sz="3000" dirty="0" err="1">
                <a:latin typeface="Times New Roman" pitchFamily="18" charset="0"/>
              </a:rPr>
              <a:t>Geyts</a:t>
            </a:r>
            <a:r>
              <a:rPr lang="en-US" altLang="ru-RU" sz="3000" dirty="0">
                <a:latin typeface="Times New Roman" pitchFamily="18" charset="0"/>
              </a:rPr>
              <a:t> </a:t>
            </a:r>
            <a:r>
              <a:rPr lang="en-US" altLang="ru-RU" sz="3000" dirty="0" err="1">
                <a:latin typeface="Times New Roman" pitchFamily="18" charset="0"/>
              </a:rPr>
              <a:t>va</a:t>
            </a:r>
            <a:r>
              <a:rPr lang="en-US" altLang="ru-RU" sz="3000" dirty="0">
                <a:latin typeface="Times New Roman" pitchFamily="18" charset="0"/>
              </a:rPr>
              <a:t> Mark </a:t>
            </a:r>
            <a:r>
              <a:rPr lang="en-US" altLang="ru-RU" sz="3000" dirty="0" err="1">
                <a:latin typeface="Times New Roman" pitchFamily="18" charset="0"/>
              </a:rPr>
              <a:t>Makdonald</a:t>
            </a:r>
            <a:r>
              <a:rPr lang="en-US" altLang="ru-RU" sz="3000" dirty="0">
                <a:latin typeface="Times New Roman" pitchFamily="18" charset="0"/>
              </a:rPr>
              <a:t> </a:t>
            </a:r>
            <a:r>
              <a:rPr lang="en-US" altLang="ru-RU" sz="3000" dirty="0" err="1">
                <a:latin typeface="Times New Roman" pitchFamily="18" charset="0"/>
              </a:rPr>
              <a:t>tomonidan</a:t>
            </a:r>
            <a:r>
              <a:rPr lang="en-US" altLang="ru-RU" sz="3000" dirty="0">
                <a:latin typeface="Times New Roman" pitchFamily="18" charset="0"/>
              </a:rPr>
              <a:t> </a:t>
            </a:r>
            <a:r>
              <a:rPr lang="en-US" altLang="ru-RU" sz="3000" dirty="0" err="1">
                <a:latin typeface="Times New Roman" pitchFamily="18" charset="0"/>
              </a:rPr>
              <a:t>ishlab</a:t>
            </a:r>
            <a:r>
              <a:rPr lang="en-US" altLang="ru-RU" sz="3000" dirty="0">
                <a:latin typeface="Times New Roman" pitchFamily="18" charset="0"/>
              </a:rPr>
              <a:t> </a:t>
            </a:r>
            <a:r>
              <a:rPr lang="en-US" altLang="ru-RU" sz="3000" dirty="0" err="1">
                <a:latin typeface="Times New Roman" pitchFamily="18" charset="0"/>
              </a:rPr>
              <a:t>chiqilgan</a:t>
            </a:r>
            <a:endParaRPr lang="en-US" altLang="ru-RU" sz="3000" dirty="0">
              <a:latin typeface="Times New Roman" pitchFamily="18" charset="0"/>
            </a:endParaRPr>
          </a:p>
          <a:p>
            <a:pPr algn="just">
              <a:buFont typeface="Wingdings" panose="05000000000000000000" pitchFamily="2" charset="2"/>
              <a:buChar char="q"/>
            </a:pPr>
            <a:r>
              <a:rPr lang="en-US" altLang="ru-RU" sz="3000" dirty="0">
                <a:latin typeface="Times New Roman" pitchFamily="18" charset="0"/>
              </a:rPr>
              <a:t> </a:t>
            </a:r>
            <a:r>
              <a:rPr lang="en-US" altLang="ru-RU" sz="3000" b="1" dirty="0">
                <a:latin typeface="Times New Roman" pitchFamily="18" charset="0"/>
              </a:rPr>
              <a:t>NTFS</a:t>
            </a:r>
            <a:r>
              <a:rPr lang="en-US" altLang="ru-RU" sz="3000" dirty="0">
                <a:latin typeface="Times New Roman" pitchFamily="18" charset="0"/>
              </a:rPr>
              <a:t> – New Technology File System ( </a:t>
            </a:r>
            <a:r>
              <a:rPr lang="en-US" altLang="ru-RU" sz="3000" dirty="0" err="1">
                <a:latin typeface="Times New Roman" pitchFamily="18" charset="0"/>
              </a:rPr>
              <a:t>fayl</a:t>
            </a:r>
            <a:r>
              <a:rPr lang="en-US" altLang="ru-RU" sz="3000" dirty="0">
                <a:latin typeface="Times New Roman" pitchFamily="18" charset="0"/>
              </a:rPr>
              <a:t> </a:t>
            </a:r>
            <a:r>
              <a:rPr lang="en-US" altLang="ru-RU" sz="3000" dirty="0" err="1">
                <a:latin typeface="Times New Roman" pitchFamily="18" charset="0"/>
              </a:rPr>
              <a:t>tizimining</a:t>
            </a:r>
            <a:r>
              <a:rPr lang="en-US" altLang="ru-RU" sz="3000" dirty="0">
                <a:latin typeface="Times New Roman" pitchFamily="18" charset="0"/>
              </a:rPr>
              <a:t> </a:t>
            </a:r>
            <a:r>
              <a:rPr lang="en-US" altLang="ru-RU" sz="3000" dirty="0" err="1">
                <a:latin typeface="Times New Roman" pitchFamily="18" charset="0"/>
              </a:rPr>
              <a:t>yangi</a:t>
            </a:r>
            <a:r>
              <a:rPr lang="en-US" altLang="ru-RU" sz="3000" dirty="0">
                <a:latin typeface="Times New Roman" pitchFamily="18" charset="0"/>
              </a:rPr>
              <a:t> </a:t>
            </a:r>
            <a:r>
              <a:rPr lang="en-US" altLang="ru-RU" sz="3000" dirty="0" err="1">
                <a:latin typeface="Times New Roman" pitchFamily="18" charset="0"/>
              </a:rPr>
              <a:t>texnologiyasi</a:t>
            </a:r>
            <a:r>
              <a:rPr lang="en-US" altLang="ru-RU" sz="3000" dirty="0">
                <a:latin typeface="Times New Roman" pitchFamily="18" charset="0"/>
              </a:rPr>
              <a:t>). </a:t>
            </a:r>
            <a:r>
              <a:rPr lang="en-US" altLang="ru-RU" sz="3000" dirty="0" err="1">
                <a:latin typeface="Times New Roman" pitchFamily="18" charset="0"/>
              </a:rPr>
              <a:t>Microsft</a:t>
            </a:r>
            <a:r>
              <a:rPr lang="en-US" altLang="ru-RU" sz="3000" dirty="0">
                <a:latin typeface="Times New Roman" pitchFamily="18" charset="0"/>
              </a:rPr>
              <a:t> </a:t>
            </a:r>
            <a:r>
              <a:rPr lang="en-US" altLang="ru-RU" sz="3000" dirty="0" err="1">
                <a:latin typeface="Times New Roman" pitchFamily="18" charset="0"/>
              </a:rPr>
              <a:t>tomonidan</a:t>
            </a:r>
            <a:r>
              <a:rPr lang="en-US" altLang="ru-RU" sz="3000" dirty="0">
                <a:latin typeface="Times New Roman" pitchFamily="18" charset="0"/>
              </a:rPr>
              <a:t> Windows NT </a:t>
            </a:r>
            <a:r>
              <a:rPr lang="en-US" altLang="ru-RU" sz="3000" dirty="0" err="1">
                <a:latin typeface="Times New Roman" pitchFamily="18" charset="0"/>
              </a:rPr>
              <a:t>oilasi</a:t>
            </a:r>
            <a:r>
              <a:rPr lang="en-US" altLang="ru-RU" sz="3000" dirty="0">
                <a:latin typeface="Times New Roman" pitchFamily="18" charset="0"/>
              </a:rPr>
              <a:t> </a:t>
            </a:r>
            <a:r>
              <a:rPr lang="en-US" altLang="ru-RU" sz="3000" dirty="0" err="1">
                <a:latin typeface="Times New Roman" pitchFamily="18" charset="0"/>
              </a:rPr>
              <a:t>operatsion</a:t>
            </a:r>
            <a:r>
              <a:rPr lang="en-US" altLang="ru-RU" sz="3000" dirty="0">
                <a:latin typeface="Times New Roman" pitchFamily="18" charset="0"/>
              </a:rPr>
              <a:t> </a:t>
            </a:r>
            <a:r>
              <a:rPr lang="en-US" altLang="ru-RU" sz="3000" dirty="0" err="1">
                <a:latin typeface="Times New Roman" pitchFamily="18" charset="0"/>
              </a:rPr>
              <a:t>tizimlari</a:t>
            </a:r>
            <a:r>
              <a:rPr lang="en-US" altLang="ru-RU" sz="3000" dirty="0">
                <a:latin typeface="Times New Roman" pitchFamily="18" charset="0"/>
              </a:rPr>
              <a:t> </a:t>
            </a:r>
            <a:r>
              <a:rPr lang="en-US" altLang="ru-RU" sz="3000" dirty="0" err="1">
                <a:latin typeface="Times New Roman" pitchFamily="18" charset="0"/>
              </a:rPr>
              <a:t>uchun</a:t>
            </a:r>
            <a:r>
              <a:rPr lang="en-US" altLang="ru-RU" sz="3000" dirty="0">
                <a:latin typeface="Times New Roman" pitchFamily="18" charset="0"/>
              </a:rPr>
              <a:t> </a:t>
            </a:r>
            <a:r>
              <a:rPr lang="en-US" altLang="ru-RU" sz="3000" dirty="0" err="1">
                <a:latin typeface="Times New Roman" pitchFamily="18" charset="0"/>
              </a:rPr>
              <a:t>fayllar</a:t>
            </a:r>
            <a:r>
              <a:rPr lang="en-US" altLang="ru-RU" sz="3000" dirty="0">
                <a:latin typeface="Times New Roman" pitchFamily="18" charset="0"/>
              </a:rPr>
              <a:t> </a:t>
            </a:r>
            <a:r>
              <a:rPr lang="en-US" altLang="ru-RU" sz="3000" dirty="0" err="1">
                <a:latin typeface="Times New Roman" pitchFamily="18" charset="0"/>
              </a:rPr>
              <a:t>sistemasi</a:t>
            </a:r>
            <a:r>
              <a:rPr lang="en-US" altLang="ru-RU" sz="3000" dirty="0">
                <a:latin typeface="Times New Roman" pitchFamily="18" charset="0"/>
              </a:rPr>
              <a:t>. </a:t>
            </a:r>
          </a:p>
          <a:p>
            <a:pPr algn="just">
              <a:buFont typeface="Wingdings" panose="05000000000000000000" pitchFamily="2" charset="2"/>
              <a:buChar char="q"/>
            </a:pPr>
            <a:endParaRPr lang="en-US" altLang="ru-RU" sz="3000" dirty="0">
              <a:latin typeface="Times New Roman" pitchFamily="18" charset="0"/>
            </a:endParaRPr>
          </a:p>
        </p:txBody>
      </p:sp>
    </p:spTree>
    <p:extLst>
      <p:ext uri="{BB962C8B-B14F-4D97-AF65-F5344CB8AC3E}">
        <p14:creationId xmlns:p14="http://schemas.microsoft.com/office/powerpoint/2010/main" val="15469954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128568" y="0"/>
            <a:ext cx="7289800" cy="877252"/>
          </a:xfrm>
        </p:spPr>
        <p:txBody>
          <a:bodyPr/>
          <a:lstStyle/>
          <a:p>
            <a:pPr algn="ctr"/>
            <a:r>
              <a:rPr lang="en-US" dirty="0">
                <a:latin typeface="Times New Roman" pitchFamily="18" charset="0"/>
                <a:cs typeface="Times New Roman" pitchFamily="18" charset="0"/>
              </a:rPr>
              <a:t>fat</a:t>
            </a:r>
            <a:endParaRPr lang="ru-RU" dirty="0">
              <a:latin typeface="Times New Roman" pitchFamily="18" charset="0"/>
              <a:cs typeface="Times New Roman" pitchFamily="18" charset="0"/>
            </a:endParaRPr>
          </a:p>
        </p:txBody>
      </p:sp>
      <p:sp>
        <p:nvSpPr>
          <p:cNvPr id="3" name="Содержимое 2"/>
          <p:cNvSpPr>
            <a:spLocks noGrp="1"/>
          </p:cNvSpPr>
          <p:nvPr>
            <p:ph idx="1"/>
          </p:nvPr>
        </p:nvSpPr>
        <p:spPr>
          <a:xfrm>
            <a:off x="599537" y="1163782"/>
            <a:ext cx="8150568" cy="5291609"/>
          </a:xfrm>
        </p:spPr>
        <p:txBody>
          <a:bodyPr>
            <a:noAutofit/>
          </a:bodyPr>
          <a:lstStyle/>
          <a:p>
            <a:pPr algn="just"/>
            <a:r>
              <a:rPr lang="en-US" sz="3000" dirty="0">
                <a:latin typeface="Times New Roman" pitchFamily="18" charset="0"/>
                <a:cs typeface="Times New Roman" pitchFamily="18" charset="0"/>
              </a:rPr>
              <a:t>FAT </a:t>
            </a:r>
            <a:r>
              <a:rPr lang="en-US" sz="3000" dirty="0" err="1">
                <a:latin typeface="Times New Roman" pitchFamily="18" charset="0"/>
                <a:cs typeface="Times New Roman" pitchFamily="18" charset="0"/>
              </a:rPr>
              <a:t>abbreviaturasi</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Faylllarni</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joylashtirish</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jadvali</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deb</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ataladi</a:t>
            </a:r>
            <a:r>
              <a:rPr lang="en-US" sz="3000" dirty="0">
                <a:latin typeface="Times New Roman" pitchFamily="18" charset="0"/>
                <a:cs typeface="Times New Roman" pitchFamily="18" charset="0"/>
              </a:rPr>
              <a:t>.  Bu </a:t>
            </a:r>
            <a:r>
              <a:rPr lang="en-US" sz="3000" dirty="0" err="1">
                <a:latin typeface="Times New Roman" pitchFamily="18" charset="0"/>
                <a:cs typeface="Times New Roman" pitchFamily="18" charset="0"/>
              </a:rPr>
              <a:t>termin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fayllar</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to’g’risida</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chiziqli</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jadval</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strukturaga</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tegishli</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fayllar</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nomlari</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ularning</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attributlari</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va</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boshqa</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ma’lumotlar</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fayllarni</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joylashuvini</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aniqlaydi</a:t>
            </a:r>
            <a:r>
              <a:rPr lang="en-US" sz="3000" dirty="0">
                <a:latin typeface="Times New Roman" pitchFamily="18" charset="0"/>
                <a:cs typeface="Times New Roman" pitchFamily="18" charset="0"/>
              </a:rPr>
              <a:t>. FAT </a:t>
            </a:r>
            <a:r>
              <a:rPr lang="en-US" sz="3000" dirty="0" err="1">
                <a:latin typeface="Times New Roman" pitchFamily="18" charset="0"/>
                <a:cs typeface="Times New Roman" pitchFamily="18" charset="0"/>
              </a:rPr>
              <a:t>elementi</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fizik</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fayl</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boshlanishi</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joylashgan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diskning</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hududini</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aniqlaydi</a:t>
            </a:r>
            <a:r>
              <a:rPr lang="en-US" sz="3000" dirty="0">
                <a:latin typeface="Times New Roman" pitchFamily="18" charset="0"/>
                <a:cs typeface="Times New Roman" pitchFamily="18" charset="0"/>
              </a:rPr>
              <a:t>. </a:t>
            </a:r>
          </a:p>
          <a:p>
            <a:pPr algn="just"/>
            <a:r>
              <a:rPr lang="en-US" sz="3000" dirty="0">
                <a:latin typeface="Times New Roman" pitchFamily="18" charset="0"/>
                <a:cs typeface="Times New Roman" pitchFamily="18" charset="0"/>
              </a:rPr>
              <a:t>FAT </a:t>
            </a:r>
            <a:r>
              <a:rPr lang="en-US" sz="3000" dirty="0" err="1">
                <a:latin typeface="Times New Roman" pitchFamily="18" charset="0"/>
                <a:cs typeface="Times New Roman" pitchFamily="18" charset="0"/>
              </a:rPr>
              <a:t>fayl</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tizimi</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ixtiyoriy</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mantiqiy</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diskning</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diskli</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hududi</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ikkita</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qismga</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ajraladi</a:t>
            </a:r>
            <a:r>
              <a:rPr lang="en-US" sz="3000" dirty="0">
                <a:latin typeface="Times New Roman" pitchFamily="18" charset="0"/>
                <a:cs typeface="Times New Roman" pitchFamily="18" charset="0"/>
              </a:rPr>
              <a:t>:</a:t>
            </a:r>
          </a:p>
          <a:p>
            <a:pPr algn="just">
              <a:buFont typeface="Wingdings" pitchFamily="2" charset="2"/>
              <a:buChar char="q"/>
            </a:pPr>
            <a:r>
              <a:rPr lang="en-US" sz="3000" dirty="0" err="1">
                <a:latin typeface="Times New Roman" pitchFamily="18" charset="0"/>
                <a:cs typeface="Times New Roman" pitchFamily="18" charset="0"/>
              </a:rPr>
              <a:t>tizimli</a:t>
            </a:r>
            <a:endParaRPr lang="en-US" sz="3000" dirty="0">
              <a:latin typeface="Times New Roman" pitchFamily="18" charset="0"/>
              <a:cs typeface="Times New Roman" pitchFamily="18" charset="0"/>
            </a:endParaRPr>
          </a:p>
          <a:p>
            <a:pPr algn="just">
              <a:buFont typeface="Wingdings" pitchFamily="2" charset="2"/>
              <a:buChar char="q"/>
            </a:pP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ma’lumotlar</a:t>
            </a:r>
            <a:r>
              <a:rPr lang="en-US" sz="3000" dirty="0">
                <a:latin typeface="Times New Roman" pitchFamily="18" charset="0"/>
                <a:cs typeface="Times New Roman" pitchFamily="18" charset="0"/>
              </a:rPr>
              <a:t> </a:t>
            </a:r>
          </a:p>
          <a:p>
            <a:pPr algn="just">
              <a:buFont typeface="Wingdings" pitchFamily="2" charset="2"/>
              <a:buChar char="q"/>
            </a:pPr>
            <a:endParaRPr lang="en-US" sz="3000" dirty="0">
              <a:latin typeface="Times New Roman" pitchFamily="18" charset="0"/>
              <a:cs typeface="Times New Roman" pitchFamily="18" charset="0"/>
            </a:endParaRPr>
          </a:p>
          <a:p>
            <a:pPr algn="just"/>
            <a:endParaRPr lang="en-US" sz="3000" dirty="0">
              <a:latin typeface="Times New Roman" pitchFamily="18" charset="0"/>
              <a:cs typeface="Times New Roman" pitchFamily="18" charset="0"/>
            </a:endParaRPr>
          </a:p>
          <a:p>
            <a:endParaRPr lang="en-US" sz="3000" dirty="0">
              <a:latin typeface="Times New Roman" pitchFamily="18" charset="0"/>
              <a:cs typeface="Times New Roman" pitchFamily="18" charset="0"/>
            </a:endParaRPr>
          </a:p>
          <a:p>
            <a:endParaRPr lang="ru-RU" sz="3000" dirty="0">
              <a:latin typeface="Times New Roman" pitchFamily="18" charset="0"/>
              <a:cs typeface="Times New Roman"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982196" y="0"/>
            <a:ext cx="7289800" cy="553695"/>
          </a:xfrm>
        </p:spPr>
        <p:txBody>
          <a:bodyPr>
            <a:normAutofit fontScale="90000"/>
          </a:bodyPr>
          <a:lstStyle/>
          <a:p>
            <a:pPr algn="ctr"/>
            <a:r>
              <a:rPr lang="en-US" dirty="0"/>
              <a:t>FAT </a:t>
            </a:r>
            <a:r>
              <a:rPr lang="en-US" dirty="0" err="1"/>
              <a:t>strukturasi</a:t>
            </a:r>
            <a:endParaRPr lang="ru-RU" dirty="0"/>
          </a:p>
        </p:txBody>
      </p:sp>
      <p:pic>
        <p:nvPicPr>
          <p:cNvPr id="4" name="Содержимое 3" descr="FAT 32"/>
          <p:cNvPicPr>
            <a:picLocks noGrp="1"/>
          </p:cNvPicPr>
          <p:nvPr>
            <p:ph idx="1"/>
          </p:nvPr>
        </p:nvPicPr>
        <p:blipFill>
          <a:blip r:embed="rId2"/>
          <a:srcRect/>
          <a:stretch>
            <a:fillRect/>
          </a:stretch>
        </p:blipFill>
        <p:spPr bwMode="auto">
          <a:xfrm>
            <a:off x="1827767" y="522163"/>
            <a:ext cx="5820329" cy="1718721"/>
          </a:xfrm>
          <a:prstGeom prst="rect">
            <a:avLst/>
          </a:prstGeom>
          <a:noFill/>
          <a:ln w="9525">
            <a:noFill/>
            <a:miter lim="800000"/>
            <a:headEnd/>
            <a:tailEnd/>
          </a:ln>
        </p:spPr>
      </p:pic>
      <p:sp>
        <p:nvSpPr>
          <p:cNvPr id="5" name="TextBox 4"/>
          <p:cNvSpPr txBox="1"/>
          <p:nvPr/>
        </p:nvSpPr>
        <p:spPr>
          <a:xfrm>
            <a:off x="482455" y="1939209"/>
            <a:ext cx="8510955" cy="5262979"/>
          </a:xfrm>
          <a:prstGeom prst="rect">
            <a:avLst/>
          </a:prstGeom>
          <a:noFill/>
        </p:spPr>
        <p:txBody>
          <a:bodyPr wrap="square" rtlCol="0">
            <a:spAutoFit/>
          </a:bodyPr>
          <a:lstStyle/>
          <a:p>
            <a:pPr algn="just"/>
            <a:r>
              <a:rPr lang="en-US" sz="2400" b="1" dirty="0">
                <a:latin typeface="Times New Roman" pitchFamily="18" charset="0"/>
                <a:cs typeface="Times New Roman" pitchFamily="18" charset="0"/>
              </a:rPr>
              <a:t>MBR</a:t>
            </a:r>
            <a:r>
              <a:rPr lang="en-US" sz="2400" dirty="0">
                <a:latin typeface="Times New Roman" pitchFamily="18" charset="0"/>
                <a:cs typeface="Times New Roman" pitchFamily="18" charset="0"/>
              </a:rPr>
              <a:t> (</a:t>
            </a:r>
            <a:r>
              <a:rPr lang="en-US" sz="2400" b="1" dirty="0">
                <a:latin typeface="Times New Roman" pitchFamily="18" charset="0"/>
                <a:cs typeface="Times New Roman" pitchFamily="18" charset="0"/>
              </a:rPr>
              <a:t>Master Boot Record) – </a:t>
            </a:r>
            <a:r>
              <a:rPr lang="en-US" sz="2400" dirty="0" err="1">
                <a:latin typeface="Times New Roman" pitchFamily="18" charset="0"/>
                <a:cs typeface="Times New Roman" pitchFamily="18" charset="0"/>
              </a:rPr>
              <a:t>asosiy</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yuklanuvchi</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maydon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bo’lib</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o’zida</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diskdagi</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razdellar</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to’g’risidagi</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ma’lumotni</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saqlaydi</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qaysi</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sektordan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boshlanishi</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silindrlar</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va</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h.k</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Bundan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tashqari</a:t>
            </a:r>
            <a:r>
              <a:rPr lang="en-US" sz="2400" dirty="0">
                <a:latin typeface="Times New Roman" pitchFamily="18" charset="0"/>
                <a:cs typeface="Times New Roman" pitchFamily="18" charset="0"/>
              </a:rPr>
              <a:t> BIOS </a:t>
            </a:r>
            <a:r>
              <a:rPr lang="en-US" sz="2400" dirty="0" err="1">
                <a:latin typeface="Times New Roman" pitchFamily="18" charset="0"/>
                <a:cs typeface="Times New Roman" pitchFamily="18" charset="0"/>
              </a:rPr>
              <a:t>uchun</a:t>
            </a:r>
            <a:r>
              <a:rPr lang="en-US" sz="2400" dirty="0">
                <a:latin typeface="Times New Roman" pitchFamily="18" charset="0"/>
                <a:cs typeface="Times New Roman" pitchFamily="18" charset="0"/>
              </a:rPr>
              <a:t> OT </a:t>
            </a:r>
            <a:r>
              <a:rPr lang="en-US" sz="2400" dirty="0" err="1">
                <a:latin typeface="Times New Roman" pitchFamily="18" charset="0"/>
                <a:cs typeface="Times New Roman" pitchFamily="18" charset="0"/>
              </a:rPr>
              <a:t>tizim</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fayllarini</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qidirib</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topish</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uchun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ko’rsatmalarni</a:t>
            </a:r>
            <a:r>
              <a:rPr lang="ru-RU" sz="2400" dirty="0">
                <a:latin typeface="Times New Roman" pitchFamily="18" charset="0"/>
                <a:cs typeface="Times New Roman" pitchFamily="18" charset="0"/>
              </a:rPr>
              <a:t> </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o’zida</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saqlaydi</a:t>
            </a:r>
            <a:r>
              <a:rPr lang="en-US" sz="2400" dirty="0">
                <a:latin typeface="Times New Roman" pitchFamily="18" charset="0"/>
                <a:cs typeface="Times New Roman" pitchFamily="18" charset="0"/>
              </a:rPr>
              <a:t>.</a:t>
            </a:r>
          </a:p>
          <a:p>
            <a:r>
              <a:rPr lang="en-US" sz="2400" b="1" dirty="0" err="1">
                <a:latin typeface="Times New Roman" pitchFamily="18" charset="0"/>
                <a:cs typeface="Times New Roman" pitchFamily="18" charset="0"/>
              </a:rPr>
              <a:t>Partion</a:t>
            </a:r>
            <a:r>
              <a:rPr lang="en-US" sz="2400" b="1" dirty="0">
                <a:latin typeface="Times New Roman" pitchFamily="18" charset="0"/>
                <a:cs typeface="Times New Roman" pitchFamily="18" charset="0"/>
              </a:rPr>
              <a:t> Table(PT)</a:t>
            </a:r>
            <a:r>
              <a:rPr lang="en-US" sz="2400" dirty="0">
                <a:latin typeface="Times New Roman" pitchFamily="18" charset="0"/>
                <a:cs typeface="Times New Roman" pitchFamily="18" charset="0"/>
              </a:rPr>
              <a:t> – </a:t>
            </a:r>
            <a:r>
              <a:rPr lang="en-US" sz="2400" dirty="0" err="1">
                <a:latin typeface="Times New Roman" pitchFamily="18" charset="0"/>
                <a:cs typeface="Times New Roman" pitchFamily="18" charset="0"/>
              </a:rPr>
              <a:t>razdellar</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jadvali</a:t>
            </a:r>
            <a:r>
              <a:rPr lang="ru-RU" sz="2400" dirty="0">
                <a:latin typeface="Times New Roman" pitchFamily="18" charset="0"/>
                <a:cs typeface="Times New Roman" pitchFamily="18" charset="0"/>
              </a:rPr>
              <a:t>. </a:t>
            </a:r>
            <a:r>
              <a:rPr lang="en-US" sz="2400" dirty="0">
                <a:latin typeface="Times New Roman" pitchFamily="18" charset="0"/>
                <a:cs typeface="Times New Roman" pitchFamily="18" charset="0"/>
              </a:rPr>
              <a:t>Bu </a:t>
            </a:r>
            <a:r>
              <a:rPr lang="en-US" sz="2400" dirty="0" err="1">
                <a:latin typeface="Times New Roman" pitchFamily="18" charset="0"/>
                <a:cs typeface="Times New Roman" pitchFamily="18" charset="0"/>
              </a:rPr>
              <a:t>sektor</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yo’laklar</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sektorlar</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vint</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golovkalari</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va</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fayl</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tizimi</a:t>
            </a:r>
            <a:r>
              <a:rPr lang="en-US" sz="2400" dirty="0">
                <a:latin typeface="Times New Roman" pitchFamily="18" charset="0"/>
                <a:cs typeface="Times New Roman" pitchFamily="18" charset="0"/>
              </a:rPr>
              <a:t> tipi </a:t>
            </a:r>
            <a:r>
              <a:rPr lang="en-US" sz="2400" dirty="0" err="1">
                <a:latin typeface="Times New Roman" pitchFamily="18" charset="0"/>
                <a:cs typeface="Times New Roman" pitchFamily="18" charset="0"/>
              </a:rPr>
              <a:t>to’g’risida</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ma’lumot</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saqlaydi</a:t>
            </a:r>
            <a:r>
              <a:rPr lang="en-US" sz="2400" dirty="0">
                <a:latin typeface="Times New Roman" pitchFamily="18" charset="0"/>
                <a:cs typeface="Times New Roman" pitchFamily="18" charset="0"/>
              </a:rPr>
              <a:t>.</a:t>
            </a:r>
            <a:r>
              <a:rPr lang="ru-RU" sz="2400" dirty="0">
                <a:latin typeface="Times New Roman" pitchFamily="18" charset="0"/>
                <a:cs typeface="Times New Roman" pitchFamily="18" charset="0"/>
              </a:rPr>
              <a:t> </a:t>
            </a:r>
            <a:endParaRPr lang="en-US" sz="2400" dirty="0">
              <a:latin typeface="Times New Roman" pitchFamily="18" charset="0"/>
              <a:cs typeface="Times New Roman" pitchFamily="18" charset="0"/>
            </a:endParaRPr>
          </a:p>
          <a:p>
            <a:r>
              <a:rPr lang="ru-RU" sz="2400" b="1" dirty="0" err="1">
                <a:latin typeface="Times New Roman" pitchFamily="18" charset="0"/>
                <a:cs typeface="Times New Roman" pitchFamily="18" charset="0"/>
              </a:rPr>
              <a:t>Volume</a:t>
            </a:r>
            <a:r>
              <a:rPr lang="ru-RU" sz="2400" b="1" dirty="0">
                <a:latin typeface="Times New Roman" pitchFamily="18" charset="0"/>
                <a:cs typeface="Times New Roman" pitchFamily="18" charset="0"/>
              </a:rPr>
              <a:t> </a:t>
            </a:r>
            <a:r>
              <a:rPr lang="ru-RU" sz="2400" b="1" dirty="0" err="1">
                <a:latin typeface="Times New Roman" pitchFamily="18" charset="0"/>
                <a:cs typeface="Times New Roman" pitchFamily="18" charset="0"/>
              </a:rPr>
              <a:t>Boot</a:t>
            </a:r>
            <a:r>
              <a:rPr lang="ru-RU" sz="2400" b="1" dirty="0">
                <a:latin typeface="Times New Roman" pitchFamily="18" charset="0"/>
                <a:cs typeface="Times New Roman" pitchFamily="18" charset="0"/>
              </a:rPr>
              <a:t> </a:t>
            </a:r>
            <a:r>
              <a:rPr lang="ru-RU" sz="2400" b="1" dirty="0" err="1">
                <a:latin typeface="Times New Roman" pitchFamily="18" charset="0"/>
                <a:cs typeface="Times New Roman" pitchFamily="18" charset="0"/>
              </a:rPr>
              <a:t>Sector</a:t>
            </a:r>
            <a:r>
              <a:rPr lang="ru-RU" sz="2400" dirty="0">
                <a:latin typeface="Times New Roman" pitchFamily="18" charset="0"/>
                <a:cs typeface="Times New Roman" pitchFamily="18" charset="0"/>
              </a:rPr>
              <a:t> – </a:t>
            </a:r>
            <a:r>
              <a:rPr lang="en-US" sz="2400" dirty="0" err="1">
                <a:latin typeface="Times New Roman" pitchFamily="18" charset="0"/>
                <a:cs typeface="Times New Roman" pitchFamily="18" charset="0"/>
              </a:rPr>
              <a:t>tomning</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yuklanuvchi</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sektori</a:t>
            </a:r>
            <a:r>
              <a:rPr lang="en-US" sz="2400" dirty="0">
                <a:latin typeface="Times New Roman" pitchFamily="18" charset="0"/>
                <a:cs typeface="Times New Roman" pitchFamily="18" charset="0"/>
              </a:rPr>
              <a:t>.</a:t>
            </a:r>
            <a:r>
              <a:rPr lang="ru-RU" sz="2400" dirty="0">
                <a:latin typeface="Times New Roman" pitchFamily="18" charset="0"/>
                <a:cs typeface="Times New Roman" pitchFamily="18" charset="0"/>
              </a:rPr>
              <a:t> </a:t>
            </a:r>
            <a:r>
              <a:rPr lang="en-US" sz="2400" dirty="0">
                <a:latin typeface="Times New Roman" pitchFamily="18" charset="0"/>
                <a:cs typeface="Times New Roman" pitchFamily="18" charset="0"/>
              </a:rPr>
              <a:t>Bu </a:t>
            </a:r>
            <a:r>
              <a:rPr lang="en-US" sz="2400" dirty="0" err="1">
                <a:latin typeface="Times New Roman" pitchFamily="18" charset="0"/>
                <a:cs typeface="Times New Roman" pitchFamily="18" charset="0"/>
              </a:rPr>
              <a:t>sektor</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esa</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klaster</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hajmi</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to’grisida</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ma’lumot</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joylashgan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fayllar</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foydalanilayotgan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jadvali</a:t>
            </a:r>
            <a:r>
              <a:rPr lang="en-US" sz="2400" dirty="0">
                <a:latin typeface="Times New Roman" pitchFamily="18" charset="0"/>
                <a:cs typeface="Times New Roman" pitchFamily="18" charset="0"/>
              </a:rPr>
              <a:t> tipi </a:t>
            </a:r>
            <a:r>
              <a:rPr lang="en-US" sz="2400" dirty="0" err="1">
                <a:latin typeface="Times New Roman" pitchFamily="18" charset="0"/>
                <a:cs typeface="Times New Roman" pitchFamily="18" charset="0"/>
              </a:rPr>
              <a:t>va</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hajmi</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uchjun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javob</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beradi</a:t>
            </a:r>
            <a:r>
              <a:rPr lang="en-US" sz="2400" dirty="0">
                <a:latin typeface="Times New Roman" pitchFamily="18" charset="0"/>
                <a:cs typeface="Times New Roman" pitchFamily="18" charset="0"/>
              </a:rPr>
              <a:t>.  </a:t>
            </a:r>
          </a:p>
          <a:p>
            <a:r>
              <a:rPr lang="en-US" sz="2400" dirty="0">
                <a:latin typeface="Times New Roman" pitchFamily="18" charset="0"/>
                <a:cs typeface="Times New Roman" pitchFamily="18" charset="0"/>
              </a:rPr>
              <a:t>FAT1 </a:t>
            </a:r>
            <a:r>
              <a:rPr lang="en-US" sz="2400" dirty="0" err="1">
                <a:latin typeface="Times New Roman" pitchFamily="18" charset="0"/>
                <a:cs typeface="Times New Roman" pitchFamily="18" charset="0"/>
              </a:rPr>
              <a:t>va</a:t>
            </a:r>
            <a:r>
              <a:rPr lang="en-US" sz="2400" dirty="0">
                <a:latin typeface="Times New Roman" pitchFamily="18" charset="0"/>
                <a:cs typeface="Times New Roman" pitchFamily="18" charset="0"/>
              </a:rPr>
              <a:t> FAT 2 </a:t>
            </a:r>
            <a:r>
              <a:rPr lang="en-US" sz="2400" dirty="0" err="1">
                <a:latin typeface="Times New Roman" pitchFamily="18" charset="0"/>
                <a:cs typeface="Times New Roman" pitchFamily="18" charset="0"/>
              </a:rPr>
              <a:t>diskda</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fayllarni</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joylashtirish</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jadvali</a:t>
            </a:r>
            <a:endParaRPr lang="ru-RU" sz="2400" dirty="0">
              <a:latin typeface="Times New Roman" pitchFamily="18" charset="0"/>
              <a:cs typeface="Times New Roman" pitchFamily="18" charset="0"/>
            </a:endParaRPr>
          </a:p>
          <a:p>
            <a:endParaRPr lang="en-US" sz="2400" dirty="0">
              <a:latin typeface="Times New Roman" pitchFamily="18" charset="0"/>
              <a:cs typeface="Times New Roman" pitchFamily="18" charset="0"/>
            </a:endParaRPr>
          </a:p>
          <a:p>
            <a:endParaRPr lang="en-US" sz="2400" dirty="0">
              <a:latin typeface="Times New Roman" pitchFamily="18" charset="0"/>
              <a:cs typeface="Times New Roman"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422400" y="124691"/>
            <a:ext cx="7429500" cy="1119909"/>
          </a:xfrm>
        </p:spPr>
        <p:txBody>
          <a:bodyPr>
            <a:normAutofit/>
          </a:bodyPr>
          <a:lstStyle/>
          <a:p>
            <a:pPr algn="ctr"/>
            <a:r>
              <a:rPr lang="en-US" sz="2800" b="1" dirty="0">
                <a:latin typeface="Times New Roman" pitchFamily="18" charset="0"/>
                <a:cs typeface="Times New Roman" pitchFamily="18" charset="0"/>
              </a:rPr>
              <a:t>Root </a:t>
            </a:r>
            <a:r>
              <a:rPr lang="en-US" sz="2800" b="1" dirty="0" err="1">
                <a:latin typeface="Times New Roman" pitchFamily="18" charset="0"/>
                <a:cs typeface="Times New Roman" pitchFamily="18" charset="0"/>
              </a:rPr>
              <a:t>direktoriyasi</a:t>
            </a:r>
            <a:r>
              <a:rPr lang="en-US" sz="2800" b="1" dirty="0">
                <a:latin typeface="Times New Roman" pitchFamily="18" charset="0"/>
                <a:cs typeface="Times New Roman" pitchFamily="18" charset="0"/>
              </a:rPr>
              <a:t> </a:t>
            </a:r>
            <a:r>
              <a:rPr lang="en-US" sz="2800" b="1" dirty="0" err="1">
                <a:latin typeface="Times New Roman" pitchFamily="18" charset="0"/>
                <a:cs typeface="Times New Roman" pitchFamily="18" charset="0"/>
              </a:rPr>
              <a:t>strukturasi</a:t>
            </a:r>
            <a:r>
              <a:rPr lang="en-US" sz="2800" b="1" dirty="0">
                <a:latin typeface="Times New Roman" pitchFamily="18" charset="0"/>
                <a:cs typeface="Times New Roman" pitchFamily="18" charset="0"/>
              </a:rPr>
              <a:t> </a:t>
            </a:r>
            <a:endParaRPr lang="ru-RU" sz="2800" dirty="0">
              <a:latin typeface="Times New Roman" pitchFamily="18" charset="0"/>
              <a:cs typeface="Times New Roman" pitchFamily="18" charset="0"/>
            </a:endParaRPr>
          </a:p>
        </p:txBody>
      </p:sp>
      <p:pic>
        <p:nvPicPr>
          <p:cNvPr id="1026" name="Picture 2"/>
          <p:cNvPicPr>
            <a:picLocks noChangeAspect="1" noChangeArrowheads="1"/>
          </p:cNvPicPr>
          <p:nvPr/>
        </p:nvPicPr>
        <p:blipFill>
          <a:blip r:embed="rId2"/>
          <a:srcRect/>
          <a:stretch>
            <a:fillRect/>
          </a:stretch>
        </p:blipFill>
        <p:spPr bwMode="auto">
          <a:xfrm>
            <a:off x="1045782" y="896657"/>
            <a:ext cx="7557891" cy="3688043"/>
          </a:xfrm>
          <a:prstGeom prst="rect">
            <a:avLst/>
          </a:prstGeom>
          <a:noFill/>
          <a:ln w="9525">
            <a:noFill/>
            <a:miter lim="800000"/>
            <a:headEnd/>
            <a:tailEnd/>
          </a:ln>
          <a:effectLst/>
        </p:spPr>
      </p:pic>
      <p:sp>
        <p:nvSpPr>
          <p:cNvPr id="5" name="Прямоугольник 4"/>
          <p:cNvSpPr/>
          <p:nvPr/>
        </p:nvSpPr>
        <p:spPr>
          <a:xfrm>
            <a:off x="471054" y="4710545"/>
            <a:ext cx="8562109" cy="1815882"/>
          </a:xfrm>
          <a:prstGeom prst="rect">
            <a:avLst/>
          </a:prstGeom>
        </p:spPr>
        <p:txBody>
          <a:bodyPr wrap="square">
            <a:spAutoFit/>
          </a:bodyPr>
          <a:lstStyle/>
          <a:p>
            <a:pPr algn="just"/>
            <a:r>
              <a:rPr lang="ru-RU" sz="2800" b="1" dirty="0" err="1">
                <a:latin typeface="Times New Roman" pitchFamily="18" charset="0"/>
                <a:cs typeface="Times New Roman" pitchFamily="18" charset="0"/>
              </a:rPr>
              <a:t>Root</a:t>
            </a:r>
            <a:r>
              <a:rPr lang="ru-RU" sz="2800" b="1" dirty="0">
                <a:latin typeface="Times New Roman" pitchFamily="18" charset="0"/>
                <a:cs typeface="Times New Roman" pitchFamily="18" charset="0"/>
              </a:rPr>
              <a:t> </a:t>
            </a:r>
            <a:r>
              <a:rPr lang="ru-RU" sz="2800" b="1" dirty="0" err="1">
                <a:latin typeface="Times New Roman" pitchFamily="18" charset="0"/>
                <a:cs typeface="Times New Roman" pitchFamily="18" charset="0"/>
              </a:rPr>
              <a:t>Directory</a:t>
            </a:r>
            <a:r>
              <a:rPr lang="ru-RU" sz="2800" dirty="0">
                <a:latin typeface="Times New Roman" pitchFamily="18" charset="0"/>
                <a:cs typeface="Times New Roman" pitchFamily="18" charset="0"/>
              </a:rPr>
              <a:t> – </a:t>
            </a:r>
            <a:r>
              <a:rPr lang="en-US" sz="2800" dirty="0" err="1">
                <a:latin typeface="Times New Roman" pitchFamily="18" charset="0"/>
                <a:cs typeface="Times New Roman" pitchFamily="18" charset="0"/>
              </a:rPr>
              <a:t>ildiz</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katalog</a:t>
            </a:r>
            <a:r>
              <a:rPr lang="en-US" sz="2800" dirty="0">
                <a:latin typeface="Times New Roman" pitchFamily="18" charset="0"/>
                <a:cs typeface="Times New Roman" pitchFamily="18" charset="0"/>
              </a:rPr>
              <a:t>. Bu </a:t>
            </a:r>
            <a:r>
              <a:rPr lang="en-US" sz="2800" dirty="0" err="1">
                <a:latin typeface="Times New Roman" pitchFamily="18" charset="0"/>
                <a:cs typeface="Times New Roman" pitchFamily="18" charset="0"/>
              </a:rPr>
              <a:t>razdel</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faylni</a:t>
            </a:r>
            <a:r>
              <a:rPr lang="en-US" sz="2800" dirty="0">
                <a:latin typeface="Times New Roman" pitchFamily="18" charset="0"/>
                <a:cs typeface="Times New Roman" pitchFamily="18" charset="0"/>
              </a:rPr>
              <a:t> tipi, </a:t>
            </a:r>
            <a:r>
              <a:rPr lang="en-US" sz="2800" dirty="0" err="1">
                <a:latin typeface="Times New Roman" pitchFamily="18" charset="0"/>
                <a:cs typeface="Times New Roman" pitchFamily="18" charset="0"/>
              </a:rPr>
              <a:t>nomi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hajmi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yaratilish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vaqti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haqidagi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ma’lumotni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saqlaydi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bundan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tashqari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har</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bir</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fayl</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uchun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ildiz</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katalogda</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fayl</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boshlanuvchi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klaster</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raqami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mavjud</a:t>
            </a:r>
            <a:r>
              <a:rPr lang="en-US" sz="2800" dirty="0">
                <a:latin typeface="Times New Roman" pitchFamily="18" charset="0"/>
                <a:cs typeface="Times New Roman" pitchFamily="18" charset="0"/>
              </a:rPr>
              <a:t>.</a:t>
            </a:r>
            <a:r>
              <a:rPr lang="ru-RU" sz="2800" dirty="0">
                <a:latin typeface="Times New Roman" pitchFamily="18" charset="0"/>
                <a:cs typeface="Times New Roman" pitchFamily="18" charset="0"/>
              </a:rPr>
              <a:t> </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762824" y="128589"/>
            <a:ext cx="6461579" cy="735012"/>
          </a:xfrm>
        </p:spPr>
        <p:txBody>
          <a:bodyPr>
            <a:normAutofit fontScale="90000"/>
          </a:bodyPr>
          <a:lstStyle/>
          <a:p>
            <a:pPr algn="ctr"/>
            <a:r>
              <a:rPr lang="en-US" dirty="0"/>
              <a:t>FAT32 VS NTFS </a:t>
            </a:r>
            <a:endParaRPr lang="ru-RU" dirty="0"/>
          </a:p>
        </p:txBody>
      </p:sp>
      <p:graphicFrame>
        <p:nvGraphicFramePr>
          <p:cNvPr id="5" name="Таблица 4"/>
          <p:cNvGraphicFramePr>
            <a:graphicFrameLocks noGrp="1"/>
          </p:cNvGraphicFramePr>
          <p:nvPr>
            <p:extLst>
              <p:ext uri="{D42A27DB-BD31-4B8C-83A1-F6EECF244321}">
                <p14:modId xmlns:p14="http://schemas.microsoft.com/office/powerpoint/2010/main" val="2875010833"/>
              </p:ext>
            </p:extLst>
          </p:nvPr>
        </p:nvGraphicFramePr>
        <p:xfrm>
          <a:off x="401782" y="886691"/>
          <a:ext cx="8451273" cy="5674474"/>
        </p:xfrm>
        <a:graphic>
          <a:graphicData uri="http://schemas.openxmlformats.org/drawingml/2006/table">
            <a:tbl>
              <a:tblPr/>
              <a:tblGrid>
                <a:gridCol w="2535381">
                  <a:extLst>
                    <a:ext uri="{9D8B030D-6E8A-4147-A177-3AD203B41FA5}">
                      <a16:colId xmlns:a16="http://schemas.microsoft.com/office/drawing/2014/main" val="20000"/>
                    </a:ext>
                  </a:extLst>
                </a:gridCol>
                <a:gridCol w="2624061">
                  <a:extLst>
                    <a:ext uri="{9D8B030D-6E8A-4147-A177-3AD203B41FA5}">
                      <a16:colId xmlns:a16="http://schemas.microsoft.com/office/drawing/2014/main" val="20001"/>
                    </a:ext>
                  </a:extLst>
                </a:gridCol>
                <a:gridCol w="3291831">
                  <a:extLst>
                    <a:ext uri="{9D8B030D-6E8A-4147-A177-3AD203B41FA5}">
                      <a16:colId xmlns:a16="http://schemas.microsoft.com/office/drawing/2014/main" val="20002"/>
                    </a:ext>
                  </a:extLst>
                </a:gridCol>
              </a:tblGrid>
              <a:tr h="863341">
                <a:tc>
                  <a:txBody>
                    <a:bodyPr/>
                    <a:lstStyle/>
                    <a:p>
                      <a:pPr algn="ctr">
                        <a:lnSpc>
                          <a:spcPct val="115000"/>
                        </a:lnSpc>
                        <a:spcAft>
                          <a:spcPts val="0"/>
                        </a:spcAft>
                      </a:pPr>
                      <a:r>
                        <a:rPr lang="en-US" sz="2600" b="1" dirty="0">
                          <a:latin typeface="Times New Roman" pitchFamily="18" charset="0"/>
                          <a:ea typeface="Times New Roman"/>
                          <a:cs typeface="Times New Roman" pitchFamily="18" charset="0"/>
                        </a:rPr>
                        <a:t>Disk </a:t>
                      </a:r>
                      <a:r>
                        <a:rPr lang="en-US" sz="2600" b="1" dirty="0" err="1">
                          <a:latin typeface="Times New Roman" pitchFamily="18" charset="0"/>
                          <a:ea typeface="Times New Roman"/>
                          <a:cs typeface="Times New Roman" pitchFamily="18" charset="0"/>
                        </a:rPr>
                        <a:t>hajmlari</a:t>
                      </a:r>
                      <a:endParaRPr lang="ru-RU" sz="2600" dirty="0">
                        <a:latin typeface="Times New Roman" pitchFamily="18" charset="0"/>
                        <a:ea typeface="Calibri"/>
                        <a:cs typeface="Times New Roman"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a:lnSpc>
                          <a:spcPct val="115000"/>
                        </a:lnSpc>
                        <a:spcAft>
                          <a:spcPts val="0"/>
                        </a:spcAft>
                      </a:pPr>
                      <a:r>
                        <a:rPr lang="en-US" sz="2600" b="1" dirty="0">
                          <a:latin typeface="Times New Roman" pitchFamily="18" charset="0"/>
                          <a:ea typeface="Times New Roman"/>
                          <a:cs typeface="Times New Roman" pitchFamily="18" charset="0"/>
                        </a:rPr>
                        <a:t>NTFS </a:t>
                      </a:r>
                      <a:r>
                        <a:rPr lang="en-US" sz="2600" b="1" dirty="0" err="1">
                          <a:latin typeface="Times New Roman" pitchFamily="18" charset="0"/>
                          <a:ea typeface="Times New Roman"/>
                          <a:cs typeface="Times New Roman" pitchFamily="18" charset="0"/>
                        </a:rPr>
                        <a:t>clusterlar</a:t>
                      </a:r>
                      <a:r>
                        <a:rPr lang="en-US" sz="2600" b="1" dirty="0">
                          <a:latin typeface="Times New Roman" pitchFamily="18" charset="0"/>
                          <a:ea typeface="Times New Roman"/>
                          <a:cs typeface="Times New Roman" pitchFamily="18" charset="0"/>
                        </a:rPr>
                        <a:t> </a:t>
                      </a:r>
                      <a:r>
                        <a:rPr lang="en-US" sz="2600" b="1" dirty="0" err="1">
                          <a:latin typeface="Times New Roman" pitchFamily="18" charset="0"/>
                          <a:ea typeface="Times New Roman"/>
                          <a:cs typeface="Times New Roman" pitchFamily="18" charset="0"/>
                        </a:rPr>
                        <a:t>hajmi</a:t>
                      </a:r>
                      <a:r>
                        <a:rPr lang="ru-RU" sz="2600" b="1" dirty="0">
                          <a:latin typeface="Times New Roman" pitchFamily="18" charset="0"/>
                          <a:ea typeface="Times New Roman"/>
                          <a:cs typeface="Times New Roman" pitchFamily="18" charset="0"/>
                        </a:rPr>
                        <a:t>, Кбайт</a:t>
                      </a:r>
                      <a:endParaRPr lang="ru-RU" sz="2600" dirty="0">
                        <a:latin typeface="Times New Roman" pitchFamily="18" charset="0"/>
                        <a:ea typeface="Calibri"/>
                        <a:cs typeface="Times New Roman"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a:lnSpc>
                          <a:spcPct val="115000"/>
                        </a:lnSpc>
                        <a:spcAft>
                          <a:spcPts val="0"/>
                        </a:spcAft>
                      </a:pPr>
                      <a:r>
                        <a:rPr lang="ru-RU" sz="2600" b="1" dirty="0">
                          <a:latin typeface="Times New Roman" pitchFamily="18" charset="0"/>
                          <a:ea typeface="Times New Roman"/>
                          <a:cs typeface="Times New Roman" pitchFamily="18" charset="0"/>
                        </a:rPr>
                        <a:t> FAT32, </a:t>
                      </a:r>
                      <a:r>
                        <a:rPr lang="en-US" sz="2600" b="1" dirty="0" err="1">
                          <a:latin typeface="Times New Roman" pitchFamily="18" charset="0"/>
                          <a:ea typeface="Times New Roman"/>
                          <a:cs typeface="Times New Roman" pitchFamily="18" charset="0"/>
                        </a:rPr>
                        <a:t>clusterlar</a:t>
                      </a:r>
                      <a:r>
                        <a:rPr lang="en-US" sz="2600" b="1" dirty="0">
                          <a:latin typeface="Times New Roman" pitchFamily="18" charset="0"/>
                          <a:ea typeface="Times New Roman"/>
                          <a:cs typeface="Times New Roman" pitchFamily="18" charset="0"/>
                        </a:rPr>
                        <a:t> </a:t>
                      </a:r>
                      <a:r>
                        <a:rPr lang="en-US" sz="2600" b="1" dirty="0" err="1">
                          <a:latin typeface="Times New Roman" pitchFamily="18" charset="0"/>
                          <a:ea typeface="Times New Roman"/>
                          <a:cs typeface="Times New Roman" pitchFamily="18" charset="0"/>
                        </a:rPr>
                        <a:t>hajmi</a:t>
                      </a:r>
                      <a:r>
                        <a:rPr lang="ru-RU" sz="2600" b="1" dirty="0">
                          <a:latin typeface="Times New Roman" pitchFamily="18" charset="0"/>
                          <a:ea typeface="Times New Roman"/>
                          <a:cs typeface="Times New Roman" pitchFamily="18" charset="0"/>
                        </a:rPr>
                        <a:t>Кбайт</a:t>
                      </a:r>
                      <a:endParaRPr lang="ru-RU" sz="2600" dirty="0">
                        <a:latin typeface="Times New Roman" pitchFamily="18" charset="0"/>
                        <a:ea typeface="Calibri"/>
                        <a:cs typeface="Times New Roman"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863341">
                <a:tc>
                  <a:txBody>
                    <a:bodyPr/>
                    <a:lstStyle/>
                    <a:p>
                      <a:pPr algn="ctr">
                        <a:lnSpc>
                          <a:spcPct val="115000"/>
                        </a:lnSpc>
                        <a:spcAft>
                          <a:spcPts val="0"/>
                        </a:spcAft>
                      </a:pPr>
                      <a:r>
                        <a:rPr lang="uz-Cyrl-UZ" sz="2600">
                          <a:latin typeface="Times New Roman" pitchFamily="18" charset="0"/>
                          <a:ea typeface="Times New Roman"/>
                          <a:cs typeface="Times New Roman" pitchFamily="18" charset="0"/>
                        </a:rPr>
                        <a:t>512 </a:t>
                      </a:r>
                      <a:r>
                        <a:rPr lang="ru-RU" sz="2600">
                          <a:latin typeface="Times New Roman" pitchFamily="18" charset="0"/>
                          <a:ea typeface="Times New Roman"/>
                          <a:cs typeface="Times New Roman" pitchFamily="18" charset="0"/>
                        </a:rPr>
                        <a:t>Мбайт </a:t>
                      </a:r>
                      <a:r>
                        <a:rPr lang="uz-Cyrl-UZ" sz="2600">
                          <a:latin typeface="Times New Roman" pitchFamily="18" charset="0"/>
                          <a:ea typeface="Times New Roman"/>
                          <a:cs typeface="Times New Roman" pitchFamily="18" charset="0"/>
                        </a:rPr>
                        <a:t>гача</a:t>
                      </a:r>
                      <a:endParaRPr lang="ru-RU" sz="2600">
                        <a:latin typeface="Times New Roman" pitchFamily="18" charset="0"/>
                        <a:ea typeface="Calibri"/>
                        <a:cs typeface="Times New Roman"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a:lnSpc>
                          <a:spcPct val="115000"/>
                        </a:lnSpc>
                        <a:spcAft>
                          <a:spcPts val="0"/>
                        </a:spcAft>
                      </a:pPr>
                      <a:r>
                        <a:rPr lang="uz-Cyrl-UZ" sz="2600" dirty="0">
                          <a:latin typeface="Times New Roman" pitchFamily="18" charset="0"/>
                          <a:ea typeface="Times New Roman"/>
                          <a:cs typeface="Times New Roman" pitchFamily="18" charset="0"/>
                        </a:rPr>
                        <a:t>512 байт</a:t>
                      </a:r>
                      <a:endParaRPr lang="ru-RU" sz="2600" dirty="0">
                        <a:latin typeface="Times New Roman" pitchFamily="18" charset="0"/>
                        <a:ea typeface="Calibri"/>
                        <a:cs typeface="Times New Roman"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a:lnSpc>
                          <a:spcPct val="115000"/>
                        </a:lnSpc>
                        <a:spcAft>
                          <a:spcPts val="0"/>
                        </a:spcAft>
                      </a:pPr>
                      <a:r>
                        <a:rPr lang="ru-RU" sz="2600" dirty="0" err="1">
                          <a:latin typeface="Times New Roman" pitchFamily="18" charset="0"/>
                          <a:ea typeface="Times New Roman"/>
                          <a:cs typeface="Times New Roman" pitchFamily="18" charset="0"/>
                        </a:rPr>
                        <a:t>Қўллаб қувватламайди</a:t>
                      </a:r>
                      <a:endParaRPr lang="ru-RU" sz="2600" dirty="0">
                        <a:latin typeface="Times New Roman" pitchFamily="18" charset="0"/>
                        <a:ea typeface="Calibri"/>
                        <a:cs typeface="Times New Roman"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863341">
                <a:tc>
                  <a:txBody>
                    <a:bodyPr/>
                    <a:lstStyle/>
                    <a:p>
                      <a:pPr algn="ctr">
                        <a:lnSpc>
                          <a:spcPct val="115000"/>
                        </a:lnSpc>
                        <a:spcAft>
                          <a:spcPts val="0"/>
                        </a:spcAft>
                      </a:pPr>
                      <a:r>
                        <a:rPr lang="ru-RU" sz="2600" dirty="0">
                          <a:latin typeface="Times New Roman" pitchFamily="18" charset="0"/>
                          <a:ea typeface="Times New Roman"/>
                          <a:cs typeface="Times New Roman" pitchFamily="18" charset="0"/>
                        </a:rPr>
                        <a:t>51</a:t>
                      </a:r>
                      <a:r>
                        <a:rPr lang="uz-Cyrl-UZ" sz="2600" dirty="0">
                          <a:latin typeface="Times New Roman" pitchFamily="18" charset="0"/>
                          <a:ea typeface="Times New Roman"/>
                          <a:cs typeface="Times New Roman" pitchFamily="18" charset="0"/>
                        </a:rPr>
                        <a:t>3</a:t>
                      </a:r>
                      <a:r>
                        <a:rPr lang="ru-RU" sz="2600" dirty="0">
                          <a:latin typeface="Times New Roman" pitchFamily="18" charset="0"/>
                          <a:ea typeface="Times New Roman"/>
                          <a:cs typeface="Times New Roman" pitchFamily="18" charset="0"/>
                        </a:rPr>
                        <a:t> Мбайт -102</a:t>
                      </a:r>
                      <a:r>
                        <a:rPr lang="uz-Cyrl-UZ" sz="2600" dirty="0">
                          <a:latin typeface="Times New Roman" pitchFamily="18" charset="0"/>
                          <a:ea typeface="Times New Roman"/>
                          <a:cs typeface="Times New Roman" pitchFamily="18" charset="0"/>
                        </a:rPr>
                        <a:t>4</a:t>
                      </a:r>
                      <a:r>
                        <a:rPr lang="ru-RU" sz="2600" dirty="0">
                          <a:latin typeface="Times New Roman" pitchFamily="18" charset="0"/>
                          <a:ea typeface="Times New Roman"/>
                          <a:cs typeface="Times New Roman" pitchFamily="18" charset="0"/>
                        </a:rPr>
                        <a:t> Мбайт </a:t>
                      </a:r>
                      <a:endParaRPr lang="ru-RU" sz="2600" dirty="0">
                        <a:latin typeface="Times New Roman" pitchFamily="18" charset="0"/>
                        <a:ea typeface="Calibri"/>
                        <a:cs typeface="Times New Roman"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a:lnSpc>
                          <a:spcPct val="115000"/>
                        </a:lnSpc>
                        <a:spcAft>
                          <a:spcPts val="0"/>
                        </a:spcAft>
                      </a:pPr>
                      <a:r>
                        <a:rPr lang="uz-Cyrl-UZ" sz="2600" dirty="0">
                          <a:latin typeface="Times New Roman" pitchFamily="18" charset="0"/>
                          <a:ea typeface="Times New Roman"/>
                          <a:cs typeface="Times New Roman" pitchFamily="18" charset="0"/>
                        </a:rPr>
                        <a:t>1 К байт</a:t>
                      </a:r>
                      <a:endParaRPr lang="ru-RU" sz="2600" dirty="0">
                        <a:latin typeface="Times New Roman" pitchFamily="18" charset="0"/>
                        <a:ea typeface="Calibri"/>
                        <a:cs typeface="Times New Roman"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a:lnSpc>
                          <a:spcPct val="115000"/>
                        </a:lnSpc>
                        <a:spcAft>
                          <a:spcPts val="0"/>
                        </a:spcAft>
                      </a:pPr>
                      <a:r>
                        <a:rPr lang="ru-RU" sz="2600">
                          <a:latin typeface="Times New Roman" pitchFamily="18" charset="0"/>
                          <a:ea typeface="Times New Roman"/>
                          <a:cs typeface="Times New Roman" pitchFamily="18" charset="0"/>
                        </a:rPr>
                        <a:t>4</a:t>
                      </a:r>
                      <a:endParaRPr lang="ru-RU" sz="2600">
                        <a:latin typeface="Times New Roman" pitchFamily="18" charset="0"/>
                        <a:ea typeface="Calibri"/>
                        <a:cs typeface="Times New Roman"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863341">
                <a:tc>
                  <a:txBody>
                    <a:bodyPr/>
                    <a:lstStyle/>
                    <a:p>
                      <a:pPr algn="ctr">
                        <a:lnSpc>
                          <a:spcPct val="115000"/>
                        </a:lnSpc>
                        <a:spcAft>
                          <a:spcPts val="0"/>
                        </a:spcAft>
                      </a:pPr>
                      <a:r>
                        <a:rPr lang="ru-RU" sz="2600" dirty="0">
                          <a:latin typeface="Times New Roman" pitchFamily="18" charset="0"/>
                          <a:ea typeface="Times New Roman"/>
                          <a:cs typeface="Times New Roman" pitchFamily="18" charset="0"/>
                        </a:rPr>
                        <a:t>1024 Мбайт – </a:t>
                      </a:r>
                      <a:endParaRPr lang="en-US" sz="2600" dirty="0">
                        <a:latin typeface="Times New Roman" pitchFamily="18" charset="0"/>
                        <a:ea typeface="Times New Roman"/>
                        <a:cs typeface="Times New Roman" pitchFamily="18" charset="0"/>
                      </a:endParaRPr>
                    </a:p>
                    <a:p>
                      <a:pPr algn="ctr">
                        <a:lnSpc>
                          <a:spcPct val="115000"/>
                        </a:lnSpc>
                        <a:spcAft>
                          <a:spcPts val="0"/>
                        </a:spcAft>
                      </a:pPr>
                      <a:r>
                        <a:rPr lang="ru-RU" sz="2600" dirty="0">
                          <a:latin typeface="Times New Roman" pitchFamily="18" charset="0"/>
                          <a:ea typeface="Times New Roman"/>
                          <a:cs typeface="Times New Roman" pitchFamily="18" charset="0"/>
                        </a:rPr>
                        <a:t>2 Гбайт </a:t>
                      </a:r>
                      <a:endParaRPr lang="ru-RU" sz="2600" dirty="0">
                        <a:latin typeface="Times New Roman" pitchFamily="18" charset="0"/>
                        <a:ea typeface="Calibri"/>
                        <a:cs typeface="Times New Roman"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a:lnSpc>
                          <a:spcPct val="115000"/>
                        </a:lnSpc>
                        <a:spcAft>
                          <a:spcPts val="0"/>
                        </a:spcAft>
                      </a:pPr>
                      <a:r>
                        <a:rPr lang="uz-Cyrl-UZ" sz="2600" dirty="0">
                          <a:latin typeface="Times New Roman" pitchFamily="18" charset="0"/>
                          <a:ea typeface="Times New Roman"/>
                          <a:cs typeface="Times New Roman" pitchFamily="18" charset="0"/>
                        </a:rPr>
                        <a:t>2К байт</a:t>
                      </a:r>
                      <a:endParaRPr lang="ru-RU" sz="2600" dirty="0">
                        <a:latin typeface="Times New Roman" pitchFamily="18" charset="0"/>
                        <a:ea typeface="Calibri"/>
                        <a:cs typeface="Times New Roman"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a:lnSpc>
                          <a:spcPct val="115000"/>
                        </a:lnSpc>
                        <a:spcAft>
                          <a:spcPts val="0"/>
                        </a:spcAft>
                      </a:pPr>
                      <a:r>
                        <a:rPr lang="ru-RU" sz="2600" dirty="0">
                          <a:latin typeface="Times New Roman" pitchFamily="18" charset="0"/>
                          <a:ea typeface="Times New Roman"/>
                          <a:cs typeface="Times New Roman" pitchFamily="18" charset="0"/>
                        </a:rPr>
                        <a:t>4</a:t>
                      </a:r>
                      <a:endParaRPr lang="ru-RU" sz="2600" dirty="0">
                        <a:latin typeface="Times New Roman" pitchFamily="18" charset="0"/>
                        <a:ea typeface="Calibri"/>
                        <a:cs typeface="Times New Roman"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73445">
                <a:tc>
                  <a:txBody>
                    <a:bodyPr/>
                    <a:lstStyle/>
                    <a:p>
                      <a:pPr algn="ctr">
                        <a:lnSpc>
                          <a:spcPct val="115000"/>
                        </a:lnSpc>
                        <a:spcAft>
                          <a:spcPts val="0"/>
                        </a:spcAft>
                      </a:pPr>
                      <a:r>
                        <a:rPr lang="ru-RU" sz="2600">
                          <a:latin typeface="Times New Roman" pitchFamily="18" charset="0"/>
                          <a:ea typeface="Times New Roman"/>
                          <a:cs typeface="Times New Roman" pitchFamily="18" charset="0"/>
                        </a:rPr>
                        <a:t>2 Гбайт - 8 Гбайт </a:t>
                      </a:r>
                      <a:endParaRPr lang="ru-RU" sz="2600">
                        <a:latin typeface="Times New Roman" pitchFamily="18" charset="0"/>
                        <a:ea typeface="Calibri"/>
                        <a:cs typeface="Times New Roman"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a:lnSpc>
                          <a:spcPct val="115000"/>
                        </a:lnSpc>
                        <a:spcAft>
                          <a:spcPts val="0"/>
                        </a:spcAft>
                      </a:pPr>
                      <a:r>
                        <a:rPr lang="uz-Cyrl-UZ" sz="2600">
                          <a:latin typeface="Times New Roman" pitchFamily="18" charset="0"/>
                          <a:ea typeface="Times New Roman"/>
                          <a:cs typeface="Times New Roman" pitchFamily="18" charset="0"/>
                        </a:rPr>
                        <a:t>4-8 Кбайт</a:t>
                      </a:r>
                      <a:endParaRPr lang="ru-RU" sz="2600">
                        <a:latin typeface="Times New Roman" pitchFamily="18" charset="0"/>
                        <a:ea typeface="Calibri"/>
                        <a:cs typeface="Times New Roman"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a:lnSpc>
                          <a:spcPct val="115000"/>
                        </a:lnSpc>
                        <a:spcAft>
                          <a:spcPts val="0"/>
                        </a:spcAft>
                      </a:pPr>
                      <a:r>
                        <a:rPr lang="ru-RU" sz="2600" dirty="0">
                          <a:latin typeface="Times New Roman" pitchFamily="18" charset="0"/>
                          <a:ea typeface="Times New Roman"/>
                          <a:cs typeface="Times New Roman" pitchFamily="18" charset="0"/>
                        </a:rPr>
                        <a:t>4</a:t>
                      </a:r>
                      <a:endParaRPr lang="ru-RU" sz="2600" dirty="0">
                        <a:latin typeface="Times New Roman" pitchFamily="18" charset="0"/>
                        <a:ea typeface="Calibri"/>
                        <a:cs typeface="Times New Roman"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13646">
                <a:tc>
                  <a:txBody>
                    <a:bodyPr/>
                    <a:lstStyle/>
                    <a:p>
                      <a:pPr algn="ctr">
                        <a:lnSpc>
                          <a:spcPct val="115000"/>
                        </a:lnSpc>
                        <a:spcAft>
                          <a:spcPts val="0"/>
                        </a:spcAft>
                      </a:pPr>
                      <a:r>
                        <a:rPr lang="ru-RU" sz="2600">
                          <a:latin typeface="Times New Roman" pitchFamily="18" charset="0"/>
                          <a:ea typeface="Times New Roman"/>
                          <a:cs typeface="Times New Roman" pitchFamily="18" charset="0"/>
                        </a:rPr>
                        <a:t>8 Гбайт-16 Гбайт </a:t>
                      </a:r>
                      <a:endParaRPr lang="ru-RU" sz="2600">
                        <a:latin typeface="Times New Roman" pitchFamily="18" charset="0"/>
                        <a:ea typeface="Calibri"/>
                        <a:cs typeface="Times New Roman"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a:lnSpc>
                          <a:spcPct val="115000"/>
                        </a:lnSpc>
                        <a:spcAft>
                          <a:spcPts val="0"/>
                        </a:spcAft>
                      </a:pPr>
                      <a:r>
                        <a:rPr lang="uz-Cyrl-UZ" sz="2600">
                          <a:latin typeface="Times New Roman" pitchFamily="18" charset="0"/>
                          <a:ea typeface="Times New Roman"/>
                          <a:cs typeface="Times New Roman" pitchFamily="18" charset="0"/>
                        </a:rPr>
                        <a:t>16-32 Кбайт</a:t>
                      </a:r>
                      <a:endParaRPr lang="ru-RU" sz="2600">
                        <a:latin typeface="Times New Roman" pitchFamily="18" charset="0"/>
                        <a:ea typeface="Calibri"/>
                        <a:cs typeface="Times New Roman"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a:lnSpc>
                          <a:spcPct val="115000"/>
                        </a:lnSpc>
                        <a:spcAft>
                          <a:spcPts val="0"/>
                        </a:spcAft>
                      </a:pPr>
                      <a:r>
                        <a:rPr lang="ru-RU" sz="2600" dirty="0">
                          <a:latin typeface="Times New Roman" pitchFamily="18" charset="0"/>
                          <a:ea typeface="Times New Roman"/>
                          <a:cs typeface="Times New Roman" pitchFamily="18" charset="0"/>
                        </a:rPr>
                        <a:t>8</a:t>
                      </a:r>
                      <a:endParaRPr lang="ru-RU" sz="2600" dirty="0">
                        <a:latin typeface="Times New Roman" pitchFamily="18" charset="0"/>
                        <a:ea typeface="Calibri"/>
                        <a:cs typeface="Times New Roman"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13646">
                <a:tc>
                  <a:txBody>
                    <a:bodyPr/>
                    <a:lstStyle/>
                    <a:p>
                      <a:pPr algn="ctr">
                        <a:lnSpc>
                          <a:spcPct val="115000"/>
                        </a:lnSpc>
                        <a:spcAft>
                          <a:spcPts val="0"/>
                        </a:spcAft>
                      </a:pPr>
                      <a:r>
                        <a:rPr lang="ru-RU" sz="2600" dirty="0">
                          <a:latin typeface="Times New Roman" pitchFamily="18" charset="0"/>
                          <a:ea typeface="Times New Roman"/>
                          <a:cs typeface="Times New Roman" pitchFamily="18" charset="0"/>
                        </a:rPr>
                        <a:t>16 Гбайт-</a:t>
                      </a:r>
                      <a:endParaRPr lang="en-US" sz="2600" dirty="0">
                        <a:latin typeface="Times New Roman" pitchFamily="18" charset="0"/>
                        <a:ea typeface="Times New Roman"/>
                        <a:cs typeface="Times New Roman" pitchFamily="18" charset="0"/>
                      </a:endParaRPr>
                    </a:p>
                    <a:p>
                      <a:pPr algn="ctr">
                        <a:lnSpc>
                          <a:spcPct val="115000"/>
                        </a:lnSpc>
                        <a:spcAft>
                          <a:spcPts val="0"/>
                        </a:spcAft>
                      </a:pPr>
                      <a:r>
                        <a:rPr lang="ru-RU" sz="2600" dirty="0">
                          <a:latin typeface="Times New Roman" pitchFamily="18" charset="0"/>
                          <a:ea typeface="Times New Roman"/>
                          <a:cs typeface="Times New Roman" pitchFamily="18" charset="0"/>
                        </a:rPr>
                        <a:t>32 Гбайт </a:t>
                      </a:r>
                      <a:endParaRPr lang="ru-RU" sz="2600" dirty="0">
                        <a:latin typeface="Times New Roman" pitchFamily="18" charset="0"/>
                        <a:ea typeface="Calibri"/>
                        <a:cs typeface="Times New Roman"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a:lnSpc>
                          <a:spcPct val="115000"/>
                        </a:lnSpc>
                        <a:spcAft>
                          <a:spcPts val="0"/>
                        </a:spcAft>
                      </a:pPr>
                      <a:r>
                        <a:rPr lang="uz-Cyrl-UZ" sz="2600">
                          <a:latin typeface="Times New Roman" pitchFamily="18" charset="0"/>
                          <a:ea typeface="Times New Roman"/>
                          <a:cs typeface="Times New Roman" pitchFamily="18" charset="0"/>
                        </a:rPr>
                        <a:t>32-64 Кбайт</a:t>
                      </a:r>
                      <a:endParaRPr lang="ru-RU" sz="2600">
                        <a:latin typeface="Times New Roman" pitchFamily="18" charset="0"/>
                        <a:ea typeface="Calibri"/>
                        <a:cs typeface="Times New Roman"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a:lnSpc>
                          <a:spcPct val="115000"/>
                        </a:lnSpc>
                        <a:spcAft>
                          <a:spcPts val="0"/>
                        </a:spcAft>
                      </a:pPr>
                      <a:r>
                        <a:rPr lang="ru-RU" sz="2600" dirty="0">
                          <a:latin typeface="Times New Roman" pitchFamily="18" charset="0"/>
                          <a:ea typeface="Times New Roman"/>
                          <a:cs typeface="Times New Roman" pitchFamily="18" charset="0"/>
                        </a:rPr>
                        <a:t>16</a:t>
                      </a:r>
                      <a:endParaRPr lang="ru-RU" sz="2600" dirty="0">
                        <a:latin typeface="Times New Roman" pitchFamily="18" charset="0"/>
                        <a:ea typeface="Calibri"/>
                        <a:cs typeface="Times New Roman"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13646">
                <a:tc>
                  <a:txBody>
                    <a:bodyPr/>
                    <a:lstStyle/>
                    <a:p>
                      <a:pPr algn="ctr">
                        <a:lnSpc>
                          <a:spcPct val="115000"/>
                        </a:lnSpc>
                        <a:spcAft>
                          <a:spcPts val="0"/>
                        </a:spcAft>
                      </a:pPr>
                      <a:r>
                        <a:rPr lang="ru-RU" sz="2600">
                          <a:latin typeface="Times New Roman" pitchFamily="18" charset="0"/>
                          <a:ea typeface="Times New Roman"/>
                          <a:cs typeface="Times New Roman" pitchFamily="18" charset="0"/>
                        </a:rPr>
                        <a:t>Более 32 Гбайт </a:t>
                      </a:r>
                      <a:endParaRPr lang="ru-RU" sz="2600">
                        <a:latin typeface="Times New Roman" pitchFamily="18" charset="0"/>
                        <a:ea typeface="Calibri"/>
                        <a:cs typeface="Times New Roman"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a:lnSpc>
                          <a:spcPct val="115000"/>
                        </a:lnSpc>
                        <a:spcAft>
                          <a:spcPts val="0"/>
                        </a:spcAft>
                      </a:pPr>
                      <a:r>
                        <a:rPr lang="uz-Cyrl-UZ" sz="2600">
                          <a:latin typeface="Times New Roman" pitchFamily="18" charset="0"/>
                          <a:ea typeface="Times New Roman"/>
                          <a:cs typeface="Times New Roman" pitchFamily="18" charset="0"/>
                        </a:rPr>
                        <a:t>64 Кбайт</a:t>
                      </a:r>
                      <a:endParaRPr lang="ru-RU" sz="2600">
                        <a:latin typeface="Times New Roman" pitchFamily="18" charset="0"/>
                        <a:ea typeface="Calibri"/>
                        <a:cs typeface="Times New Roman"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a:lnSpc>
                          <a:spcPct val="115000"/>
                        </a:lnSpc>
                        <a:spcAft>
                          <a:spcPts val="0"/>
                        </a:spcAft>
                      </a:pPr>
                      <a:r>
                        <a:rPr lang="ru-RU" sz="2600" dirty="0">
                          <a:latin typeface="Times New Roman" pitchFamily="18" charset="0"/>
                          <a:ea typeface="Times New Roman"/>
                          <a:cs typeface="Times New Roman" pitchFamily="18" charset="0"/>
                        </a:rPr>
                        <a:t>32</a:t>
                      </a:r>
                      <a:endParaRPr lang="ru-RU" sz="2600" dirty="0">
                        <a:latin typeface="Times New Roman" pitchFamily="18" charset="0"/>
                        <a:ea typeface="Calibri"/>
                        <a:cs typeface="Times New Roman"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869156" y="353776"/>
            <a:ext cx="7289800" cy="546100"/>
          </a:xfrm>
        </p:spPr>
        <p:txBody>
          <a:bodyPr>
            <a:normAutofit fontScale="90000"/>
          </a:bodyPr>
          <a:lstStyle/>
          <a:p>
            <a:r>
              <a:rPr lang="uz-Cyrl-UZ" altLang="ru-RU" b="0" dirty="0"/>
              <a:t>HPFS файл тизими</a:t>
            </a:r>
            <a:endParaRPr lang="ru-RU" altLang="ru-RU" b="0" dirty="0"/>
          </a:p>
        </p:txBody>
      </p:sp>
      <p:sp>
        <p:nvSpPr>
          <p:cNvPr id="41994" name="Rectangle 10"/>
          <p:cNvSpPr>
            <a:spLocks noChangeArrowheads="1"/>
          </p:cNvSpPr>
          <p:nvPr/>
        </p:nvSpPr>
        <p:spPr bwMode="auto">
          <a:xfrm>
            <a:off x="188913" y="1131888"/>
            <a:ext cx="8650287" cy="5240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sz="2400">
                <a:solidFill>
                  <a:schemeClr val="tx1"/>
                </a:solidFill>
                <a:latin typeface="Times" panose="02020603050405020304" pitchFamily="18" charset="0"/>
              </a:defRPr>
            </a:lvl1pPr>
            <a:lvl2pPr marL="609600" indent="-49530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pPr marL="114300" lvl="1" indent="0" algn="just">
              <a:spcBef>
                <a:spcPts val="0"/>
              </a:spcBef>
              <a:buClr>
                <a:srgbClr val="000099"/>
              </a:buClr>
              <a:buSzPct val="75000"/>
            </a:pPr>
            <a:r>
              <a:rPr kumimoji="1" lang="en-US" altLang="ru-RU" sz="2800" dirty="0">
                <a:solidFill>
                  <a:srgbClr val="000000"/>
                </a:solidFill>
                <a:latin typeface="Times New Roman" panose="02020603050405020304" pitchFamily="18" charset="0"/>
              </a:rPr>
              <a:t>	</a:t>
            </a:r>
            <a:r>
              <a:rPr kumimoji="1" lang="en-US" altLang="ru-RU" sz="3000" dirty="0">
                <a:solidFill>
                  <a:srgbClr val="000000"/>
                </a:solidFill>
                <a:latin typeface="Times New Roman" panose="02020603050405020304" pitchFamily="18" charset="0"/>
              </a:rPr>
              <a:t>HPFS </a:t>
            </a:r>
            <a:r>
              <a:rPr kumimoji="1" lang="ru-RU" altLang="ru-RU" sz="3000" dirty="0">
                <a:solidFill>
                  <a:srgbClr val="000000"/>
                </a:solidFill>
                <a:latin typeface="Times New Roman" panose="02020603050405020304" pitchFamily="18" charset="0"/>
              </a:rPr>
              <a:t>файл </a:t>
            </a:r>
            <a:r>
              <a:rPr kumimoji="1" lang="ru-RU" altLang="ru-RU" sz="3000" dirty="0" err="1">
                <a:solidFill>
                  <a:srgbClr val="000000"/>
                </a:solidFill>
                <a:latin typeface="Times New Roman" panose="02020603050405020304" pitchFamily="18" charset="0"/>
              </a:rPr>
              <a:t>тизими</a:t>
            </a:r>
            <a:r>
              <a:rPr kumimoji="1" lang="ru-RU" altLang="ru-RU" sz="3000" dirty="0">
                <a:solidFill>
                  <a:srgbClr val="000000"/>
                </a:solidFill>
                <a:latin typeface="Times New Roman" panose="02020603050405020304" pitchFamily="18" charset="0"/>
              </a:rPr>
              <a:t> (</a:t>
            </a:r>
            <a:r>
              <a:rPr kumimoji="1" lang="en-US" altLang="ru-RU" sz="3000" dirty="0">
                <a:solidFill>
                  <a:srgbClr val="000000"/>
                </a:solidFill>
                <a:latin typeface="Times New Roman" panose="02020603050405020304" pitchFamily="18" charset="0"/>
              </a:rPr>
              <a:t>High File System – </a:t>
            </a:r>
            <a:r>
              <a:rPr kumimoji="1" lang="ru-RU" altLang="ru-RU" sz="3000" dirty="0" err="1">
                <a:solidFill>
                  <a:srgbClr val="000000"/>
                </a:solidFill>
                <a:latin typeface="Times New Roman" panose="02020603050405020304" pitchFamily="18" charset="0"/>
              </a:rPr>
              <a:t>юқори</a:t>
            </a:r>
            <a:r>
              <a:rPr kumimoji="1" lang="ru-RU" altLang="ru-RU" sz="3000" dirty="0">
                <a:solidFill>
                  <a:srgbClr val="000000"/>
                </a:solidFill>
                <a:latin typeface="Times New Roman" panose="02020603050405020304" pitchFamily="18" charset="0"/>
              </a:rPr>
              <a:t> </a:t>
            </a:r>
            <a:r>
              <a:rPr kumimoji="1" lang="ru-RU" altLang="ru-RU" sz="3000" dirty="0" err="1">
                <a:solidFill>
                  <a:srgbClr val="000000"/>
                </a:solidFill>
                <a:latin typeface="Times New Roman" panose="02020603050405020304" pitchFamily="18" charset="0"/>
              </a:rPr>
              <a:t>унумдорликка</a:t>
            </a:r>
            <a:r>
              <a:rPr kumimoji="1" lang="ru-RU" altLang="ru-RU" sz="3000" dirty="0">
                <a:solidFill>
                  <a:srgbClr val="000000"/>
                </a:solidFill>
                <a:latin typeface="Times New Roman" panose="02020603050405020304" pitchFamily="18" charset="0"/>
              </a:rPr>
              <a:t> </a:t>
            </a:r>
            <a:r>
              <a:rPr kumimoji="1" lang="ru-RU" altLang="ru-RU" sz="3000" dirty="0" err="1">
                <a:solidFill>
                  <a:srgbClr val="000000"/>
                </a:solidFill>
                <a:latin typeface="Times New Roman" panose="02020603050405020304" pitchFamily="18" charset="0"/>
              </a:rPr>
              <a:t>эга</a:t>
            </a:r>
            <a:r>
              <a:rPr kumimoji="1" lang="ru-RU" altLang="ru-RU" sz="3000" dirty="0">
                <a:solidFill>
                  <a:srgbClr val="000000"/>
                </a:solidFill>
                <a:latin typeface="Times New Roman" panose="02020603050405020304" pitchFamily="18" charset="0"/>
              </a:rPr>
              <a:t> </a:t>
            </a:r>
            <a:r>
              <a:rPr kumimoji="1" lang="ru-RU" altLang="ru-RU" sz="3000" dirty="0" err="1">
                <a:solidFill>
                  <a:srgbClr val="000000"/>
                </a:solidFill>
                <a:latin typeface="Times New Roman" panose="02020603050405020304" pitchFamily="18" charset="0"/>
              </a:rPr>
              <a:t>бўлган</a:t>
            </a:r>
            <a:r>
              <a:rPr kumimoji="1" lang="ru-RU" altLang="ru-RU" sz="3000" dirty="0">
                <a:solidFill>
                  <a:srgbClr val="000000"/>
                </a:solidFill>
                <a:latin typeface="Times New Roman" panose="02020603050405020304" pitchFamily="18" charset="0"/>
              </a:rPr>
              <a:t> файл </a:t>
            </a:r>
            <a:r>
              <a:rPr kumimoji="1" lang="ru-RU" altLang="ru-RU" sz="3000" dirty="0" err="1">
                <a:solidFill>
                  <a:srgbClr val="000000"/>
                </a:solidFill>
                <a:latin typeface="Times New Roman" panose="02020603050405020304" pitchFamily="18" charset="0"/>
              </a:rPr>
              <a:t>тизимидир</a:t>
            </a:r>
            <a:r>
              <a:rPr kumimoji="1" lang="ru-RU" altLang="ru-RU" sz="3000" dirty="0">
                <a:solidFill>
                  <a:srgbClr val="000000"/>
                </a:solidFill>
                <a:latin typeface="Times New Roman" panose="02020603050405020304" pitchFamily="18" charset="0"/>
              </a:rPr>
              <a:t>) </a:t>
            </a:r>
            <a:r>
              <a:rPr kumimoji="1" lang="ru-RU" altLang="ru-RU" sz="3000" dirty="0" err="1">
                <a:solidFill>
                  <a:srgbClr val="000000"/>
                </a:solidFill>
                <a:latin typeface="Times New Roman" panose="02020603050405020304" pitchFamily="18" charset="0"/>
              </a:rPr>
              <a:t>биринчи</a:t>
            </a:r>
            <a:r>
              <a:rPr kumimoji="1" lang="ru-RU" altLang="ru-RU" sz="3000" dirty="0">
                <a:solidFill>
                  <a:srgbClr val="000000"/>
                </a:solidFill>
                <a:latin typeface="Times New Roman" panose="02020603050405020304" pitchFamily="18" charset="0"/>
              </a:rPr>
              <a:t> марта </a:t>
            </a:r>
            <a:r>
              <a:rPr kumimoji="1" lang="en-US" altLang="ru-RU" sz="3000" dirty="0">
                <a:solidFill>
                  <a:srgbClr val="000000"/>
                </a:solidFill>
                <a:latin typeface="Times New Roman" panose="02020603050405020304" pitchFamily="18" charset="0"/>
              </a:rPr>
              <a:t>OS/2 </a:t>
            </a:r>
            <a:r>
              <a:rPr kumimoji="1" lang="ru-RU" altLang="ru-RU" sz="3000" dirty="0" err="1">
                <a:solidFill>
                  <a:srgbClr val="000000"/>
                </a:solidFill>
                <a:latin typeface="Times New Roman" panose="02020603050405020304" pitchFamily="18" charset="0"/>
              </a:rPr>
              <a:t>ва</a:t>
            </a:r>
            <a:r>
              <a:rPr kumimoji="1" lang="ru-RU" altLang="ru-RU" sz="3000" dirty="0">
                <a:solidFill>
                  <a:srgbClr val="000000"/>
                </a:solidFill>
                <a:latin typeface="Times New Roman" panose="02020603050405020304" pitchFamily="18" charset="0"/>
              </a:rPr>
              <a:t> </a:t>
            </a:r>
            <a:r>
              <a:rPr kumimoji="1" lang="en-US" altLang="ru-RU" sz="3000" dirty="0">
                <a:solidFill>
                  <a:srgbClr val="000000"/>
                </a:solidFill>
                <a:latin typeface="Times New Roman" panose="02020603050405020304" pitchFamily="18" charset="0"/>
              </a:rPr>
              <a:t>Law Manager </a:t>
            </a:r>
            <a:r>
              <a:rPr kumimoji="1" lang="ru-RU" altLang="ru-RU" sz="3000" dirty="0">
                <a:solidFill>
                  <a:srgbClr val="000000"/>
                </a:solidFill>
                <a:latin typeface="Times New Roman" panose="02020603050405020304" pitchFamily="18" charset="0"/>
              </a:rPr>
              <a:t>ОТ </a:t>
            </a:r>
            <a:r>
              <a:rPr kumimoji="1" lang="ru-RU" altLang="ru-RU" sz="3000" dirty="0" err="1">
                <a:solidFill>
                  <a:srgbClr val="000000"/>
                </a:solidFill>
                <a:latin typeface="Times New Roman" panose="02020603050405020304" pitchFamily="18" charset="0"/>
              </a:rPr>
              <a:t>ларида</a:t>
            </a:r>
            <a:r>
              <a:rPr kumimoji="1" lang="ru-RU" altLang="ru-RU" sz="3000" dirty="0">
                <a:solidFill>
                  <a:srgbClr val="000000"/>
                </a:solidFill>
                <a:latin typeface="Times New Roman" panose="02020603050405020304" pitchFamily="18" charset="0"/>
              </a:rPr>
              <a:t> </a:t>
            </a:r>
            <a:r>
              <a:rPr kumimoji="1" lang="ru-RU" altLang="ru-RU" sz="3000" dirty="0" err="1">
                <a:solidFill>
                  <a:srgbClr val="000000"/>
                </a:solidFill>
                <a:latin typeface="Times New Roman" panose="02020603050405020304" pitchFamily="18" charset="0"/>
              </a:rPr>
              <a:t>пайдо</a:t>
            </a:r>
            <a:r>
              <a:rPr kumimoji="1" lang="ru-RU" altLang="ru-RU" sz="3000" dirty="0">
                <a:solidFill>
                  <a:srgbClr val="000000"/>
                </a:solidFill>
                <a:latin typeface="Times New Roman" panose="02020603050405020304" pitchFamily="18" charset="0"/>
              </a:rPr>
              <a:t> </a:t>
            </a:r>
            <a:r>
              <a:rPr kumimoji="1" lang="ru-RU" altLang="ru-RU" sz="3000" dirty="0" err="1">
                <a:solidFill>
                  <a:srgbClr val="000000"/>
                </a:solidFill>
                <a:latin typeface="Times New Roman" panose="02020603050405020304" pitchFamily="18" charset="0"/>
              </a:rPr>
              <a:t>бўлди</a:t>
            </a:r>
            <a:r>
              <a:rPr kumimoji="1" lang="ru-RU" altLang="ru-RU" sz="3000" dirty="0">
                <a:solidFill>
                  <a:srgbClr val="000000"/>
                </a:solidFill>
                <a:latin typeface="Times New Roman" panose="02020603050405020304" pitchFamily="18" charset="0"/>
              </a:rPr>
              <a:t>. </a:t>
            </a:r>
            <a:r>
              <a:rPr kumimoji="1" lang="ru-RU" altLang="ru-RU" sz="3000" dirty="0" err="1">
                <a:solidFill>
                  <a:srgbClr val="000000"/>
                </a:solidFill>
                <a:latin typeface="Times New Roman" panose="02020603050405020304" pitchFamily="18" charset="0"/>
              </a:rPr>
              <a:t>Бу</a:t>
            </a:r>
            <a:r>
              <a:rPr kumimoji="1" lang="ru-RU" altLang="ru-RU" sz="3000" dirty="0">
                <a:solidFill>
                  <a:srgbClr val="000000"/>
                </a:solidFill>
                <a:latin typeface="Times New Roman" panose="02020603050405020304" pitchFamily="18" charset="0"/>
              </a:rPr>
              <a:t> файл </a:t>
            </a:r>
            <a:r>
              <a:rPr kumimoji="1" lang="ru-RU" altLang="ru-RU" sz="3000" dirty="0" err="1">
                <a:solidFill>
                  <a:srgbClr val="000000"/>
                </a:solidFill>
                <a:latin typeface="Times New Roman" panose="02020603050405020304" pitchFamily="18" charset="0"/>
              </a:rPr>
              <a:t>тизими</a:t>
            </a:r>
            <a:r>
              <a:rPr kumimoji="1" lang="ru-RU" altLang="ru-RU" sz="3000" dirty="0">
                <a:solidFill>
                  <a:srgbClr val="000000"/>
                </a:solidFill>
                <a:latin typeface="Times New Roman" panose="02020603050405020304" pitchFamily="18" charset="0"/>
              </a:rPr>
              <a:t>, </a:t>
            </a:r>
            <a:r>
              <a:rPr kumimoji="1" lang="en-US" altLang="ru-RU" sz="3000" dirty="0">
                <a:solidFill>
                  <a:srgbClr val="000000"/>
                </a:solidFill>
                <a:latin typeface="Times New Roman" panose="02020603050405020304" pitchFamily="18" charset="0"/>
              </a:rPr>
              <a:t>IBM </a:t>
            </a:r>
            <a:r>
              <a:rPr kumimoji="1" lang="ru-RU" altLang="ru-RU" sz="3000" dirty="0" err="1">
                <a:solidFill>
                  <a:srgbClr val="000000"/>
                </a:solidFill>
                <a:latin typeface="Times New Roman" panose="02020603050405020304" pitchFamily="18" charset="0"/>
              </a:rPr>
              <a:t>ва</a:t>
            </a:r>
            <a:r>
              <a:rPr kumimoji="1" lang="ru-RU" altLang="ru-RU" sz="3000" dirty="0">
                <a:solidFill>
                  <a:srgbClr val="000000"/>
                </a:solidFill>
                <a:latin typeface="Times New Roman" panose="02020603050405020304" pitchFamily="18" charset="0"/>
              </a:rPr>
              <a:t> </a:t>
            </a:r>
            <a:r>
              <a:rPr kumimoji="1" lang="en-US" altLang="ru-RU" sz="3000" dirty="0">
                <a:solidFill>
                  <a:srgbClr val="000000"/>
                </a:solidFill>
                <a:latin typeface="Times New Roman" panose="02020603050405020304" pitchFamily="18" charset="0"/>
              </a:rPr>
              <a:t>MS </a:t>
            </a:r>
            <a:r>
              <a:rPr kumimoji="1" lang="ru-RU" altLang="ru-RU" sz="3000" dirty="0">
                <a:solidFill>
                  <a:srgbClr val="000000"/>
                </a:solidFill>
                <a:latin typeface="Times New Roman" panose="02020603050405020304" pitchFamily="18" charset="0"/>
              </a:rPr>
              <a:t>компания </a:t>
            </a:r>
            <a:r>
              <a:rPr kumimoji="1" lang="ru-RU" altLang="ru-RU" sz="3000" dirty="0" err="1">
                <a:solidFill>
                  <a:srgbClr val="000000"/>
                </a:solidFill>
                <a:latin typeface="Times New Roman" panose="02020603050405020304" pitchFamily="18" charset="0"/>
              </a:rPr>
              <a:t>мутахассислари</a:t>
            </a:r>
            <a:r>
              <a:rPr kumimoji="1" lang="ru-RU" altLang="ru-RU" sz="3000" dirty="0">
                <a:solidFill>
                  <a:srgbClr val="000000"/>
                </a:solidFill>
                <a:latin typeface="Times New Roman" panose="02020603050405020304" pitchFamily="18" charset="0"/>
              </a:rPr>
              <a:t> </a:t>
            </a:r>
            <a:r>
              <a:rPr kumimoji="1" lang="ru-RU" altLang="ru-RU" sz="3000" dirty="0" err="1">
                <a:solidFill>
                  <a:srgbClr val="000000"/>
                </a:solidFill>
                <a:latin typeface="Times New Roman" panose="02020603050405020304" pitchFamily="18" charset="0"/>
              </a:rPr>
              <a:t>томонидан</a:t>
            </a:r>
            <a:r>
              <a:rPr kumimoji="1" lang="ru-RU" altLang="ru-RU" sz="3000" dirty="0">
                <a:solidFill>
                  <a:srgbClr val="000000"/>
                </a:solidFill>
                <a:latin typeface="Times New Roman" panose="02020603050405020304" pitchFamily="18" charset="0"/>
              </a:rPr>
              <a:t> </a:t>
            </a:r>
            <a:r>
              <a:rPr kumimoji="1" lang="en-US" altLang="ru-RU" sz="3000" dirty="0">
                <a:solidFill>
                  <a:srgbClr val="000000"/>
                </a:solidFill>
                <a:latin typeface="Times New Roman" panose="02020603050405020304" pitchFamily="18" charset="0"/>
              </a:rPr>
              <a:t>MVS,VM/EMS </a:t>
            </a:r>
            <a:r>
              <a:rPr kumimoji="1" lang="ru-RU" altLang="ru-RU" sz="3000" dirty="0">
                <a:solidFill>
                  <a:srgbClr val="000000"/>
                </a:solidFill>
                <a:latin typeface="Times New Roman" panose="02020603050405020304" pitchFamily="18" charset="0"/>
              </a:rPr>
              <a:t>файл </a:t>
            </a:r>
            <a:r>
              <a:rPr kumimoji="1" lang="ru-RU" altLang="ru-RU" sz="3000" dirty="0" err="1">
                <a:solidFill>
                  <a:srgbClr val="000000"/>
                </a:solidFill>
                <a:latin typeface="Times New Roman" panose="02020603050405020304" pitchFamily="18" charset="0"/>
              </a:rPr>
              <a:t>тизимлари</a:t>
            </a:r>
            <a:r>
              <a:rPr kumimoji="1" lang="ru-RU" altLang="ru-RU" sz="3000" dirty="0">
                <a:solidFill>
                  <a:srgbClr val="000000"/>
                </a:solidFill>
                <a:latin typeface="Times New Roman" panose="02020603050405020304" pitchFamily="18" charset="0"/>
              </a:rPr>
              <a:t> </a:t>
            </a:r>
            <a:r>
              <a:rPr kumimoji="1" lang="ru-RU" altLang="ru-RU" sz="3000" dirty="0" err="1">
                <a:solidFill>
                  <a:srgbClr val="000000"/>
                </a:solidFill>
                <a:latin typeface="Times New Roman" panose="02020603050405020304" pitchFamily="18" charset="0"/>
              </a:rPr>
              <a:t>ва</a:t>
            </a:r>
            <a:r>
              <a:rPr kumimoji="1" lang="ru-RU" altLang="ru-RU" sz="3000" dirty="0">
                <a:solidFill>
                  <a:srgbClr val="000000"/>
                </a:solidFill>
                <a:latin typeface="Times New Roman" panose="02020603050405020304" pitchFamily="18" charset="0"/>
              </a:rPr>
              <a:t> </a:t>
            </a:r>
            <a:r>
              <a:rPr kumimoji="1" lang="ru-RU" altLang="ru-RU" sz="3000" dirty="0" err="1">
                <a:solidFill>
                  <a:srgbClr val="000000"/>
                </a:solidFill>
                <a:latin typeface="Times New Roman" panose="02020603050405020304" pitchFamily="18" charset="0"/>
              </a:rPr>
              <a:t>виртуал</a:t>
            </a:r>
            <a:r>
              <a:rPr kumimoji="1" lang="ru-RU" altLang="ru-RU" sz="3000" dirty="0">
                <a:solidFill>
                  <a:srgbClr val="000000"/>
                </a:solidFill>
                <a:latin typeface="Times New Roman" panose="02020603050405020304" pitchFamily="18" charset="0"/>
              </a:rPr>
              <a:t> </a:t>
            </a:r>
            <a:r>
              <a:rPr kumimoji="1" lang="ru-RU" altLang="ru-RU" sz="3000" dirty="0" err="1">
                <a:solidFill>
                  <a:srgbClr val="000000"/>
                </a:solidFill>
                <a:latin typeface="Times New Roman" panose="02020603050405020304" pitchFamily="18" charset="0"/>
              </a:rPr>
              <a:t>мурожаат</a:t>
            </a:r>
            <a:r>
              <a:rPr kumimoji="1" lang="ru-RU" altLang="ru-RU" sz="3000" dirty="0">
                <a:solidFill>
                  <a:srgbClr val="000000"/>
                </a:solidFill>
                <a:latin typeface="Times New Roman" panose="02020603050405020304" pitchFamily="18" charset="0"/>
              </a:rPr>
              <a:t> </a:t>
            </a:r>
            <a:r>
              <a:rPr kumimoji="1" lang="ru-RU" altLang="ru-RU" sz="3000" dirty="0" err="1">
                <a:solidFill>
                  <a:srgbClr val="000000"/>
                </a:solidFill>
                <a:latin typeface="Times New Roman" panose="02020603050405020304" pitchFamily="18" charset="0"/>
              </a:rPr>
              <a:t>усули</a:t>
            </a:r>
            <a:r>
              <a:rPr kumimoji="1" lang="ru-RU" altLang="ru-RU" sz="3000" dirty="0">
                <a:solidFill>
                  <a:srgbClr val="000000"/>
                </a:solidFill>
                <a:latin typeface="Times New Roman" panose="02020603050405020304" pitchFamily="18" charset="0"/>
              </a:rPr>
              <a:t> </a:t>
            </a:r>
            <a:r>
              <a:rPr kumimoji="1" lang="ru-RU" altLang="ru-RU" sz="3000" dirty="0" err="1">
                <a:solidFill>
                  <a:srgbClr val="000000"/>
                </a:solidFill>
                <a:latin typeface="Times New Roman" panose="02020603050405020304" pitchFamily="18" charset="0"/>
              </a:rPr>
              <a:t>тажрибаси</a:t>
            </a:r>
            <a:r>
              <a:rPr kumimoji="1" lang="ru-RU" altLang="ru-RU" sz="3000" dirty="0">
                <a:solidFill>
                  <a:srgbClr val="000000"/>
                </a:solidFill>
                <a:latin typeface="Times New Roman" panose="02020603050405020304" pitchFamily="18" charset="0"/>
              </a:rPr>
              <a:t> </a:t>
            </a:r>
            <a:r>
              <a:rPr kumimoji="1" lang="ru-RU" altLang="ru-RU" sz="3000" dirty="0" err="1">
                <a:solidFill>
                  <a:srgbClr val="000000"/>
                </a:solidFill>
                <a:latin typeface="Times New Roman" panose="02020603050405020304" pitchFamily="18" charset="0"/>
              </a:rPr>
              <a:t>асосида</a:t>
            </a:r>
            <a:r>
              <a:rPr kumimoji="1" lang="ru-RU" altLang="ru-RU" sz="3000" dirty="0">
                <a:solidFill>
                  <a:srgbClr val="000000"/>
                </a:solidFill>
                <a:latin typeface="Times New Roman" panose="02020603050405020304" pitchFamily="18" charset="0"/>
              </a:rPr>
              <a:t> </a:t>
            </a:r>
            <a:r>
              <a:rPr kumimoji="1" lang="ru-RU" altLang="ru-RU" sz="3000" dirty="0" err="1">
                <a:solidFill>
                  <a:srgbClr val="000000"/>
                </a:solidFill>
                <a:latin typeface="Times New Roman" panose="02020603050405020304" pitchFamily="18" charset="0"/>
              </a:rPr>
              <a:t>ишлаб</a:t>
            </a:r>
            <a:r>
              <a:rPr kumimoji="1" lang="ru-RU" altLang="ru-RU" sz="3000" dirty="0">
                <a:solidFill>
                  <a:srgbClr val="000000"/>
                </a:solidFill>
                <a:latin typeface="Times New Roman" panose="02020603050405020304" pitchFamily="18" charset="0"/>
              </a:rPr>
              <a:t> </a:t>
            </a:r>
            <a:r>
              <a:rPr kumimoji="1" lang="ru-RU" altLang="ru-RU" sz="3000" dirty="0" err="1">
                <a:solidFill>
                  <a:srgbClr val="000000"/>
                </a:solidFill>
                <a:latin typeface="Times New Roman" panose="02020603050405020304" pitchFamily="18" charset="0"/>
              </a:rPr>
              <a:t>чиқилди</a:t>
            </a:r>
            <a:r>
              <a:rPr kumimoji="1" lang="ru-RU" altLang="ru-RU" sz="3000" dirty="0">
                <a:solidFill>
                  <a:srgbClr val="000000"/>
                </a:solidFill>
                <a:latin typeface="Times New Roman" panose="02020603050405020304" pitchFamily="18" charset="0"/>
              </a:rPr>
              <a:t>. </a:t>
            </a:r>
            <a:r>
              <a:rPr kumimoji="1" lang="en-US" altLang="ru-RU" sz="3000" dirty="0">
                <a:solidFill>
                  <a:srgbClr val="000000"/>
                </a:solidFill>
                <a:latin typeface="Times New Roman" panose="02020603050405020304" pitchFamily="18" charset="0"/>
              </a:rPr>
              <a:t>HPFS </a:t>
            </a:r>
            <a:r>
              <a:rPr kumimoji="1" lang="ru-RU" altLang="ru-RU" sz="3000" dirty="0" err="1">
                <a:solidFill>
                  <a:srgbClr val="000000"/>
                </a:solidFill>
                <a:latin typeface="Times New Roman" panose="02020603050405020304" pitchFamily="18" charset="0"/>
              </a:rPr>
              <a:t>кўп</a:t>
            </a:r>
            <a:r>
              <a:rPr kumimoji="1" lang="ru-RU" altLang="ru-RU" sz="3000" dirty="0">
                <a:solidFill>
                  <a:srgbClr val="000000"/>
                </a:solidFill>
                <a:latin typeface="Times New Roman" panose="02020603050405020304" pitchFamily="18" charset="0"/>
              </a:rPr>
              <a:t> </a:t>
            </a:r>
            <a:r>
              <a:rPr kumimoji="1" lang="ru-RU" altLang="ru-RU" sz="3000" dirty="0" err="1">
                <a:solidFill>
                  <a:srgbClr val="000000"/>
                </a:solidFill>
                <a:latin typeface="Times New Roman" panose="02020603050405020304" pitchFamily="18" charset="0"/>
              </a:rPr>
              <a:t>масалалик</a:t>
            </a:r>
            <a:r>
              <a:rPr kumimoji="1" lang="ru-RU" altLang="ru-RU" sz="3000" dirty="0">
                <a:solidFill>
                  <a:srgbClr val="000000"/>
                </a:solidFill>
                <a:latin typeface="Times New Roman" panose="02020603050405020304" pitchFamily="18" charset="0"/>
              </a:rPr>
              <a:t> </a:t>
            </a:r>
            <a:r>
              <a:rPr kumimoji="1" lang="ru-RU" altLang="ru-RU" sz="3000" dirty="0" err="1">
                <a:solidFill>
                  <a:srgbClr val="000000"/>
                </a:solidFill>
                <a:latin typeface="Times New Roman" panose="02020603050405020304" pitchFamily="18" charset="0"/>
              </a:rPr>
              <a:t>режими</a:t>
            </a:r>
            <a:r>
              <a:rPr kumimoji="1" lang="ru-RU" altLang="ru-RU" sz="3000" dirty="0">
                <a:solidFill>
                  <a:srgbClr val="000000"/>
                </a:solidFill>
                <a:latin typeface="Times New Roman" panose="02020603050405020304" pitchFamily="18" charset="0"/>
              </a:rPr>
              <a:t> файл </a:t>
            </a:r>
            <a:r>
              <a:rPr kumimoji="1" lang="ru-RU" altLang="ru-RU" sz="3000" dirty="0" err="1">
                <a:solidFill>
                  <a:srgbClr val="000000"/>
                </a:solidFill>
                <a:latin typeface="Times New Roman" panose="02020603050405020304" pitchFamily="18" charset="0"/>
              </a:rPr>
              <a:t>тизими</a:t>
            </a:r>
            <a:r>
              <a:rPr kumimoji="1" lang="ru-RU" altLang="ru-RU" sz="3000" dirty="0">
                <a:solidFill>
                  <a:srgbClr val="000000"/>
                </a:solidFill>
                <a:latin typeface="Times New Roman" panose="02020603050405020304" pitchFamily="18" charset="0"/>
              </a:rPr>
              <a:t> </a:t>
            </a:r>
            <a:r>
              <a:rPr kumimoji="1" lang="ru-RU" altLang="ru-RU" sz="3000" dirty="0" err="1">
                <a:solidFill>
                  <a:srgbClr val="000000"/>
                </a:solidFill>
                <a:latin typeface="Times New Roman" panose="02020603050405020304" pitchFamily="18" charset="0"/>
              </a:rPr>
              <a:t>сифатида</a:t>
            </a:r>
            <a:r>
              <a:rPr kumimoji="1" lang="ru-RU" altLang="ru-RU" sz="3000" dirty="0">
                <a:solidFill>
                  <a:srgbClr val="000000"/>
                </a:solidFill>
                <a:latin typeface="Times New Roman" panose="02020603050405020304" pitchFamily="18" charset="0"/>
              </a:rPr>
              <a:t> </a:t>
            </a:r>
            <a:r>
              <a:rPr kumimoji="1" lang="ru-RU" altLang="ru-RU" sz="3000" dirty="0" err="1">
                <a:solidFill>
                  <a:srgbClr val="000000"/>
                </a:solidFill>
                <a:latin typeface="Times New Roman" panose="02020603050405020304" pitchFamily="18" charset="0"/>
              </a:rPr>
              <a:t>яратила</a:t>
            </a:r>
            <a:r>
              <a:rPr kumimoji="1" lang="ru-RU" altLang="ru-RU" sz="3000" dirty="0">
                <a:solidFill>
                  <a:srgbClr val="000000"/>
                </a:solidFill>
                <a:latin typeface="Times New Roman" panose="02020603050405020304" pitchFamily="18" charset="0"/>
              </a:rPr>
              <a:t> </a:t>
            </a:r>
            <a:r>
              <a:rPr kumimoji="1" lang="ru-RU" altLang="ru-RU" sz="3000" dirty="0" err="1">
                <a:solidFill>
                  <a:srgbClr val="000000"/>
                </a:solidFill>
                <a:latin typeface="Times New Roman" panose="02020603050405020304" pitchFamily="18" charset="0"/>
              </a:rPr>
              <a:t>бошлади</a:t>
            </a:r>
            <a:r>
              <a:rPr kumimoji="1" lang="ru-RU" altLang="ru-RU" sz="3000" dirty="0">
                <a:solidFill>
                  <a:srgbClr val="000000"/>
                </a:solidFill>
                <a:latin typeface="Times New Roman" panose="02020603050405020304" pitchFamily="18" charset="0"/>
              </a:rPr>
              <a:t> </a:t>
            </a:r>
            <a:r>
              <a:rPr kumimoji="1" lang="ru-RU" altLang="ru-RU" sz="3000" dirty="0" err="1">
                <a:solidFill>
                  <a:srgbClr val="000000"/>
                </a:solidFill>
                <a:latin typeface="Times New Roman" panose="02020603050405020304" pitchFamily="18" charset="0"/>
              </a:rPr>
              <a:t>ва</a:t>
            </a:r>
            <a:r>
              <a:rPr kumimoji="1" lang="ru-RU" altLang="ru-RU" sz="3000" dirty="0">
                <a:solidFill>
                  <a:srgbClr val="000000"/>
                </a:solidFill>
                <a:latin typeface="Times New Roman" panose="02020603050405020304" pitchFamily="18" charset="0"/>
              </a:rPr>
              <a:t> </a:t>
            </a:r>
            <a:r>
              <a:rPr kumimoji="1" lang="ru-RU" altLang="ru-RU" sz="3000" dirty="0" err="1">
                <a:solidFill>
                  <a:srgbClr val="000000"/>
                </a:solidFill>
                <a:latin typeface="Times New Roman" panose="02020603050405020304" pitchFamily="18" charset="0"/>
              </a:rPr>
              <a:t>катта</a:t>
            </a:r>
            <a:r>
              <a:rPr kumimoji="1" lang="ru-RU" altLang="ru-RU" sz="3000" dirty="0">
                <a:solidFill>
                  <a:srgbClr val="000000"/>
                </a:solidFill>
                <a:latin typeface="Times New Roman" panose="02020603050405020304" pitchFamily="18" charset="0"/>
              </a:rPr>
              <a:t> </a:t>
            </a:r>
            <a:r>
              <a:rPr kumimoji="1" lang="ru-RU" altLang="ru-RU" sz="3000" dirty="0" err="1">
                <a:solidFill>
                  <a:srgbClr val="000000"/>
                </a:solidFill>
                <a:latin typeface="Times New Roman" panose="02020603050405020304" pitchFamily="18" charset="0"/>
              </a:rPr>
              <a:t>ўлчамли</a:t>
            </a:r>
            <a:r>
              <a:rPr kumimoji="1" lang="ru-RU" altLang="ru-RU" sz="3000" dirty="0">
                <a:solidFill>
                  <a:srgbClr val="000000"/>
                </a:solidFill>
                <a:latin typeface="Times New Roman" panose="02020603050405020304" pitchFamily="18" charset="0"/>
              </a:rPr>
              <a:t> </a:t>
            </a:r>
            <a:r>
              <a:rPr kumimoji="1" lang="ru-RU" altLang="ru-RU" sz="3000" dirty="0" err="1">
                <a:solidFill>
                  <a:srgbClr val="000000"/>
                </a:solidFill>
                <a:latin typeface="Times New Roman" panose="02020603050405020304" pitchFamily="18" charset="0"/>
              </a:rPr>
              <a:t>дисклардаги</a:t>
            </a:r>
            <a:r>
              <a:rPr kumimoji="1" lang="ru-RU" altLang="ru-RU" sz="3000" dirty="0">
                <a:solidFill>
                  <a:srgbClr val="000000"/>
                </a:solidFill>
                <a:latin typeface="Times New Roman" panose="02020603050405020304" pitchFamily="18" charset="0"/>
              </a:rPr>
              <a:t> </a:t>
            </a:r>
            <a:r>
              <a:rPr kumimoji="1" lang="ru-RU" altLang="ru-RU" sz="3000" dirty="0" err="1">
                <a:solidFill>
                  <a:srgbClr val="000000"/>
                </a:solidFill>
                <a:latin typeface="Times New Roman" panose="02020603050405020304" pitchFamily="18" charset="0"/>
              </a:rPr>
              <a:t>файллар</a:t>
            </a:r>
            <a:r>
              <a:rPr kumimoji="1" lang="ru-RU" altLang="ru-RU" sz="3000" dirty="0">
                <a:solidFill>
                  <a:srgbClr val="000000"/>
                </a:solidFill>
                <a:latin typeface="Times New Roman" panose="02020603050405020304" pitchFamily="18" charset="0"/>
              </a:rPr>
              <a:t> </a:t>
            </a:r>
            <a:r>
              <a:rPr kumimoji="1" lang="ru-RU" altLang="ru-RU" sz="3000" dirty="0" err="1">
                <a:solidFill>
                  <a:srgbClr val="000000"/>
                </a:solidFill>
                <a:latin typeface="Times New Roman" panose="02020603050405020304" pitchFamily="18" charset="0"/>
              </a:rPr>
              <a:t>билан</a:t>
            </a:r>
            <a:r>
              <a:rPr kumimoji="1" lang="ru-RU" altLang="ru-RU" sz="3000" dirty="0">
                <a:solidFill>
                  <a:srgbClr val="000000"/>
                </a:solidFill>
                <a:latin typeface="Times New Roman" panose="02020603050405020304" pitchFamily="18" charset="0"/>
              </a:rPr>
              <a:t> </a:t>
            </a:r>
            <a:r>
              <a:rPr kumimoji="1" lang="ru-RU" altLang="ru-RU" sz="3000" dirty="0" err="1">
                <a:solidFill>
                  <a:srgbClr val="000000"/>
                </a:solidFill>
                <a:latin typeface="Times New Roman" panose="02020603050405020304" pitchFamily="18" charset="0"/>
              </a:rPr>
              <a:t>ишлашда</a:t>
            </a:r>
            <a:r>
              <a:rPr kumimoji="1" lang="ru-RU" altLang="ru-RU" sz="3000" dirty="0">
                <a:solidFill>
                  <a:srgbClr val="000000"/>
                </a:solidFill>
                <a:latin typeface="Times New Roman" panose="02020603050405020304" pitchFamily="18" charset="0"/>
              </a:rPr>
              <a:t> </a:t>
            </a:r>
            <a:r>
              <a:rPr kumimoji="1" lang="ru-RU" altLang="ru-RU" sz="3000" dirty="0" err="1">
                <a:solidFill>
                  <a:srgbClr val="000000"/>
                </a:solidFill>
                <a:latin typeface="Times New Roman" panose="02020603050405020304" pitchFamily="18" charset="0"/>
              </a:rPr>
              <a:t>юқори</a:t>
            </a:r>
            <a:r>
              <a:rPr kumimoji="1" lang="ru-RU" altLang="ru-RU" sz="3000" dirty="0">
                <a:solidFill>
                  <a:srgbClr val="000000"/>
                </a:solidFill>
                <a:latin typeface="Times New Roman" panose="02020603050405020304" pitchFamily="18" charset="0"/>
              </a:rPr>
              <a:t> </a:t>
            </a:r>
            <a:r>
              <a:rPr kumimoji="1" lang="ru-RU" altLang="ru-RU" sz="3000" dirty="0" err="1">
                <a:solidFill>
                  <a:srgbClr val="000000"/>
                </a:solidFill>
                <a:latin typeface="Times New Roman" panose="02020603050405020304" pitchFamily="18" charset="0"/>
              </a:rPr>
              <a:t>унумдорликни</a:t>
            </a:r>
            <a:r>
              <a:rPr kumimoji="1" lang="ru-RU" altLang="ru-RU" sz="3000" dirty="0">
                <a:solidFill>
                  <a:srgbClr val="000000"/>
                </a:solidFill>
                <a:latin typeface="Times New Roman" panose="02020603050405020304" pitchFamily="18" charset="0"/>
              </a:rPr>
              <a:t> </a:t>
            </a:r>
            <a:r>
              <a:rPr kumimoji="1" lang="ru-RU" altLang="ru-RU" sz="3000" dirty="0" err="1">
                <a:solidFill>
                  <a:srgbClr val="000000"/>
                </a:solidFill>
                <a:latin typeface="Times New Roman" panose="02020603050405020304" pitchFamily="18" charset="0"/>
              </a:rPr>
              <a:t>таъминлаш</a:t>
            </a:r>
            <a:r>
              <a:rPr kumimoji="1" lang="ru-RU" altLang="ru-RU" sz="3000" dirty="0">
                <a:solidFill>
                  <a:srgbClr val="000000"/>
                </a:solidFill>
                <a:latin typeface="Times New Roman" panose="02020603050405020304" pitchFamily="18" charset="0"/>
              </a:rPr>
              <a:t> </a:t>
            </a:r>
            <a:r>
              <a:rPr kumimoji="1" lang="ru-RU" altLang="ru-RU" sz="3000" dirty="0" err="1">
                <a:solidFill>
                  <a:srgbClr val="000000"/>
                </a:solidFill>
                <a:latin typeface="Times New Roman" panose="02020603050405020304" pitchFamily="18" charset="0"/>
              </a:rPr>
              <a:t>учун</a:t>
            </a:r>
            <a:r>
              <a:rPr kumimoji="1" lang="ru-RU" altLang="ru-RU" sz="3000" dirty="0">
                <a:solidFill>
                  <a:srgbClr val="000000"/>
                </a:solidFill>
                <a:latin typeface="Times New Roman" panose="02020603050405020304" pitchFamily="18" charset="0"/>
              </a:rPr>
              <a:t> </a:t>
            </a:r>
            <a:r>
              <a:rPr kumimoji="1" lang="ru-RU" altLang="ru-RU" sz="3000" dirty="0" err="1">
                <a:solidFill>
                  <a:srgbClr val="000000"/>
                </a:solidFill>
                <a:latin typeface="Times New Roman" panose="02020603050405020304" pitchFamily="18" charset="0"/>
              </a:rPr>
              <a:t>мўлжалланган</a:t>
            </a:r>
            <a:r>
              <a:rPr kumimoji="1" lang="ru-RU" altLang="ru-RU" sz="3000" dirty="0">
                <a:solidFill>
                  <a:srgbClr val="000000"/>
                </a:solidFill>
                <a:latin typeface="Times New Roman" panose="02020603050405020304" pitchFamily="18" charset="0"/>
              </a:rPr>
              <a:t> </a:t>
            </a:r>
            <a:r>
              <a:rPr kumimoji="1" lang="ru-RU" altLang="ru-RU" sz="3000" dirty="0" err="1">
                <a:solidFill>
                  <a:srgbClr val="000000"/>
                </a:solidFill>
                <a:latin typeface="Times New Roman" panose="02020603050405020304" pitchFamily="18" charset="0"/>
              </a:rPr>
              <a:t>эди</a:t>
            </a:r>
            <a:r>
              <a:rPr kumimoji="1" lang="ru-RU" altLang="ru-RU" sz="3000" dirty="0">
                <a:solidFill>
                  <a:srgbClr val="000000"/>
                </a:solidFill>
                <a:latin typeface="Times New Roman" panose="02020603050405020304" pitchFamily="18" charset="0"/>
              </a:rPr>
              <a:t>.</a:t>
            </a:r>
          </a:p>
        </p:txBody>
      </p:sp>
    </p:spTree>
    <p:extLst>
      <p:ext uri="{BB962C8B-B14F-4D97-AF65-F5344CB8AC3E}">
        <p14:creationId xmlns:p14="http://schemas.microsoft.com/office/powerpoint/2010/main" val="395998402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3000"/>
                                  </p:stCondLst>
                                  <p:childTnLst>
                                    <p:set>
                                      <p:cBhvr>
                                        <p:cTn id="6" dur="1" fill="hold">
                                          <p:stCondLst>
                                            <p:cond delay="0"/>
                                          </p:stCondLst>
                                        </p:cTn>
                                        <p:tgtEl>
                                          <p:spTgt spid="41994">
                                            <p:txEl>
                                              <p:pRg st="0" end="0"/>
                                            </p:txEl>
                                          </p:spTgt>
                                        </p:tgtEl>
                                        <p:attrNameLst>
                                          <p:attrName>style.visibility</p:attrName>
                                        </p:attrNameLst>
                                      </p:cBhvr>
                                      <p:to>
                                        <p:strVal val="visible"/>
                                      </p:to>
                                    </p:set>
                                    <p:animEffect transition="in" filter="wipe(left)">
                                      <p:cBhvr>
                                        <p:cTn id="7" dur="500"/>
                                        <p:tgtEl>
                                          <p:spTgt spid="4199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994" grpId="0" build="p" bldLvl="4" autoUpdateAnimBg="0" advAuto="300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031586" y="0"/>
            <a:ext cx="7289800" cy="836612"/>
          </a:xfrm>
        </p:spPr>
        <p:txBody>
          <a:bodyPr>
            <a:noAutofit/>
          </a:bodyPr>
          <a:lstStyle/>
          <a:p>
            <a:pPr algn="ctr"/>
            <a:r>
              <a:rPr lang="ru-RU" sz="2800" dirty="0">
                <a:latin typeface="Times New Roman" pitchFamily="18" charset="0"/>
                <a:cs typeface="Times New Roman" pitchFamily="18" charset="0"/>
              </a:rPr>
              <a:t>Структура тома с файловой системой NTFS</a:t>
            </a:r>
          </a:p>
        </p:txBody>
      </p:sp>
      <p:sp>
        <p:nvSpPr>
          <p:cNvPr id="3" name="Содержимое 2"/>
          <p:cNvSpPr>
            <a:spLocks noGrp="1"/>
          </p:cNvSpPr>
          <p:nvPr>
            <p:ph idx="1"/>
          </p:nvPr>
        </p:nvSpPr>
        <p:spPr>
          <a:xfrm>
            <a:off x="346364" y="2397497"/>
            <a:ext cx="8563428" cy="3347811"/>
          </a:xfrm>
        </p:spPr>
        <p:txBody>
          <a:bodyPr>
            <a:noAutofit/>
          </a:bodyPr>
          <a:lstStyle/>
          <a:p>
            <a:r>
              <a:rPr lang="ru-RU" sz="2400" dirty="0">
                <a:latin typeface="Times New Roman" pitchFamily="18" charset="0"/>
                <a:cs typeface="Times New Roman" pitchFamily="18" charset="0"/>
              </a:rPr>
              <a:t>MFT (</a:t>
            </a:r>
            <a:r>
              <a:rPr lang="en-US" sz="2400" dirty="0">
                <a:latin typeface="Times New Roman" pitchFamily="18" charset="0"/>
                <a:cs typeface="Times New Roman" pitchFamily="18" charset="0"/>
              </a:rPr>
              <a:t>Master file table</a:t>
            </a:r>
            <a:r>
              <a:rPr lang="ru-RU" sz="2400" dirty="0">
                <a:latin typeface="Times New Roman" pitchFamily="18" charset="0"/>
                <a:cs typeface="Times New Roman" pitchFamily="18" charset="0"/>
              </a:rPr>
              <a:t>) </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bu</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diskdagi</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qolgan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barcha</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fayllarning</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katalogi</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o’zining</a:t>
            </a:r>
            <a:r>
              <a:rPr lang="en-US" sz="2400" dirty="0">
                <a:latin typeface="Times New Roman" pitchFamily="18" charset="0"/>
                <a:cs typeface="Times New Roman" pitchFamily="18" charset="0"/>
              </a:rPr>
              <a:t> ham. Bu </a:t>
            </a:r>
            <a:r>
              <a:rPr lang="en-US" sz="2400" dirty="0" err="1">
                <a:latin typeface="Times New Roman" pitchFamily="18" charset="0"/>
                <a:cs typeface="Times New Roman" pitchFamily="18" charset="0"/>
              </a:rPr>
              <a:t>katalog</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fayllar</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joylasuvi</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haqidagi</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ma’lumotni</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saqlaydi</a:t>
            </a:r>
            <a:r>
              <a:rPr lang="en-US" sz="2400" dirty="0">
                <a:latin typeface="Times New Roman" pitchFamily="18" charset="0"/>
                <a:cs typeface="Times New Roman" pitchFamily="18" charset="0"/>
              </a:rPr>
              <a:t>. MFT (minimum 1Kb </a:t>
            </a:r>
            <a:r>
              <a:rPr lang="en-US" sz="2400" dirty="0" err="1">
                <a:latin typeface="Times New Roman" pitchFamily="18" charset="0"/>
                <a:cs typeface="Times New Roman" pitchFamily="18" charset="0"/>
              </a:rPr>
              <a:t>va</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maksimum</a:t>
            </a:r>
            <a:r>
              <a:rPr lang="en-US" sz="2400" dirty="0">
                <a:latin typeface="Times New Roman" pitchFamily="18" charset="0"/>
                <a:cs typeface="Times New Roman" pitchFamily="18" charset="0"/>
              </a:rPr>
              <a:t> 4 Kb) </a:t>
            </a:r>
            <a:r>
              <a:rPr lang="en-US" sz="2400" dirty="0" err="1">
                <a:latin typeface="Times New Roman" pitchFamily="18" charset="0"/>
                <a:cs typeface="Times New Roman" pitchFamily="18" charset="0"/>
              </a:rPr>
              <a:t>tomni</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formatlash</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jarayonida</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yozuv</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hajmi</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aniqlanadi</a:t>
            </a:r>
            <a:r>
              <a:rPr lang="en-US" sz="2400" dirty="0">
                <a:latin typeface="Times New Roman" pitchFamily="18" charset="0"/>
                <a:cs typeface="Times New Roman" pitchFamily="18" charset="0"/>
              </a:rPr>
              <a:t>.</a:t>
            </a:r>
            <a:endParaRPr lang="uz-Cyrl-UZ" sz="2400" dirty="0">
              <a:latin typeface="Times New Roman" pitchFamily="18" charset="0"/>
              <a:cs typeface="Times New Roman" pitchFamily="18" charset="0"/>
            </a:endParaRPr>
          </a:p>
          <a:p>
            <a:r>
              <a:rPr lang="ru-RU" sz="2400" dirty="0">
                <a:latin typeface="Times New Roman" pitchFamily="18" charset="0"/>
                <a:cs typeface="Times New Roman" pitchFamily="18" charset="0"/>
              </a:rPr>
              <a:t>MFT </a:t>
            </a:r>
            <a:r>
              <a:rPr lang="en-US" sz="2400" dirty="0" err="1">
                <a:latin typeface="Times New Roman" pitchFamily="18" charset="0"/>
                <a:cs typeface="Times New Roman" pitchFamily="18" charset="0"/>
              </a:rPr>
              <a:t>zona</a:t>
            </a:r>
            <a:r>
              <a:rPr lang="ru-RU" sz="2400" dirty="0">
                <a:latin typeface="Times New Roman" pitchFamily="18" charset="0"/>
                <a:cs typeface="Times New Roman" pitchFamily="18" charset="0"/>
              </a:rPr>
              <a:t> — </a:t>
            </a:r>
            <a:r>
              <a:rPr lang="en-US" sz="2400" dirty="0">
                <a:latin typeface="Times New Roman" pitchFamily="18" charset="0"/>
                <a:cs typeface="Times New Roman" pitchFamily="18" charset="0"/>
              </a:rPr>
              <a:t>MFT </a:t>
            </a:r>
            <a:r>
              <a:rPr lang="en-US" sz="2400" dirty="0" err="1">
                <a:latin typeface="Times New Roman" pitchFamily="18" charset="0"/>
                <a:cs typeface="Times New Roman" pitchFamily="18" charset="0"/>
              </a:rPr>
              <a:t>fayl</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o’sib</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boruvchi</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muhitidir</a:t>
            </a:r>
            <a:r>
              <a:rPr lang="en-US" sz="2400" dirty="0">
                <a:latin typeface="Times New Roman" pitchFamily="18" charset="0"/>
                <a:cs typeface="Times New Roman" pitchFamily="18" charset="0"/>
              </a:rPr>
              <a:t>.</a:t>
            </a:r>
            <a:r>
              <a:rPr lang="ru-RU" sz="2400" dirty="0">
                <a:latin typeface="Times New Roman" pitchFamily="18" charset="0"/>
                <a:cs typeface="Times New Roman" pitchFamily="18" charset="0"/>
              </a:rPr>
              <a:t> </a:t>
            </a:r>
            <a:r>
              <a:rPr lang="en-US" sz="2400" dirty="0">
                <a:latin typeface="Times New Roman" pitchFamily="18" charset="0"/>
                <a:cs typeface="Times New Roman" pitchFamily="18" charset="0"/>
              </a:rPr>
              <a:t>Bu </a:t>
            </a:r>
            <a:r>
              <a:rPr lang="en-US" sz="2400" dirty="0" err="1">
                <a:latin typeface="Times New Roman" pitchFamily="18" charset="0"/>
                <a:cs typeface="Times New Roman" pitchFamily="18" charset="0"/>
              </a:rPr>
              <a:t>zonaga</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hechqanday</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ma’lumot</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yozilmaydi</a:t>
            </a:r>
            <a:r>
              <a:rPr lang="ru-RU"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Mft</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zona</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har</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doim</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bo’sh</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holatda</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saqlanadi</a:t>
            </a:r>
            <a:r>
              <a:rPr lang="en-US" sz="2400" dirty="0">
                <a:latin typeface="Times New Roman" pitchFamily="18" charset="0"/>
                <a:cs typeface="Times New Roman" pitchFamily="18" charset="0"/>
              </a:rPr>
              <a:t>, MFT </a:t>
            </a:r>
            <a:r>
              <a:rPr lang="en-US" sz="2400" dirty="0" err="1">
                <a:latin typeface="Times New Roman" pitchFamily="18" charset="0"/>
                <a:cs typeface="Times New Roman" pitchFamily="18" charset="0"/>
              </a:rPr>
              <a:t>asosiy</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fayli</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o’sih</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vaqtida</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fragmentatsiyaga</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uchramasligi</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uchun</a:t>
            </a:r>
            <a:r>
              <a:rPr lang="en-US" sz="2400" dirty="0">
                <a:latin typeface="Times New Roman" pitchFamily="18" charset="0"/>
                <a:cs typeface="Times New Roman" pitchFamily="18" charset="0"/>
              </a:rPr>
              <a:t>.</a:t>
            </a:r>
          </a:p>
          <a:p>
            <a:r>
              <a:rPr lang="en-US" sz="2400" dirty="0">
                <a:latin typeface="Times New Roman" pitchFamily="18" charset="0"/>
                <a:cs typeface="Times New Roman" pitchFamily="18" charset="0"/>
              </a:rPr>
              <a:t>MFT </a:t>
            </a:r>
            <a:r>
              <a:rPr lang="en-US" sz="2400" dirty="0" err="1">
                <a:latin typeface="Times New Roman" pitchFamily="18" charset="0"/>
                <a:cs typeface="Times New Roman" pitchFamily="18" charset="0"/>
              </a:rPr>
              <a:t>faylning</a:t>
            </a:r>
            <a:r>
              <a:rPr lang="en-US" sz="2400" dirty="0">
                <a:latin typeface="Times New Roman" pitchFamily="18" charset="0"/>
                <a:cs typeface="Times New Roman" pitchFamily="18" charset="0"/>
              </a:rPr>
              <a:t> ilk 16 </a:t>
            </a:r>
            <a:r>
              <a:rPr lang="en-US" sz="2400" dirty="0" err="1">
                <a:latin typeface="Times New Roman" pitchFamily="18" charset="0"/>
                <a:cs typeface="Times New Roman" pitchFamily="18" charset="0"/>
              </a:rPr>
              <a:t>fayl</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har</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xil</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tizim</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bo’gimlariga</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javob</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beradi</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Bular</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metafayllar</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deb</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ataladi</a:t>
            </a:r>
            <a:r>
              <a:rPr lang="en-US" sz="2400" dirty="0">
                <a:latin typeface="Times New Roman" pitchFamily="18" charset="0"/>
                <a:cs typeface="Times New Roman" pitchFamily="18" charset="0"/>
              </a:rPr>
              <a:t>. Bu ilk 16 element </a:t>
            </a:r>
            <a:r>
              <a:rPr lang="en-US" sz="2400" dirty="0" err="1">
                <a:latin typeface="Times New Roman" pitchFamily="18" charset="0"/>
                <a:cs typeface="Times New Roman" pitchFamily="18" charset="0"/>
              </a:rPr>
              <a:t>diskning</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yagona</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fiksrlangan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qismidir</a:t>
            </a:r>
            <a:r>
              <a:rPr lang="en-US" sz="2400" dirty="0">
                <a:latin typeface="Times New Roman" pitchFamily="18" charset="0"/>
                <a:cs typeface="Times New Roman" pitchFamily="18" charset="0"/>
              </a:rPr>
              <a:t>.  </a:t>
            </a:r>
            <a:endParaRPr lang="ru-RU" sz="2400" dirty="0">
              <a:latin typeface="Times New Roman" pitchFamily="18" charset="0"/>
              <a:cs typeface="Times New Roman" pitchFamily="18" charset="0"/>
            </a:endParaRPr>
          </a:p>
        </p:txBody>
      </p:sp>
      <p:pic>
        <p:nvPicPr>
          <p:cNvPr id="53250" name="Picture 2" descr="http://mf.grsu.by/UchProc/livak/po/lections/lec7.files/image001.gif"/>
          <p:cNvPicPr>
            <a:picLocks noChangeAspect="1" noChangeArrowheads="1"/>
          </p:cNvPicPr>
          <p:nvPr/>
        </p:nvPicPr>
        <p:blipFill>
          <a:blip r:embed="rId2"/>
          <a:srcRect/>
          <a:stretch>
            <a:fillRect/>
          </a:stretch>
        </p:blipFill>
        <p:spPr bwMode="auto">
          <a:xfrm>
            <a:off x="914400" y="685037"/>
            <a:ext cx="8229600" cy="1712460"/>
          </a:xfrm>
          <a:prstGeom prst="rect">
            <a:avLst/>
          </a:prstGeom>
          <a:noFill/>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ChangeArrowheads="1"/>
          </p:cNvSpPr>
          <p:nvPr/>
        </p:nvSpPr>
        <p:spPr bwMode="auto">
          <a:xfrm>
            <a:off x="990600" y="457200"/>
            <a:ext cx="7006791" cy="1077218"/>
          </a:xfrm>
          <a:prstGeom prst="rect">
            <a:avLst/>
          </a:prstGeom>
          <a:noFill/>
          <a:ln w="9525">
            <a:noFill/>
            <a:miter lim="800000"/>
            <a:headEnd/>
            <a:tailEnd/>
          </a:ln>
        </p:spPr>
        <p:txBody>
          <a:bodyPr wrap="none">
            <a:spAutoFit/>
          </a:bodyPr>
          <a:lstStyle/>
          <a:p>
            <a:pPr algn="ctr"/>
            <a:r>
              <a:rPr lang="ru-RU" sz="3200" b="1" dirty="0" err="1">
                <a:solidFill>
                  <a:srgbClr val="000080"/>
                </a:solidFill>
              </a:rPr>
              <a:t>Ма</a:t>
            </a:r>
            <a:r>
              <a:rPr lang="uz-Cyrl-UZ" sz="3200" b="1" dirty="0">
                <a:solidFill>
                  <a:srgbClr val="000080"/>
                </a:solidFill>
              </a:rPr>
              <a:t>ъ</a:t>
            </a:r>
            <a:r>
              <a:rPr lang="ru-RU" sz="3200" b="1" dirty="0" err="1">
                <a:solidFill>
                  <a:srgbClr val="000080"/>
                </a:solidFill>
              </a:rPr>
              <a:t>лумотларни</a:t>
            </a:r>
            <a:r>
              <a:rPr lang="ru-RU" sz="3200" b="1" dirty="0">
                <a:solidFill>
                  <a:srgbClr val="000080"/>
                </a:solidFill>
              </a:rPr>
              <a:t> </a:t>
            </a:r>
            <a:r>
              <a:rPr lang="ru-RU" sz="3200" b="1" dirty="0" err="1">
                <a:solidFill>
                  <a:srgbClr val="000080"/>
                </a:solidFill>
                <a:latin typeface="Times New Roman" pitchFamily="18" charset="0"/>
                <a:cs typeface="Times New Roman" pitchFamily="18" charset="0"/>
              </a:rPr>
              <a:t>саклаш</a:t>
            </a:r>
            <a:r>
              <a:rPr lang="ru-RU" sz="3200" b="1" dirty="0">
                <a:solidFill>
                  <a:srgbClr val="000080"/>
                </a:solidFill>
              </a:rPr>
              <a:t> </a:t>
            </a:r>
            <a:r>
              <a:rPr lang="ru-RU" sz="3200" b="1" dirty="0" err="1">
                <a:solidFill>
                  <a:srgbClr val="000080"/>
                </a:solidFill>
              </a:rPr>
              <a:t>учун</a:t>
            </a:r>
            <a:endParaRPr lang="en-US" sz="3200" b="1" dirty="0">
              <a:solidFill>
                <a:srgbClr val="000080"/>
              </a:solidFill>
            </a:endParaRPr>
          </a:p>
          <a:p>
            <a:pPr algn="ctr"/>
            <a:r>
              <a:rPr lang="ru-RU" sz="3200" b="1" dirty="0">
                <a:solidFill>
                  <a:srgbClr val="000080"/>
                </a:solidFill>
              </a:rPr>
              <a:t> </a:t>
            </a:r>
            <a:r>
              <a:rPr lang="ru-RU" sz="3200" b="1" dirty="0" err="1">
                <a:solidFill>
                  <a:srgbClr val="000080"/>
                </a:solidFill>
              </a:rPr>
              <a:t>хотирада</a:t>
            </a:r>
            <a:r>
              <a:rPr lang="ru-RU" sz="3200" b="1" dirty="0">
                <a:solidFill>
                  <a:srgbClr val="000080"/>
                </a:solidFill>
              </a:rPr>
              <a:t> </a:t>
            </a:r>
            <a:r>
              <a:rPr lang="ru-RU" sz="3200" b="1" dirty="0" err="1">
                <a:solidFill>
                  <a:srgbClr val="000080"/>
                </a:solidFill>
              </a:rPr>
              <a:t>кетма-кет</a:t>
            </a:r>
            <a:r>
              <a:rPr lang="ru-RU" sz="3200" b="1" dirty="0">
                <a:solidFill>
                  <a:srgbClr val="000080"/>
                </a:solidFill>
              </a:rPr>
              <a:t> </a:t>
            </a:r>
            <a:r>
              <a:rPr lang="ru-RU" sz="3200" b="1" dirty="0" err="1">
                <a:solidFill>
                  <a:srgbClr val="000080"/>
                </a:solidFill>
              </a:rPr>
              <a:t>жой</a:t>
            </a:r>
            <a:r>
              <a:rPr lang="ru-RU" sz="3200" b="1" dirty="0">
                <a:solidFill>
                  <a:srgbClr val="000080"/>
                </a:solidFill>
              </a:rPr>
              <a:t> </a:t>
            </a:r>
            <a:r>
              <a:rPr lang="ru-RU" sz="3200" b="1" dirty="0" err="1">
                <a:solidFill>
                  <a:srgbClr val="000080"/>
                </a:solidFill>
              </a:rPr>
              <a:t>ажратиш</a:t>
            </a:r>
            <a:endParaRPr lang="en-US" sz="3200" b="1" dirty="0">
              <a:solidFill>
                <a:srgbClr val="000080"/>
              </a:solidFill>
            </a:endParaRPr>
          </a:p>
        </p:txBody>
      </p:sp>
      <p:pic>
        <p:nvPicPr>
          <p:cNvPr id="19459" name="Picture 3" descr="c16f06"/>
          <p:cNvPicPr>
            <a:picLocks noChangeAspect="1" noChangeArrowheads="1"/>
          </p:cNvPicPr>
          <p:nvPr/>
        </p:nvPicPr>
        <p:blipFill>
          <a:blip r:embed="rId3"/>
          <a:srcRect/>
          <a:stretch>
            <a:fillRect/>
          </a:stretch>
        </p:blipFill>
        <p:spPr bwMode="auto">
          <a:xfrm>
            <a:off x="2286000" y="1676400"/>
            <a:ext cx="4572000" cy="4572000"/>
          </a:xfrm>
          <a:prstGeom prst="rect">
            <a:avLst/>
          </a:prstGeom>
          <a:noFill/>
          <a:ln w="9525">
            <a:noFill/>
            <a:miter lim="800000"/>
            <a:headEnd/>
            <a:tailEnd/>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838200" y="228600"/>
            <a:ext cx="7924800" cy="1143000"/>
          </a:xfrm>
        </p:spPr>
        <p:txBody>
          <a:bodyPr>
            <a:normAutofit/>
          </a:bodyPr>
          <a:lstStyle/>
          <a:p>
            <a:pPr algn="ctr" eaLnBrk="1" hangingPunct="1"/>
            <a:r>
              <a:rPr lang="en-US" altLang="ru-RU" sz="2800" dirty="0" err="1">
                <a:latin typeface="Times New Roman" pitchFamily="18" charset="0"/>
                <a:cs typeface="Times New Roman" pitchFamily="18" charset="0"/>
              </a:rPr>
              <a:t>bir-biriga</a:t>
            </a:r>
            <a:r>
              <a:rPr lang="en-US" altLang="ru-RU" sz="2800" dirty="0">
                <a:latin typeface="Times New Roman" pitchFamily="18" charset="0"/>
                <a:cs typeface="Times New Roman" pitchFamily="18" charset="0"/>
              </a:rPr>
              <a:t> </a:t>
            </a:r>
            <a:r>
              <a:rPr lang="en-US" altLang="ru-RU" sz="2800" dirty="0" err="1">
                <a:latin typeface="Times New Roman" pitchFamily="18" charset="0"/>
                <a:cs typeface="Times New Roman" pitchFamily="18" charset="0"/>
              </a:rPr>
              <a:t>boglik</a:t>
            </a:r>
            <a:r>
              <a:rPr lang="en-US" altLang="ru-RU" sz="2800" dirty="0">
                <a:latin typeface="Times New Roman" pitchFamily="18" charset="0"/>
                <a:cs typeface="Times New Roman" pitchFamily="18" charset="0"/>
              </a:rPr>
              <a:t> </a:t>
            </a:r>
            <a:r>
              <a:rPr lang="en-US" altLang="ru-RU" sz="2800" dirty="0" err="1">
                <a:latin typeface="Times New Roman" pitchFamily="18" charset="0"/>
                <a:cs typeface="Times New Roman" pitchFamily="18" charset="0"/>
              </a:rPr>
              <a:t>holda</a:t>
            </a:r>
            <a:r>
              <a:rPr lang="en-US" altLang="ru-RU" sz="2800" dirty="0">
                <a:latin typeface="Times New Roman" pitchFamily="18" charset="0"/>
                <a:cs typeface="Times New Roman" pitchFamily="18" charset="0"/>
              </a:rPr>
              <a:t> </a:t>
            </a:r>
            <a:r>
              <a:rPr lang="en-US" altLang="ru-RU" sz="2800" dirty="0" err="1">
                <a:latin typeface="Times New Roman" pitchFamily="18" charset="0"/>
                <a:cs typeface="Times New Roman" pitchFamily="18" charset="0"/>
              </a:rPr>
              <a:t>xotiradan</a:t>
            </a:r>
            <a:r>
              <a:rPr lang="en-US" altLang="ru-RU" sz="2800" dirty="0">
                <a:latin typeface="Times New Roman" pitchFamily="18" charset="0"/>
                <a:cs typeface="Times New Roman" pitchFamily="18" charset="0"/>
              </a:rPr>
              <a:t> joy </a:t>
            </a:r>
            <a:r>
              <a:rPr lang="en-US" altLang="ru-RU" sz="2800" dirty="0" err="1">
                <a:latin typeface="Times New Roman" pitchFamily="18" charset="0"/>
                <a:cs typeface="Times New Roman" pitchFamily="18" charset="0"/>
              </a:rPr>
              <a:t>ajratish</a:t>
            </a:r>
            <a:endParaRPr lang="en-US" altLang="ru-RU" sz="2800" dirty="0">
              <a:latin typeface="Times New Roman" pitchFamily="18" charset="0"/>
              <a:cs typeface="Times New Roman" pitchFamily="18" charset="0"/>
            </a:endParaRPr>
          </a:p>
        </p:txBody>
      </p:sp>
      <p:pic>
        <p:nvPicPr>
          <p:cNvPr id="2150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14600" y="1600200"/>
            <a:ext cx="4438650" cy="4468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48917640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pPr eaLnBrk="1" hangingPunct="1"/>
            <a:r>
              <a:rPr lang="en-US" altLang="ru-RU" dirty="0"/>
              <a:t>FAT</a:t>
            </a:r>
          </a:p>
        </p:txBody>
      </p:sp>
      <p:pic>
        <p:nvPicPr>
          <p:cNvPr id="23555" name="Picture 3" descr="c16f0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400" y="1783308"/>
            <a:ext cx="5562600" cy="4551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556" name="Text Box 4"/>
          <p:cNvSpPr txBox="1">
            <a:spLocks noChangeArrowheads="1"/>
          </p:cNvSpPr>
          <p:nvPr/>
        </p:nvSpPr>
        <p:spPr bwMode="auto">
          <a:xfrm>
            <a:off x="6096000" y="3657600"/>
            <a:ext cx="2514600" cy="18158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ru-RU" sz="2800" dirty="0">
                <a:latin typeface="Times New Roman" pitchFamily="18" charset="0"/>
                <a:cs typeface="Times New Roman" pitchFamily="18" charset="0"/>
              </a:rPr>
              <a:t>FAT </a:t>
            </a:r>
            <a:r>
              <a:rPr lang="en-US" altLang="ru-RU" sz="2800" dirty="0" err="1">
                <a:latin typeface="Times New Roman" pitchFamily="18" charset="0"/>
                <a:cs typeface="Times New Roman" pitchFamily="18" charset="0"/>
              </a:rPr>
              <a:t>va</a:t>
            </a:r>
            <a:r>
              <a:rPr lang="en-US" altLang="ru-RU" sz="2800" dirty="0">
                <a:latin typeface="Times New Roman" pitchFamily="18" charset="0"/>
                <a:cs typeface="Times New Roman" pitchFamily="18" charset="0"/>
              </a:rPr>
              <a:t> </a:t>
            </a:r>
            <a:r>
              <a:rPr lang="en-US" altLang="ru-RU" sz="2800" dirty="0" err="1">
                <a:latin typeface="Times New Roman" pitchFamily="18" charset="0"/>
                <a:cs typeface="Times New Roman" pitchFamily="18" charset="0"/>
              </a:rPr>
              <a:t>bir-biriga</a:t>
            </a:r>
            <a:r>
              <a:rPr lang="en-US" altLang="ru-RU" sz="2800" dirty="0">
                <a:latin typeface="Times New Roman" pitchFamily="18" charset="0"/>
                <a:cs typeface="Times New Roman" pitchFamily="18" charset="0"/>
              </a:rPr>
              <a:t> </a:t>
            </a:r>
            <a:r>
              <a:rPr lang="en-US" altLang="ru-RU" sz="2800" dirty="0" err="1">
                <a:latin typeface="Times New Roman" pitchFamily="18" charset="0"/>
                <a:cs typeface="Times New Roman" pitchFamily="18" charset="0"/>
              </a:rPr>
              <a:t>boglik</a:t>
            </a:r>
            <a:r>
              <a:rPr lang="en-US" altLang="ru-RU" sz="2800" dirty="0">
                <a:latin typeface="Times New Roman" pitchFamily="18" charset="0"/>
                <a:cs typeface="Times New Roman" pitchFamily="18" charset="0"/>
              </a:rPr>
              <a:t> </a:t>
            </a:r>
            <a:r>
              <a:rPr lang="en-US" altLang="ru-RU" sz="2800" dirty="0" err="1">
                <a:latin typeface="Times New Roman" pitchFamily="18" charset="0"/>
                <a:cs typeface="Times New Roman" pitchFamily="18" charset="0"/>
              </a:rPr>
              <a:t>holda</a:t>
            </a:r>
            <a:r>
              <a:rPr lang="en-US" altLang="ru-RU" sz="2800" dirty="0">
                <a:latin typeface="Times New Roman" pitchFamily="18" charset="0"/>
                <a:cs typeface="Times New Roman" pitchFamily="18" charset="0"/>
              </a:rPr>
              <a:t> </a:t>
            </a:r>
            <a:r>
              <a:rPr lang="en-US" altLang="ru-RU" sz="2800" dirty="0" err="1">
                <a:latin typeface="Times New Roman" pitchFamily="18" charset="0"/>
                <a:cs typeface="Times New Roman" pitchFamily="18" charset="0"/>
              </a:rPr>
              <a:t>xotiradan</a:t>
            </a:r>
            <a:r>
              <a:rPr lang="en-US" altLang="ru-RU" sz="2800" dirty="0">
                <a:latin typeface="Times New Roman" pitchFamily="18" charset="0"/>
                <a:cs typeface="Times New Roman" pitchFamily="18" charset="0"/>
              </a:rPr>
              <a:t> joy </a:t>
            </a:r>
            <a:r>
              <a:rPr lang="en-US" altLang="ru-RU" sz="2800" dirty="0" err="1">
                <a:latin typeface="Times New Roman" pitchFamily="18" charset="0"/>
                <a:cs typeface="Times New Roman" pitchFamily="18" charset="0"/>
              </a:rPr>
              <a:t>ajratish</a:t>
            </a:r>
            <a:endParaRPr lang="en-US" altLang="ru-RU" sz="2800" dirty="0">
              <a:latin typeface="Times New Roman" pitchFamily="18" charset="0"/>
              <a:cs typeface="Times New Roman" pitchFamily="18" charset="0"/>
            </a:endParaRPr>
          </a:p>
        </p:txBody>
      </p:sp>
    </p:spTree>
    <p:extLst>
      <p:ext uri="{BB962C8B-B14F-4D97-AF65-F5344CB8AC3E}">
        <p14:creationId xmlns:p14="http://schemas.microsoft.com/office/powerpoint/2010/main" val="13309363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a:xfrm>
            <a:off x="741054" y="448197"/>
            <a:ext cx="7289800" cy="915466"/>
          </a:xfrm>
        </p:spPr>
        <p:txBody>
          <a:bodyPr>
            <a:noAutofit/>
          </a:bodyPr>
          <a:lstStyle/>
          <a:p>
            <a:pPr algn="ctr"/>
            <a:r>
              <a:rPr lang="en-US" altLang="ru-RU" sz="2800" dirty="0" err="1">
                <a:latin typeface="Times New Roman" pitchFamily="18" charset="0"/>
                <a:cs typeface="Times New Roman" pitchFamily="18" charset="0"/>
              </a:rPr>
              <a:t>Indeksli</a:t>
            </a:r>
            <a:r>
              <a:rPr lang="en-US" altLang="ru-RU" sz="2800" dirty="0">
                <a:latin typeface="Times New Roman" pitchFamily="18" charset="0"/>
                <a:cs typeface="Times New Roman" pitchFamily="18" charset="0"/>
              </a:rPr>
              <a:t> </a:t>
            </a:r>
            <a:r>
              <a:rPr lang="en-US" altLang="ru-RU" sz="2800" dirty="0" err="1">
                <a:latin typeface="Times New Roman" pitchFamily="18" charset="0"/>
                <a:cs typeface="Times New Roman" pitchFamily="18" charset="0"/>
              </a:rPr>
              <a:t>bir-biriga</a:t>
            </a:r>
            <a:r>
              <a:rPr lang="en-US" altLang="ru-RU" sz="2800" dirty="0">
                <a:latin typeface="Times New Roman" pitchFamily="18" charset="0"/>
                <a:cs typeface="Times New Roman" pitchFamily="18" charset="0"/>
              </a:rPr>
              <a:t> </a:t>
            </a:r>
            <a:r>
              <a:rPr lang="en-US" altLang="ru-RU" sz="2800" dirty="0" err="1">
                <a:latin typeface="Times New Roman" pitchFamily="18" charset="0"/>
                <a:cs typeface="Times New Roman" pitchFamily="18" charset="0"/>
              </a:rPr>
              <a:t>boglik</a:t>
            </a:r>
            <a:r>
              <a:rPr lang="en-US" altLang="ru-RU" sz="2800" dirty="0">
                <a:latin typeface="Times New Roman" pitchFamily="18" charset="0"/>
                <a:cs typeface="Times New Roman" pitchFamily="18" charset="0"/>
              </a:rPr>
              <a:t> </a:t>
            </a:r>
            <a:r>
              <a:rPr lang="en-US" altLang="ru-RU" sz="2800" dirty="0" err="1">
                <a:latin typeface="Times New Roman" pitchFamily="18" charset="0"/>
                <a:cs typeface="Times New Roman" pitchFamily="18" charset="0"/>
              </a:rPr>
              <a:t>holda</a:t>
            </a:r>
            <a:r>
              <a:rPr lang="en-US" altLang="ru-RU" sz="2800" dirty="0">
                <a:latin typeface="Times New Roman" pitchFamily="18" charset="0"/>
                <a:cs typeface="Times New Roman" pitchFamily="18" charset="0"/>
              </a:rPr>
              <a:t> </a:t>
            </a:r>
            <a:r>
              <a:rPr lang="en-US" altLang="ru-RU" sz="2800" dirty="0" err="1">
                <a:latin typeface="Times New Roman" pitchFamily="18" charset="0"/>
                <a:cs typeface="Times New Roman" pitchFamily="18" charset="0"/>
              </a:rPr>
              <a:t>xotiradan</a:t>
            </a:r>
            <a:r>
              <a:rPr lang="en-US" altLang="ru-RU" sz="2800" dirty="0">
                <a:latin typeface="Times New Roman" pitchFamily="18" charset="0"/>
                <a:cs typeface="Times New Roman" pitchFamily="18" charset="0"/>
              </a:rPr>
              <a:t> joy </a:t>
            </a:r>
            <a:r>
              <a:rPr lang="en-US" altLang="ru-RU" sz="2800" dirty="0" err="1">
                <a:latin typeface="Times New Roman" pitchFamily="18" charset="0"/>
                <a:cs typeface="Times New Roman" pitchFamily="18" charset="0"/>
              </a:rPr>
              <a:t>ajratish</a:t>
            </a:r>
            <a:br>
              <a:rPr lang="en-US" altLang="ru-RU" sz="2800" dirty="0">
                <a:latin typeface="Times New Roman" pitchFamily="18" charset="0"/>
                <a:cs typeface="Times New Roman" pitchFamily="18" charset="0"/>
              </a:rPr>
            </a:br>
            <a:endParaRPr lang="en-US" altLang="ru-RU" sz="2800" dirty="0">
              <a:latin typeface="Times New Roman" pitchFamily="18" charset="0"/>
              <a:cs typeface="Times New Roman" pitchFamily="18" charset="0"/>
            </a:endParaRPr>
          </a:p>
        </p:txBody>
      </p:sp>
      <p:pic>
        <p:nvPicPr>
          <p:cNvPr id="24579" name="Picture 3" descr="c16f0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00200" y="1676400"/>
            <a:ext cx="4495800" cy="3344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6564990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1"/>
          <p:cNvSpPr>
            <a:spLocks noGrp="1"/>
          </p:cNvSpPr>
          <p:nvPr>
            <p:ph type="title"/>
          </p:nvPr>
        </p:nvSpPr>
        <p:spPr>
          <a:xfrm>
            <a:off x="457200" y="0"/>
            <a:ext cx="8229600" cy="763588"/>
          </a:xfrm>
        </p:spPr>
        <p:txBody>
          <a:bodyPr>
            <a:noAutofit/>
          </a:bodyPr>
          <a:lstStyle/>
          <a:p>
            <a:pPr algn="ctr"/>
            <a:r>
              <a:rPr lang="uz-Cyrl-UZ" sz="2800" dirty="0"/>
              <a:t>Каталогни дарахт кўринишида тасвирлаш</a:t>
            </a:r>
            <a:br>
              <a:rPr lang="en-US" sz="2800" dirty="0"/>
            </a:br>
            <a:r>
              <a:rPr lang="en-US" sz="2800" dirty="0"/>
              <a:t>(</a:t>
            </a:r>
            <a:r>
              <a:rPr lang="en-US" sz="1800" b="1" dirty="0"/>
              <a:t>LINUX OT </a:t>
            </a:r>
            <a:r>
              <a:rPr lang="en-US" sz="1800" b="1" dirty="0" err="1"/>
              <a:t>misolida</a:t>
            </a:r>
            <a:r>
              <a:rPr lang="en-US" sz="2800" dirty="0"/>
              <a:t>)</a:t>
            </a:r>
          </a:p>
        </p:txBody>
      </p:sp>
      <p:sp>
        <p:nvSpPr>
          <p:cNvPr id="4" name="Slide Number Placeholder 3"/>
          <p:cNvSpPr>
            <a:spLocks noGrp="1"/>
          </p:cNvSpPr>
          <p:nvPr>
            <p:ph type="sldNum" sz="quarter" idx="12"/>
          </p:nvPr>
        </p:nvSpPr>
        <p:spPr/>
        <p:txBody>
          <a:bodyPr/>
          <a:lstStyle/>
          <a:p>
            <a:pPr>
              <a:defRPr/>
            </a:pPr>
            <a:fld id="{0D3AE7DA-B13A-4BEF-AC8B-C19779E93782}" type="slidenum">
              <a:rPr lang="en-US"/>
              <a:pPr>
                <a:defRPr/>
              </a:pPr>
              <a:t>21</a:t>
            </a:fld>
            <a:endParaRPr lang="en-US" dirty="0"/>
          </a:p>
        </p:txBody>
      </p:sp>
      <p:pic>
        <p:nvPicPr>
          <p:cNvPr id="24581" name="Picture 2" descr="D:\Pictures\soft-scraps icons\Folder-01.png"/>
          <p:cNvPicPr>
            <a:picLocks noChangeAspect="1" noChangeArrowheads="1"/>
          </p:cNvPicPr>
          <p:nvPr/>
        </p:nvPicPr>
        <p:blipFill>
          <a:blip r:embed="rId2"/>
          <a:srcRect/>
          <a:stretch>
            <a:fillRect/>
          </a:stretch>
        </p:blipFill>
        <p:spPr bwMode="auto">
          <a:xfrm>
            <a:off x="277813" y="2979738"/>
            <a:ext cx="630237" cy="630237"/>
          </a:xfrm>
          <a:prstGeom prst="rect">
            <a:avLst/>
          </a:prstGeom>
          <a:noFill/>
          <a:ln w="9525">
            <a:noFill/>
            <a:miter lim="800000"/>
            <a:headEnd/>
            <a:tailEnd/>
          </a:ln>
        </p:spPr>
      </p:pic>
      <p:pic>
        <p:nvPicPr>
          <p:cNvPr id="24582" name="Picture 3" descr="D:\Pictures\soft-scraps icons\Document Text-01.png"/>
          <p:cNvPicPr>
            <a:picLocks noChangeAspect="1" noChangeArrowheads="1"/>
          </p:cNvPicPr>
          <p:nvPr/>
        </p:nvPicPr>
        <p:blipFill>
          <a:blip r:embed="rId3"/>
          <a:srcRect/>
          <a:stretch>
            <a:fillRect/>
          </a:stretch>
        </p:blipFill>
        <p:spPr bwMode="auto">
          <a:xfrm>
            <a:off x="1627188" y="4738688"/>
            <a:ext cx="698500" cy="696912"/>
          </a:xfrm>
          <a:prstGeom prst="rect">
            <a:avLst/>
          </a:prstGeom>
          <a:noFill/>
          <a:ln w="9525">
            <a:noFill/>
            <a:miter lim="800000"/>
            <a:headEnd/>
            <a:tailEnd/>
          </a:ln>
        </p:spPr>
      </p:pic>
      <p:pic>
        <p:nvPicPr>
          <p:cNvPr id="24583" name="Picture 2" descr="D:\Pictures\soft-scraps icons\Adobe PDF Document-01.png"/>
          <p:cNvPicPr>
            <a:picLocks noChangeAspect="1" noChangeArrowheads="1"/>
          </p:cNvPicPr>
          <p:nvPr/>
        </p:nvPicPr>
        <p:blipFill>
          <a:blip r:embed="rId4"/>
          <a:srcRect/>
          <a:stretch>
            <a:fillRect/>
          </a:stretch>
        </p:blipFill>
        <p:spPr bwMode="auto">
          <a:xfrm>
            <a:off x="8345488" y="657225"/>
            <a:ext cx="671512" cy="673100"/>
          </a:xfrm>
          <a:prstGeom prst="rect">
            <a:avLst/>
          </a:prstGeom>
          <a:noFill/>
          <a:ln w="9525">
            <a:noFill/>
            <a:miter lim="800000"/>
            <a:headEnd/>
            <a:tailEnd/>
          </a:ln>
        </p:spPr>
      </p:pic>
      <p:pic>
        <p:nvPicPr>
          <p:cNvPr id="24584" name="Picture 5" descr="D:\Pictures\soft-scraps icons\Compressed File Zip-01.png"/>
          <p:cNvPicPr>
            <a:picLocks noChangeAspect="1" noChangeArrowheads="1"/>
          </p:cNvPicPr>
          <p:nvPr/>
        </p:nvPicPr>
        <p:blipFill>
          <a:blip r:embed="rId5"/>
          <a:srcRect/>
          <a:stretch>
            <a:fillRect/>
          </a:stretch>
        </p:blipFill>
        <p:spPr bwMode="auto">
          <a:xfrm>
            <a:off x="3281363" y="3924300"/>
            <a:ext cx="673100" cy="671513"/>
          </a:xfrm>
          <a:prstGeom prst="rect">
            <a:avLst/>
          </a:prstGeom>
          <a:noFill/>
          <a:ln w="9525">
            <a:noFill/>
            <a:miter lim="800000"/>
            <a:headEnd/>
            <a:tailEnd/>
          </a:ln>
        </p:spPr>
      </p:pic>
      <p:pic>
        <p:nvPicPr>
          <p:cNvPr id="24585" name="Picture 6" descr="D:\Pictures\soft-scraps icons\Document Microsoft Excel-01.png"/>
          <p:cNvPicPr>
            <a:picLocks noChangeAspect="1" noChangeArrowheads="1"/>
          </p:cNvPicPr>
          <p:nvPr/>
        </p:nvPicPr>
        <p:blipFill>
          <a:blip r:embed="rId6"/>
          <a:srcRect/>
          <a:stretch>
            <a:fillRect/>
          </a:stretch>
        </p:blipFill>
        <p:spPr bwMode="auto">
          <a:xfrm>
            <a:off x="6938963" y="2622550"/>
            <a:ext cx="671512" cy="671513"/>
          </a:xfrm>
          <a:prstGeom prst="rect">
            <a:avLst/>
          </a:prstGeom>
          <a:noFill/>
          <a:ln w="9525">
            <a:noFill/>
            <a:miter lim="800000"/>
            <a:headEnd/>
            <a:tailEnd/>
          </a:ln>
        </p:spPr>
      </p:pic>
      <p:pic>
        <p:nvPicPr>
          <p:cNvPr id="24586" name="Picture 7" descr="D:\Pictures\soft-scraps icons\Document Microsoft Word-01.png"/>
          <p:cNvPicPr>
            <a:picLocks noChangeAspect="1" noChangeArrowheads="1"/>
          </p:cNvPicPr>
          <p:nvPr/>
        </p:nvPicPr>
        <p:blipFill>
          <a:blip r:embed="rId7"/>
          <a:srcRect/>
          <a:stretch>
            <a:fillRect/>
          </a:stretch>
        </p:blipFill>
        <p:spPr bwMode="auto">
          <a:xfrm>
            <a:off x="6938963" y="1712913"/>
            <a:ext cx="671512" cy="671512"/>
          </a:xfrm>
          <a:prstGeom prst="rect">
            <a:avLst/>
          </a:prstGeom>
          <a:noFill/>
          <a:ln w="9525">
            <a:noFill/>
            <a:miter lim="800000"/>
            <a:headEnd/>
            <a:tailEnd/>
          </a:ln>
        </p:spPr>
      </p:pic>
      <p:pic>
        <p:nvPicPr>
          <p:cNvPr id="24587" name="Picture 8" descr="D:\Pictures\soft-scraps icons\File Audio MP3-01.png"/>
          <p:cNvPicPr>
            <a:picLocks noChangeAspect="1" noChangeArrowheads="1"/>
          </p:cNvPicPr>
          <p:nvPr/>
        </p:nvPicPr>
        <p:blipFill>
          <a:blip r:embed="rId8"/>
          <a:srcRect/>
          <a:stretch>
            <a:fillRect/>
          </a:stretch>
        </p:blipFill>
        <p:spPr bwMode="auto">
          <a:xfrm>
            <a:off x="6973888" y="3673475"/>
            <a:ext cx="671512" cy="671513"/>
          </a:xfrm>
          <a:prstGeom prst="rect">
            <a:avLst/>
          </a:prstGeom>
          <a:noFill/>
          <a:ln w="9525">
            <a:noFill/>
            <a:miter lim="800000"/>
            <a:headEnd/>
            <a:tailEnd/>
          </a:ln>
        </p:spPr>
      </p:pic>
      <p:pic>
        <p:nvPicPr>
          <p:cNvPr id="24588" name="Picture 11" descr="D:\Pictures\soft-scraps icons\Image JPEG-01.png"/>
          <p:cNvPicPr>
            <a:picLocks noChangeAspect="1" noChangeArrowheads="1"/>
          </p:cNvPicPr>
          <p:nvPr/>
        </p:nvPicPr>
        <p:blipFill>
          <a:blip r:embed="rId9"/>
          <a:srcRect/>
          <a:stretch>
            <a:fillRect/>
          </a:stretch>
        </p:blipFill>
        <p:spPr bwMode="auto">
          <a:xfrm>
            <a:off x="6973888" y="4595813"/>
            <a:ext cx="671512" cy="673100"/>
          </a:xfrm>
          <a:prstGeom prst="rect">
            <a:avLst/>
          </a:prstGeom>
          <a:noFill/>
          <a:ln w="9525">
            <a:noFill/>
            <a:miter lim="800000"/>
            <a:headEnd/>
            <a:tailEnd/>
          </a:ln>
        </p:spPr>
      </p:pic>
      <p:pic>
        <p:nvPicPr>
          <p:cNvPr id="24589" name="Picture 13" descr="D:\Pictures\soft-scraps icons\Web HTML-01.png"/>
          <p:cNvPicPr>
            <a:picLocks noChangeAspect="1" noChangeArrowheads="1"/>
          </p:cNvPicPr>
          <p:nvPr/>
        </p:nvPicPr>
        <p:blipFill>
          <a:blip r:embed="rId10"/>
          <a:srcRect/>
          <a:stretch>
            <a:fillRect/>
          </a:stretch>
        </p:blipFill>
        <p:spPr bwMode="auto">
          <a:xfrm>
            <a:off x="3281363" y="4787900"/>
            <a:ext cx="673100" cy="671513"/>
          </a:xfrm>
          <a:prstGeom prst="rect">
            <a:avLst/>
          </a:prstGeom>
          <a:noFill/>
          <a:ln w="9525">
            <a:noFill/>
            <a:miter lim="800000"/>
            <a:headEnd/>
            <a:tailEnd/>
          </a:ln>
        </p:spPr>
      </p:pic>
      <p:pic>
        <p:nvPicPr>
          <p:cNvPr id="24590" name="Picture 2" descr="D:\Pictures\soft-scraps icons\Folder-01.png"/>
          <p:cNvPicPr>
            <a:picLocks noChangeAspect="1" noChangeArrowheads="1"/>
          </p:cNvPicPr>
          <p:nvPr/>
        </p:nvPicPr>
        <p:blipFill>
          <a:blip r:embed="rId2"/>
          <a:srcRect/>
          <a:stretch>
            <a:fillRect/>
          </a:stretch>
        </p:blipFill>
        <p:spPr bwMode="auto">
          <a:xfrm>
            <a:off x="1660525" y="852488"/>
            <a:ext cx="630238" cy="630237"/>
          </a:xfrm>
          <a:prstGeom prst="rect">
            <a:avLst/>
          </a:prstGeom>
          <a:noFill/>
          <a:ln w="9525">
            <a:noFill/>
            <a:miter lim="800000"/>
            <a:headEnd/>
            <a:tailEnd/>
          </a:ln>
        </p:spPr>
      </p:pic>
      <p:pic>
        <p:nvPicPr>
          <p:cNvPr id="24591" name="Picture 2" descr="D:\Pictures\soft-scraps icons\Folder-01.png"/>
          <p:cNvPicPr>
            <a:picLocks noChangeAspect="1" noChangeArrowheads="1"/>
          </p:cNvPicPr>
          <p:nvPr/>
        </p:nvPicPr>
        <p:blipFill>
          <a:blip r:embed="rId2"/>
          <a:srcRect/>
          <a:stretch>
            <a:fillRect/>
          </a:stretch>
        </p:blipFill>
        <p:spPr bwMode="auto">
          <a:xfrm>
            <a:off x="1660525" y="2147888"/>
            <a:ext cx="630238" cy="630237"/>
          </a:xfrm>
          <a:prstGeom prst="rect">
            <a:avLst/>
          </a:prstGeom>
          <a:noFill/>
          <a:ln w="9525">
            <a:noFill/>
            <a:miter lim="800000"/>
            <a:headEnd/>
            <a:tailEnd/>
          </a:ln>
        </p:spPr>
      </p:pic>
      <p:pic>
        <p:nvPicPr>
          <p:cNvPr id="24592" name="Picture 2" descr="D:\Pictures\soft-scraps icons\Folder-01.png"/>
          <p:cNvPicPr>
            <a:picLocks noChangeAspect="1" noChangeArrowheads="1"/>
          </p:cNvPicPr>
          <p:nvPr/>
        </p:nvPicPr>
        <p:blipFill>
          <a:blip r:embed="rId2"/>
          <a:srcRect/>
          <a:stretch>
            <a:fillRect/>
          </a:stretch>
        </p:blipFill>
        <p:spPr bwMode="auto">
          <a:xfrm>
            <a:off x="1660525" y="3443288"/>
            <a:ext cx="630238" cy="630237"/>
          </a:xfrm>
          <a:prstGeom prst="rect">
            <a:avLst/>
          </a:prstGeom>
          <a:noFill/>
          <a:ln w="9525">
            <a:noFill/>
            <a:miter lim="800000"/>
            <a:headEnd/>
            <a:tailEnd/>
          </a:ln>
        </p:spPr>
      </p:pic>
      <p:pic>
        <p:nvPicPr>
          <p:cNvPr id="24593" name="Picture 2" descr="D:\Pictures\soft-scraps icons\Folder-01.png"/>
          <p:cNvPicPr>
            <a:picLocks noChangeAspect="1" noChangeArrowheads="1"/>
          </p:cNvPicPr>
          <p:nvPr/>
        </p:nvPicPr>
        <p:blipFill>
          <a:blip r:embed="rId2"/>
          <a:srcRect/>
          <a:stretch>
            <a:fillRect/>
          </a:stretch>
        </p:blipFill>
        <p:spPr bwMode="auto">
          <a:xfrm>
            <a:off x="5086350" y="846138"/>
            <a:ext cx="630238" cy="630237"/>
          </a:xfrm>
          <a:prstGeom prst="rect">
            <a:avLst/>
          </a:prstGeom>
          <a:noFill/>
          <a:ln w="9525">
            <a:noFill/>
            <a:miter lim="800000"/>
            <a:headEnd/>
            <a:tailEnd/>
          </a:ln>
        </p:spPr>
      </p:pic>
      <p:pic>
        <p:nvPicPr>
          <p:cNvPr id="24594" name="Picture 2" descr="D:\Pictures\soft-scraps icons\Folder-01.png"/>
          <p:cNvPicPr>
            <a:picLocks noChangeAspect="1" noChangeArrowheads="1"/>
          </p:cNvPicPr>
          <p:nvPr/>
        </p:nvPicPr>
        <p:blipFill>
          <a:blip r:embed="rId2"/>
          <a:srcRect/>
          <a:stretch>
            <a:fillRect/>
          </a:stretch>
        </p:blipFill>
        <p:spPr bwMode="auto">
          <a:xfrm>
            <a:off x="5080000" y="3497263"/>
            <a:ext cx="630238" cy="630237"/>
          </a:xfrm>
          <a:prstGeom prst="rect">
            <a:avLst/>
          </a:prstGeom>
          <a:noFill/>
          <a:ln w="9525">
            <a:noFill/>
            <a:miter lim="800000"/>
            <a:headEnd/>
            <a:tailEnd/>
          </a:ln>
        </p:spPr>
      </p:pic>
      <p:pic>
        <p:nvPicPr>
          <p:cNvPr id="24595" name="Picture 2" descr="D:\Pictures\soft-scraps icons\Folder-01.png"/>
          <p:cNvPicPr>
            <a:picLocks noChangeAspect="1" noChangeArrowheads="1"/>
          </p:cNvPicPr>
          <p:nvPr/>
        </p:nvPicPr>
        <p:blipFill>
          <a:blip r:embed="rId2"/>
          <a:srcRect/>
          <a:stretch>
            <a:fillRect/>
          </a:stretch>
        </p:blipFill>
        <p:spPr bwMode="auto">
          <a:xfrm>
            <a:off x="6994525" y="676275"/>
            <a:ext cx="630238" cy="628650"/>
          </a:xfrm>
          <a:prstGeom prst="rect">
            <a:avLst/>
          </a:prstGeom>
          <a:noFill/>
          <a:ln w="9525">
            <a:noFill/>
            <a:miter lim="800000"/>
            <a:headEnd/>
            <a:tailEnd/>
          </a:ln>
        </p:spPr>
      </p:pic>
      <p:sp>
        <p:nvSpPr>
          <p:cNvPr id="24596" name="TextBox 4"/>
          <p:cNvSpPr txBox="1">
            <a:spLocks noChangeArrowheads="1"/>
          </p:cNvSpPr>
          <p:nvPr/>
        </p:nvSpPr>
        <p:spPr bwMode="auto">
          <a:xfrm>
            <a:off x="1582738" y="1381125"/>
            <a:ext cx="787400" cy="400050"/>
          </a:xfrm>
          <a:prstGeom prst="rect">
            <a:avLst/>
          </a:prstGeom>
          <a:noFill/>
          <a:ln w="9525">
            <a:noFill/>
            <a:miter lim="800000"/>
            <a:headEnd/>
            <a:tailEnd/>
          </a:ln>
        </p:spPr>
        <p:txBody>
          <a:bodyPr wrap="none">
            <a:spAutoFit/>
          </a:bodyPr>
          <a:lstStyle/>
          <a:p>
            <a:pPr algn="ctr"/>
            <a:r>
              <a:rPr lang="en-US" sz="2000">
                <a:latin typeface="Calibri" pitchFamily="34" charset="0"/>
              </a:rPr>
              <a:t>home</a:t>
            </a:r>
          </a:p>
        </p:txBody>
      </p:sp>
      <p:sp>
        <p:nvSpPr>
          <p:cNvPr id="24597" name="TextBox 20"/>
          <p:cNvSpPr txBox="1">
            <a:spLocks noChangeArrowheads="1"/>
          </p:cNvSpPr>
          <p:nvPr/>
        </p:nvSpPr>
        <p:spPr bwMode="auto">
          <a:xfrm>
            <a:off x="123825" y="3524250"/>
            <a:ext cx="939800" cy="400050"/>
          </a:xfrm>
          <a:prstGeom prst="rect">
            <a:avLst/>
          </a:prstGeom>
          <a:noFill/>
          <a:ln w="9525">
            <a:noFill/>
            <a:miter lim="800000"/>
            <a:headEnd/>
            <a:tailEnd/>
          </a:ln>
        </p:spPr>
        <p:txBody>
          <a:bodyPr wrap="none">
            <a:spAutoFit/>
          </a:bodyPr>
          <a:lstStyle/>
          <a:p>
            <a:pPr algn="ctr"/>
            <a:r>
              <a:rPr lang="en-US" sz="2000">
                <a:latin typeface="Calibri" pitchFamily="34" charset="0"/>
              </a:rPr>
              <a:t>/ (root)</a:t>
            </a:r>
          </a:p>
        </p:txBody>
      </p:sp>
      <p:sp>
        <p:nvSpPr>
          <p:cNvPr id="24598" name="TextBox 21"/>
          <p:cNvSpPr txBox="1">
            <a:spLocks noChangeArrowheads="1"/>
          </p:cNvSpPr>
          <p:nvPr/>
        </p:nvSpPr>
        <p:spPr bwMode="auto">
          <a:xfrm>
            <a:off x="1719263" y="2676525"/>
            <a:ext cx="512762" cy="400050"/>
          </a:xfrm>
          <a:prstGeom prst="rect">
            <a:avLst/>
          </a:prstGeom>
          <a:noFill/>
          <a:ln w="9525">
            <a:noFill/>
            <a:miter lim="800000"/>
            <a:headEnd/>
            <a:tailEnd/>
          </a:ln>
        </p:spPr>
        <p:txBody>
          <a:bodyPr wrap="none">
            <a:spAutoFit/>
          </a:bodyPr>
          <a:lstStyle/>
          <a:p>
            <a:pPr algn="ctr"/>
            <a:r>
              <a:rPr lang="en-US" sz="2000">
                <a:latin typeface="Calibri" pitchFamily="34" charset="0"/>
              </a:rPr>
              <a:t>bin</a:t>
            </a:r>
          </a:p>
        </p:txBody>
      </p:sp>
      <p:sp>
        <p:nvSpPr>
          <p:cNvPr id="24599" name="TextBox 22"/>
          <p:cNvSpPr txBox="1">
            <a:spLocks noChangeArrowheads="1"/>
          </p:cNvSpPr>
          <p:nvPr/>
        </p:nvSpPr>
        <p:spPr bwMode="auto">
          <a:xfrm>
            <a:off x="1671638" y="4014788"/>
            <a:ext cx="611187" cy="400050"/>
          </a:xfrm>
          <a:prstGeom prst="rect">
            <a:avLst/>
          </a:prstGeom>
          <a:noFill/>
          <a:ln w="9525">
            <a:noFill/>
            <a:miter lim="800000"/>
            <a:headEnd/>
            <a:tailEnd/>
          </a:ln>
        </p:spPr>
        <p:txBody>
          <a:bodyPr wrap="none">
            <a:spAutoFit/>
          </a:bodyPr>
          <a:lstStyle/>
          <a:p>
            <a:pPr algn="ctr"/>
            <a:r>
              <a:rPr lang="en-US" sz="2000">
                <a:latin typeface="Calibri" pitchFamily="34" charset="0"/>
              </a:rPr>
              <a:t>tmp</a:t>
            </a:r>
          </a:p>
        </p:txBody>
      </p:sp>
      <p:pic>
        <p:nvPicPr>
          <p:cNvPr id="24600" name="Picture 2" descr="D:\Pictures\soft-scraps icons\Folder-01.png"/>
          <p:cNvPicPr>
            <a:picLocks noChangeAspect="1" noChangeArrowheads="1"/>
          </p:cNvPicPr>
          <p:nvPr/>
        </p:nvPicPr>
        <p:blipFill>
          <a:blip r:embed="rId2"/>
          <a:srcRect/>
          <a:stretch>
            <a:fillRect/>
          </a:stretch>
        </p:blipFill>
        <p:spPr bwMode="auto">
          <a:xfrm>
            <a:off x="3324225" y="2894013"/>
            <a:ext cx="630238" cy="630237"/>
          </a:xfrm>
          <a:prstGeom prst="rect">
            <a:avLst/>
          </a:prstGeom>
          <a:noFill/>
          <a:ln w="9525">
            <a:noFill/>
            <a:miter lim="800000"/>
            <a:headEnd/>
            <a:tailEnd/>
          </a:ln>
        </p:spPr>
      </p:pic>
      <p:grpSp>
        <p:nvGrpSpPr>
          <p:cNvPr id="2" name="Group 5"/>
          <p:cNvGrpSpPr>
            <a:grpSpLocks/>
          </p:cNvGrpSpPr>
          <p:nvPr/>
        </p:nvGrpSpPr>
        <p:grpSpPr bwMode="auto">
          <a:xfrm>
            <a:off x="3294063" y="1987550"/>
            <a:ext cx="688975" cy="688975"/>
            <a:chOff x="6581088" y="526057"/>
            <a:chExt cx="3251200" cy="3251201"/>
          </a:xfrm>
        </p:grpSpPr>
        <p:pic>
          <p:nvPicPr>
            <p:cNvPr id="24629" name="Picture 5" descr="D:\Pictures\soft-scraps icons\Document Blank-01.png"/>
            <p:cNvPicPr>
              <a:picLocks noChangeAspect="1" noChangeArrowheads="1"/>
            </p:cNvPicPr>
            <p:nvPr/>
          </p:nvPicPr>
          <p:blipFill>
            <a:blip r:embed="rId11"/>
            <a:srcRect/>
            <a:stretch>
              <a:fillRect/>
            </a:stretch>
          </p:blipFill>
          <p:spPr bwMode="auto">
            <a:xfrm>
              <a:off x="6581088" y="526057"/>
              <a:ext cx="3251200" cy="3251201"/>
            </a:xfrm>
            <a:prstGeom prst="rect">
              <a:avLst/>
            </a:prstGeom>
            <a:noFill/>
            <a:ln w="9525">
              <a:noFill/>
              <a:miter lim="800000"/>
              <a:headEnd/>
              <a:tailEnd/>
            </a:ln>
          </p:spPr>
        </p:pic>
        <p:pic>
          <p:nvPicPr>
            <p:cNvPr id="24630" name="Picture 4" descr="D:\Pictures\soft-scraps icons\Gear-01.png"/>
            <p:cNvPicPr>
              <a:picLocks noChangeAspect="1" noChangeArrowheads="1"/>
            </p:cNvPicPr>
            <p:nvPr/>
          </p:nvPicPr>
          <p:blipFill>
            <a:blip r:embed="rId12"/>
            <a:srcRect/>
            <a:stretch>
              <a:fillRect/>
            </a:stretch>
          </p:blipFill>
          <p:spPr bwMode="auto">
            <a:xfrm>
              <a:off x="7135491" y="1100287"/>
              <a:ext cx="2142393" cy="2142393"/>
            </a:xfrm>
            <a:prstGeom prst="rect">
              <a:avLst/>
            </a:prstGeom>
            <a:noFill/>
            <a:ln w="9525">
              <a:noFill/>
              <a:miter lim="800000"/>
              <a:headEnd/>
              <a:tailEnd/>
            </a:ln>
          </p:spPr>
        </p:pic>
      </p:grpSp>
      <p:sp>
        <p:nvSpPr>
          <p:cNvPr id="24602" name="TextBox 27"/>
          <p:cNvSpPr txBox="1">
            <a:spLocks noChangeArrowheads="1"/>
          </p:cNvSpPr>
          <p:nvPr/>
        </p:nvSpPr>
        <p:spPr bwMode="auto">
          <a:xfrm>
            <a:off x="3154363" y="3409950"/>
            <a:ext cx="925512" cy="400050"/>
          </a:xfrm>
          <a:prstGeom prst="rect">
            <a:avLst/>
          </a:prstGeom>
          <a:noFill/>
          <a:ln w="9525">
            <a:noFill/>
            <a:miter lim="800000"/>
            <a:headEnd/>
            <a:tailEnd/>
          </a:ln>
        </p:spPr>
        <p:txBody>
          <a:bodyPr wrap="none">
            <a:spAutoFit/>
          </a:bodyPr>
          <a:lstStyle/>
          <a:p>
            <a:pPr algn="ctr"/>
            <a:r>
              <a:rPr lang="en-US" sz="2000">
                <a:latin typeface="Calibri" pitchFamily="34" charset="0"/>
              </a:rPr>
              <a:t>python</a:t>
            </a:r>
          </a:p>
        </p:txBody>
      </p:sp>
      <p:sp>
        <p:nvSpPr>
          <p:cNvPr id="24603" name="TextBox 28"/>
          <p:cNvSpPr txBox="1">
            <a:spLocks noChangeArrowheads="1"/>
          </p:cNvSpPr>
          <p:nvPr/>
        </p:nvSpPr>
        <p:spPr bwMode="auto">
          <a:xfrm>
            <a:off x="5095875" y="1363663"/>
            <a:ext cx="611188" cy="400050"/>
          </a:xfrm>
          <a:prstGeom prst="rect">
            <a:avLst/>
          </a:prstGeom>
          <a:noFill/>
          <a:ln w="9525">
            <a:noFill/>
            <a:miter lim="800000"/>
            <a:headEnd/>
            <a:tailEnd/>
          </a:ln>
        </p:spPr>
        <p:txBody>
          <a:bodyPr wrap="none">
            <a:spAutoFit/>
          </a:bodyPr>
          <a:lstStyle/>
          <a:p>
            <a:pPr algn="ctr"/>
            <a:r>
              <a:rPr lang="en-US" sz="2000">
                <a:latin typeface="Calibri" pitchFamily="34" charset="0"/>
              </a:rPr>
              <a:t>cbw</a:t>
            </a:r>
          </a:p>
        </p:txBody>
      </p:sp>
      <p:sp>
        <p:nvSpPr>
          <p:cNvPr id="24604" name="TextBox 29"/>
          <p:cNvSpPr txBox="1">
            <a:spLocks noChangeArrowheads="1"/>
          </p:cNvSpPr>
          <p:nvPr/>
        </p:nvSpPr>
        <p:spPr bwMode="auto">
          <a:xfrm>
            <a:off x="4851400" y="4022725"/>
            <a:ext cx="1106488" cy="400050"/>
          </a:xfrm>
          <a:prstGeom prst="rect">
            <a:avLst/>
          </a:prstGeom>
          <a:noFill/>
          <a:ln w="9525">
            <a:noFill/>
            <a:miter lim="800000"/>
            <a:headEnd/>
            <a:tailEnd/>
          </a:ln>
        </p:spPr>
        <p:txBody>
          <a:bodyPr wrap="none">
            <a:spAutoFit/>
          </a:bodyPr>
          <a:lstStyle/>
          <a:p>
            <a:pPr algn="ctr"/>
            <a:r>
              <a:rPr lang="en-US" sz="2000">
                <a:latin typeface="Calibri" pitchFamily="34" charset="0"/>
              </a:rPr>
              <a:t>amislove</a:t>
            </a:r>
          </a:p>
        </p:txBody>
      </p:sp>
      <p:cxnSp>
        <p:nvCxnSpPr>
          <p:cNvPr id="25" name="Elbow Connector 24"/>
          <p:cNvCxnSpPr/>
          <p:nvPr/>
        </p:nvCxnSpPr>
        <p:spPr>
          <a:xfrm flipV="1">
            <a:off x="908050" y="1168400"/>
            <a:ext cx="752475" cy="2125663"/>
          </a:xfrm>
          <a:prstGeom prst="bentConnector3">
            <a:avLst/>
          </a:prstGeom>
          <a:ln w="57150">
            <a:solidFill>
              <a:schemeClr val="tx1">
                <a:lumMod val="50000"/>
                <a:lumOff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3" name="Elbow Connector 32"/>
          <p:cNvCxnSpPr/>
          <p:nvPr/>
        </p:nvCxnSpPr>
        <p:spPr>
          <a:xfrm flipV="1">
            <a:off x="908050" y="2463800"/>
            <a:ext cx="752475" cy="830263"/>
          </a:xfrm>
          <a:prstGeom prst="bentConnector3">
            <a:avLst>
              <a:gd name="adj1" fmla="val 50000"/>
            </a:avLst>
          </a:prstGeom>
          <a:ln w="57150">
            <a:solidFill>
              <a:schemeClr val="tx1">
                <a:lumMod val="50000"/>
                <a:lumOff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6" name="Elbow Connector 35"/>
          <p:cNvCxnSpPr/>
          <p:nvPr/>
        </p:nvCxnSpPr>
        <p:spPr>
          <a:xfrm>
            <a:off x="908050" y="3294063"/>
            <a:ext cx="752475" cy="463550"/>
          </a:xfrm>
          <a:prstGeom prst="bentConnector3">
            <a:avLst>
              <a:gd name="adj1" fmla="val 50000"/>
            </a:avLst>
          </a:prstGeom>
          <a:ln w="57150">
            <a:solidFill>
              <a:schemeClr val="tx1">
                <a:lumMod val="50000"/>
                <a:lumOff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9" name="Elbow Connector 38"/>
          <p:cNvCxnSpPr/>
          <p:nvPr/>
        </p:nvCxnSpPr>
        <p:spPr>
          <a:xfrm>
            <a:off x="908050" y="3294063"/>
            <a:ext cx="719138" cy="1792287"/>
          </a:xfrm>
          <a:prstGeom prst="bentConnector3">
            <a:avLst>
              <a:gd name="adj1" fmla="val 50000"/>
            </a:avLst>
          </a:prstGeom>
          <a:ln w="57150">
            <a:solidFill>
              <a:schemeClr val="tx1">
                <a:lumMod val="50000"/>
                <a:lumOff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2" name="Elbow Connector 41"/>
          <p:cNvCxnSpPr/>
          <p:nvPr/>
        </p:nvCxnSpPr>
        <p:spPr>
          <a:xfrm flipV="1">
            <a:off x="2290763" y="1160463"/>
            <a:ext cx="2795587" cy="7937"/>
          </a:xfrm>
          <a:prstGeom prst="bentConnector3">
            <a:avLst>
              <a:gd name="adj1" fmla="val 50000"/>
            </a:avLst>
          </a:prstGeom>
          <a:ln w="57150">
            <a:solidFill>
              <a:schemeClr val="tx1">
                <a:lumMod val="50000"/>
                <a:lumOff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5" name="Elbow Connector 44"/>
          <p:cNvCxnSpPr/>
          <p:nvPr/>
        </p:nvCxnSpPr>
        <p:spPr>
          <a:xfrm>
            <a:off x="2290763" y="1168400"/>
            <a:ext cx="2789237" cy="2643188"/>
          </a:xfrm>
          <a:prstGeom prst="bentConnector3">
            <a:avLst>
              <a:gd name="adj1" fmla="val 80833"/>
            </a:avLst>
          </a:prstGeom>
          <a:ln w="57150">
            <a:solidFill>
              <a:schemeClr val="tx1">
                <a:lumMod val="50000"/>
                <a:lumOff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50" name="Elbow Connector 49"/>
          <p:cNvCxnSpPr/>
          <p:nvPr/>
        </p:nvCxnSpPr>
        <p:spPr>
          <a:xfrm flipV="1">
            <a:off x="2290763" y="2332038"/>
            <a:ext cx="1003300" cy="131762"/>
          </a:xfrm>
          <a:prstGeom prst="bentConnector3">
            <a:avLst>
              <a:gd name="adj1" fmla="val 50000"/>
            </a:avLst>
          </a:prstGeom>
          <a:ln w="57150">
            <a:solidFill>
              <a:schemeClr val="tx1">
                <a:lumMod val="50000"/>
                <a:lumOff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53" name="Elbow Connector 52"/>
          <p:cNvCxnSpPr/>
          <p:nvPr/>
        </p:nvCxnSpPr>
        <p:spPr>
          <a:xfrm>
            <a:off x="2290763" y="2463800"/>
            <a:ext cx="1033462" cy="744538"/>
          </a:xfrm>
          <a:prstGeom prst="bentConnector3">
            <a:avLst>
              <a:gd name="adj1" fmla="val 48678"/>
            </a:avLst>
          </a:prstGeom>
          <a:ln w="57150">
            <a:solidFill>
              <a:schemeClr val="tx1">
                <a:lumMod val="50000"/>
                <a:lumOff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57" name="Elbow Connector 56"/>
          <p:cNvCxnSpPr/>
          <p:nvPr/>
        </p:nvCxnSpPr>
        <p:spPr>
          <a:xfrm>
            <a:off x="2290763" y="3757613"/>
            <a:ext cx="990600" cy="503237"/>
          </a:xfrm>
          <a:prstGeom prst="bentConnector3">
            <a:avLst>
              <a:gd name="adj1" fmla="val 50000"/>
            </a:avLst>
          </a:prstGeom>
          <a:ln w="57150">
            <a:solidFill>
              <a:schemeClr val="tx1">
                <a:lumMod val="50000"/>
                <a:lumOff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60" name="Elbow Connector 59"/>
          <p:cNvCxnSpPr/>
          <p:nvPr/>
        </p:nvCxnSpPr>
        <p:spPr>
          <a:xfrm>
            <a:off x="2290763" y="3757613"/>
            <a:ext cx="990600" cy="1365250"/>
          </a:xfrm>
          <a:prstGeom prst="bentConnector3">
            <a:avLst>
              <a:gd name="adj1" fmla="val 50000"/>
            </a:avLst>
          </a:prstGeom>
          <a:ln w="57150">
            <a:solidFill>
              <a:schemeClr val="tx1">
                <a:lumMod val="50000"/>
                <a:lumOff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63" name="Elbow Connector 62"/>
          <p:cNvCxnSpPr/>
          <p:nvPr/>
        </p:nvCxnSpPr>
        <p:spPr>
          <a:xfrm flipV="1">
            <a:off x="5716588" y="990600"/>
            <a:ext cx="1277937" cy="169863"/>
          </a:xfrm>
          <a:prstGeom prst="bentConnector3">
            <a:avLst>
              <a:gd name="adj1" fmla="val 48932"/>
            </a:avLst>
          </a:prstGeom>
          <a:ln w="57150">
            <a:solidFill>
              <a:schemeClr val="tx1">
                <a:lumMod val="50000"/>
                <a:lumOff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66" name="Elbow Connector 65"/>
          <p:cNvCxnSpPr/>
          <p:nvPr/>
        </p:nvCxnSpPr>
        <p:spPr>
          <a:xfrm>
            <a:off x="5716588" y="1160463"/>
            <a:ext cx="1222375" cy="889000"/>
          </a:xfrm>
          <a:prstGeom prst="bentConnector3">
            <a:avLst>
              <a:gd name="adj1" fmla="val 50000"/>
            </a:avLst>
          </a:prstGeom>
          <a:ln w="57150">
            <a:solidFill>
              <a:schemeClr val="tx1">
                <a:lumMod val="50000"/>
                <a:lumOff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69" name="Elbow Connector 68"/>
          <p:cNvCxnSpPr/>
          <p:nvPr/>
        </p:nvCxnSpPr>
        <p:spPr>
          <a:xfrm>
            <a:off x="5716588" y="1160463"/>
            <a:ext cx="1222375" cy="1798637"/>
          </a:xfrm>
          <a:prstGeom prst="bentConnector3">
            <a:avLst>
              <a:gd name="adj1" fmla="val 50000"/>
            </a:avLst>
          </a:prstGeom>
          <a:ln w="57150">
            <a:solidFill>
              <a:schemeClr val="tx1">
                <a:lumMod val="50000"/>
                <a:lumOff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4618" name="TextBox 77"/>
          <p:cNvSpPr txBox="1">
            <a:spLocks noChangeArrowheads="1"/>
          </p:cNvSpPr>
          <p:nvPr/>
        </p:nvSpPr>
        <p:spPr bwMode="auto">
          <a:xfrm>
            <a:off x="6818313" y="1204913"/>
            <a:ext cx="912812" cy="400050"/>
          </a:xfrm>
          <a:prstGeom prst="rect">
            <a:avLst/>
          </a:prstGeom>
          <a:noFill/>
          <a:ln w="9525">
            <a:noFill/>
            <a:miter lim="800000"/>
            <a:headEnd/>
            <a:tailEnd/>
          </a:ln>
        </p:spPr>
        <p:txBody>
          <a:bodyPr wrap="none">
            <a:spAutoFit/>
          </a:bodyPr>
          <a:lstStyle/>
          <a:p>
            <a:pPr algn="ctr"/>
            <a:r>
              <a:rPr lang="en-US" sz="2000">
                <a:latin typeface="Calibri" pitchFamily="34" charset="0"/>
              </a:rPr>
              <a:t>cs5600</a:t>
            </a:r>
          </a:p>
        </p:txBody>
      </p:sp>
      <p:cxnSp>
        <p:nvCxnSpPr>
          <p:cNvPr id="79" name="Elbow Connector 78"/>
          <p:cNvCxnSpPr/>
          <p:nvPr/>
        </p:nvCxnSpPr>
        <p:spPr>
          <a:xfrm>
            <a:off x="5710238" y="3811588"/>
            <a:ext cx="1263650" cy="196850"/>
          </a:xfrm>
          <a:prstGeom prst="bentConnector3">
            <a:avLst>
              <a:gd name="adj1" fmla="val 50000"/>
            </a:avLst>
          </a:prstGeom>
          <a:ln w="57150">
            <a:solidFill>
              <a:schemeClr val="tx1">
                <a:lumMod val="50000"/>
                <a:lumOff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82" name="Elbow Connector 81"/>
          <p:cNvCxnSpPr/>
          <p:nvPr/>
        </p:nvCxnSpPr>
        <p:spPr>
          <a:xfrm>
            <a:off x="5710238" y="3811588"/>
            <a:ext cx="1263650" cy="1120775"/>
          </a:xfrm>
          <a:prstGeom prst="bentConnector3">
            <a:avLst>
              <a:gd name="adj1" fmla="val 50000"/>
            </a:avLst>
          </a:prstGeom>
          <a:ln w="57150">
            <a:solidFill>
              <a:schemeClr val="tx1">
                <a:lumMod val="50000"/>
                <a:lumOff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86" name="Elbow Connector 85"/>
          <p:cNvCxnSpPr/>
          <p:nvPr/>
        </p:nvCxnSpPr>
        <p:spPr>
          <a:xfrm>
            <a:off x="7624763" y="990600"/>
            <a:ext cx="720725" cy="3175"/>
          </a:xfrm>
          <a:prstGeom prst="bentConnector3">
            <a:avLst>
              <a:gd name="adj1" fmla="val 50000"/>
            </a:avLst>
          </a:prstGeom>
          <a:ln w="57150">
            <a:solidFill>
              <a:schemeClr val="tx1">
                <a:lumMod val="50000"/>
                <a:lumOff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89" name="Elbow Connector 88"/>
          <p:cNvCxnSpPr/>
          <p:nvPr/>
        </p:nvCxnSpPr>
        <p:spPr>
          <a:xfrm flipV="1">
            <a:off x="908050" y="1168400"/>
            <a:ext cx="752475" cy="2125663"/>
          </a:xfrm>
          <a:prstGeom prst="bentConnector3">
            <a:avLst>
              <a:gd name="adj1" fmla="val 50000"/>
            </a:avLst>
          </a:prstGeom>
          <a:ln w="76200">
            <a:solidFill>
              <a:schemeClr val="accent2"/>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92" name="Elbow Connector 91"/>
          <p:cNvCxnSpPr/>
          <p:nvPr/>
        </p:nvCxnSpPr>
        <p:spPr>
          <a:xfrm>
            <a:off x="2290763" y="1168400"/>
            <a:ext cx="2789237" cy="2643188"/>
          </a:xfrm>
          <a:prstGeom prst="bentConnector3">
            <a:avLst>
              <a:gd name="adj1" fmla="val 81323"/>
            </a:avLst>
          </a:prstGeom>
          <a:ln w="76200">
            <a:solidFill>
              <a:schemeClr val="accent2"/>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96" name="Elbow Connector 95"/>
          <p:cNvCxnSpPr/>
          <p:nvPr/>
        </p:nvCxnSpPr>
        <p:spPr>
          <a:xfrm>
            <a:off x="5710238" y="3811588"/>
            <a:ext cx="1263650" cy="196850"/>
          </a:xfrm>
          <a:prstGeom prst="bentConnector3">
            <a:avLst>
              <a:gd name="adj1" fmla="val 50000"/>
            </a:avLst>
          </a:prstGeom>
          <a:ln w="76200">
            <a:solidFill>
              <a:schemeClr val="accent2"/>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94" name="Rectangle 93"/>
          <p:cNvSpPr/>
          <p:nvPr/>
        </p:nvSpPr>
        <p:spPr>
          <a:xfrm>
            <a:off x="123825" y="2959100"/>
            <a:ext cx="939800" cy="965200"/>
          </a:xfrm>
          <a:prstGeom prst="rect">
            <a:avLst/>
          </a:prstGeom>
          <a:noFill/>
          <a:ln w="381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00" name="Rectangle 99"/>
          <p:cNvSpPr/>
          <p:nvPr/>
        </p:nvSpPr>
        <p:spPr>
          <a:xfrm>
            <a:off x="1508125" y="798513"/>
            <a:ext cx="939800" cy="965200"/>
          </a:xfrm>
          <a:prstGeom prst="rect">
            <a:avLst/>
          </a:prstGeom>
          <a:noFill/>
          <a:ln w="381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01" name="Rectangle 100"/>
          <p:cNvSpPr/>
          <p:nvPr/>
        </p:nvSpPr>
        <p:spPr>
          <a:xfrm>
            <a:off x="4787900" y="3449638"/>
            <a:ext cx="1135063" cy="965200"/>
          </a:xfrm>
          <a:prstGeom prst="rect">
            <a:avLst/>
          </a:prstGeom>
          <a:noFill/>
          <a:ln w="381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02" name="Rectangle 101"/>
          <p:cNvSpPr/>
          <p:nvPr/>
        </p:nvSpPr>
        <p:spPr>
          <a:xfrm>
            <a:off x="6838950" y="3524250"/>
            <a:ext cx="939800" cy="965200"/>
          </a:xfrm>
          <a:prstGeom prst="rect">
            <a:avLst/>
          </a:prstGeom>
          <a:noFill/>
          <a:ln w="381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Tree>
    <p:extLst>
      <p:ext uri="{BB962C8B-B14F-4D97-AF65-F5344CB8AC3E}">
        <p14:creationId xmlns:p14="http://schemas.microsoft.com/office/powerpoint/2010/main" val="22244171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94"/>
                                        </p:tgtEl>
                                        <p:attrNameLst>
                                          <p:attrName>style.visibility</p:attrName>
                                        </p:attrNameLst>
                                      </p:cBhvr>
                                      <p:to>
                                        <p:strVal val="visible"/>
                                      </p:to>
                                    </p:set>
                                    <p:animEffect transition="in" filter="barn(inVertical)">
                                      <p:cBhvr>
                                        <p:cTn id="7" dur="500"/>
                                        <p:tgtEl>
                                          <p:spTgt spid="94"/>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89"/>
                                        </p:tgtEl>
                                        <p:attrNameLst>
                                          <p:attrName>style.visibility</p:attrName>
                                        </p:attrNameLst>
                                      </p:cBhvr>
                                      <p:to>
                                        <p:strVal val="visible"/>
                                      </p:to>
                                    </p:set>
                                    <p:animEffect transition="in" filter="wipe(left)">
                                      <p:cBhvr>
                                        <p:cTn id="11" dur="500"/>
                                        <p:tgtEl>
                                          <p:spTgt spid="89"/>
                                        </p:tgtEl>
                                      </p:cBhvr>
                                    </p:animEffect>
                                  </p:childTnLst>
                                </p:cTn>
                              </p:par>
                            </p:childTnLst>
                          </p:cTn>
                        </p:par>
                        <p:par>
                          <p:cTn id="12" fill="hold">
                            <p:stCondLst>
                              <p:cond delay="1000"/>
                            </p:stCondLst>
                            <p:childTnLst>
                              <p:par>
                                <p:cTn id="13" presetID="16" presetClass="entr" presetSubtype="21" fill="hold" grpId="0" nodeType="afterEffect">
                                  <p:stCondLst>
                                    <p:cond delay="0"/>
                                  </p:stCondLst>
                                  <p:childTnLst>
                                    <p:set>
                                      <p:cBhvr>
                                        <p:cTn id="14" dur="1" fill="hold">
                                          <p:stCondLst>
                                            <p:cond delay="0"/>
                                          </p:stCondLst>
                                        </p:cTn>
                                        <p:tgtEl>
                                          <p:spTgt spid="100"/>
                                        </p:tgtEl>
                                        <p:attrNameLst>
                                          <p:attrName>style.visibility</p:attrName>
                                        </p:attrNameLst>
                                      </p:cBhvr>
                                      <p:to>
                                        <p:strVal val="visible"/>
                                      </p:to>
                                    </p:set>
                                    <p:animEffect transition="in" filter="barn(inVertical)">
                                      <p:cBhvr>
                                        <p:cTn id="15" dur="500"/>
                                        <p:tgtEl>
                                          <p:spTgt spid="100"/>
                                        </p:tgtEl>
                                      </p:cBhvr>
                                    </p:animEffect>
                                  </p:childTnLst>
                                </p:cTn>
                              </p:par>
                            </p:childTnLst>
                          </p:cTn>
                        </p:par>
                        <p:par>
                          <p:cTn id="16" fill="hold">
                            <p:stCondLst>
                              <p:cond delay="1500"/>
                            </p:stCondLst>
                            <p:childTnLst>
                              <p:par>
                                <p:cTn id="17" presetID="22" presetClass="entr" presetSubtype="8" fill="hold" nodeType="afterEffect">
                                  <p:stCondLst>
                                    <p:cond delay="0"/>
                                  </p:stCondLst>
                                  <p:childTnLst>
                                    <p:set>
                                      <p:cBhvr>
                                        <p:cTn id="18" dur="1" fill="hold">
                                          <p:stCondLst>
                                            <p:cond delay="0"/>
                                          </p:stCondLst>
                                        </p:cTn>
                                        <p:tgtEl>
                                          <p:spTgt spid="92"/>
                                        </p:tgtEl>
                                        <p:attrNameLst>
                                          <p:attrName>style.visibility</p:attrName>
                                        </p:attrNameLst>
                                      </p:cBhvr>
                                      <p:to>
                                        <p:strVal val="visible"/>
                                      </p:to>
                                    </p:set>
                                    <p:animEffect transition="in" filter="wipe(left)">
                                      <p:cBhvr>
                                        <p:cTn id="19" dur="500"/>
                                        <p:tgtEl>
                                          <p:spTgt spid="92"/>
                                        </p:tgtEl>
                                      </p:cBhvr>
                                    </p:animEffect>
                                  </p:childTnLst>
                                </p:cTn>
                              </p:par>
                            </p:childTnLst>
                          </p:cTn>
                        </p:par>
                        <p:par>
                          <p:cTn id="20" fill="hold">
                            <p:stCondLst>
                              <p:cond delay="2000"/>
                            </p:stCondLst>
                            <p:childTnLst>
                              <p:par>
                                <p:cTn id="21" presetID="16" presetClass="entr" presetSubtype="21" fill="hold" grpId="0" nodeType="afterEffect">
                                  <p:stCondLst>
                                    <p:cond delay="0"/>
                                  </p:stCondLst>
                                  <p:childTnLst>
                                    <p:set>
                                      <p:cBhvr>
                                        <p:cTn id="22" dur="1" fill="hold">
                                          <p:stCondLst>
                                            <p:cond delay="0"/>
                                          </p:stCondLst>
                                        </p:cTn>
                                        <p:tgtEl>
                                          <p:spTgt spid="101"/>
                                        </p:tgtEl>
                                        <p:attrNameLst>
                                          <p:attrName>style.visibility</p:attrName>
                                        </p:attrNameLst>
                                      </p:cBhvr>
                                      <p:to>
                                        <p:strVal val="visible"/>
                                      </p:to>
                                    </p:set>
                                    <p:animEffect transition="in" filter="barn(inVertical)">
                                      <p:cBhvr>
                                        <p:cTn id="23" dur="500"/>
                                        <p:tgtEl>
                                          <p:spTgt spid="101"/>
                                        </p:tgtEl>
                                      </p:cBhvr>
                                    </p:animEffect>
                                  </p:childTnLst>
                                </p:cTn>
                              </p:par>
                            </p:childTnLst>
                          </p:cTn>
                        </p:par>
                        <p:par>
                          <p:cTn id="24" fill="hold">
                            <p:stCondLst>
                              <p:cond delay="2500"/>
                            </p:stCondLst>
                            <p:childTnLst>
                              <p:par>
                                <p:cTn id="25" presetID="22" presetClass="entr" presetSubtype="8" fill="hold" nodeType="afterEffect">
                                  <p:stCondLst>
                                    <p:cond delay="0"/>
                                  </p:stCondLst>
                                  <p:childTnLst>
                                    <p:set>
                                      <p:cBhvr>
                                        <p:cTn id="26" dur="1" fill="hold">
                                          <p:stCondLst>
                                            <p:cond delay="0"/>
                                          </p:stCondLst>
                                        </p:cTn>
                                        <p:tgtEl>
                                          <p:spTgt spid="96"/>
                                        </p:tgtEl>
                                        <p:attrNameLst>
                                          <p:attrName>style.visibility</p:attrName>
                                        </p:attrNameLst>
                                      </p:cBhvr>
                                      <p:to>
                                        <p:strVal val="visible"/>
                                      </p:to>
                                    </p:set>
                                    <p:animEffect transition="in" filter="wipe(left)">
                                      <p:cBhvr>
                                        <p:cTn id="27" dur="500"/>
                                        <p:tgtEl>
                                          <p:spTgt spid="96"/>
                                        </p:tgtEl>
                                      </p:cBhvr>
                                    </p:animEffect>
                                  </p:childTnLst>
                                </p:cTn>
                              </p:par>
                            </p:childTnLst>
                          </p:cTn>
                        </p:par>
                        <p:par>
                          <p:cTn id="28" fill="hold">
                            <p:stCondLst>
                              <p:cond delay="3000"/>
                            </p:stCondLst>
                            <p:childTnLst>
                              <p:par>
                                <p:cTn id="29" presetID="16" presetClass="entr" presetSubtype="21" fill="hold" grpId="0" nodeType="afterEffect">
                                  <p:stCondLst>
                                    <p:cond delay="0"/>
                                  </p:stCondLst>
                                  <p:childTnLst>
                                    <p:set>
                                      <p:cBhvr>
                                        <p:cTn id="30" dur="1" fill="hold">
                                          <p:stCondLst>
                                            <p:cond delay="0"/>
                                          </p:stCondLst>
                                        </p:cTn>
                                        <p:tgtEl>
                                          <p:spTgt spid="102"/>
                                        </p:tgtEl>
                                        <p:attrNameLst>
                                          <p:attrName>style.visibility</p:attrName>
                                        </p:attrNameLst>
                                      </p:cBhvr>
                                      <p:to>
                                        <p:strVal val="visible"/>
                                      </p:to>
                                    </p:set>
                                    <p:animEffect transition="in" filter="barn(inVertical)">
                                      <p:cBhvr>
                                        <p:cTn id="31" dur="500"/>
                                        <p:tgtEl>
                                          <p:spTgt spid="10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4" grpId="0" animBg="1"/>
      <p:bldP spid="100" grpId="0" animBg="1"/>
      <p:bldP spid="101" grpId="0" animBg="1"/>
      <p:bldP spid="102"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extBox 146"/>
          <p:cNvSpPr txBox="1">
            <a:spLocks noChangeArrowheads="1"/>
          </p:cNvSpPr>
          <p:nvPr/>
        </p:nvSpPr>
        <p:spPr bwMode="auto">
          <a:xfrm>
            <a:off x="4011613" y="3394075"/>
            <a:ext cx="152400" cy="400050"/>
          </a:xfrm>
          <a:prstGeom prst="rect">
            <a:avLst/>
          </a:prstGeom>
          <a:noFill/>
          <a:ln w="9525">
            <a:noFill/>
            <a:miter lim="800000"/>
            <a:headEnd/>
            <a:tailEnd/>
          </a:ln>
        </p:spPr>
        <p:txBody>
          <a:bodyPr>
            <a:spAutoFit/>
          </a:bodyPr>
          <a:lstStyle/>
          <a:p>
            <a:pPr algn="ctr"/>
            <a:r>
              <a:rPr lang="en-US" sz="2000" b="1">
                <a:latin typeface="Calibri" pitchFamily="34" charset="0"/>
              </a:rPr>
              <a:t>2</a:t>
            </a:r>
          </a:p>
        </p:txBody>
      </p:sp>
      <p:sp>
        <p:nvSpPr>
          <p:cNvPr id="36867" name="TextBox 147"/>
          <p:cNvSpPr txBox="1">
            <a:spLocks noChangeArrowheads="1"/>
          </p:cNvSpPr>
          <p:nvPr/>
        </p:nvSpPr>
        <p:spPr bwMode="auto">
          <a:xfrm>
            <a:off x="4624388" y="3394075"/>
            <a:ext cx="152400" cy="400050"/>
          </a:xfrm>
          <a:prstGeom prst="rect">
            <a:avLst/>
          </a:prstGeom>
          <a:noFill/>
          <a:ln w="9525">
            <a:noFill/>
            <a:miter lim="800000"/>
            <a:headEnd/>
            <a:tailEnd/>
          </a:ln>
        </p:spPr>
        <p:txBody>
          <a:bodyPr>
            <a:spAutoFit/>
          </a:bodyPr>
          <a:lstStyle/>
          <a:p>
            <a:pPr algn="ctr"/>
            <a:r>
              <a:rPr lang="en-US" sz="2000" b="1">
                <a:latin typeface="Calibri" pitchFamily="34" charset="0"/>
              </a:rPr>
              <a:t>3</a:t>
            </a:r>
          </a:p>
        </p:txBody>
      </p:sp>
      <p:sp>
        <p:nvSpPr>
          <p:cNvPr id="36868" name="TextBox 148"/>
          <p:cNvSpPr txBox="1">
            <a:spLocks noChangeArrowheads="1"/>
          </p:cNvSpPr>
          <p:nvPr/>
        </p:nvSpPr>
        <p:spPr bwMode="auto">
          <a:xfrm>
            <a:off x="5318125" y="3394075"/>
            <a:ext cx="152400" cy="400050"/>
          </a:xfrm>
          <a:prstGeom prst="rect">
            <a:avLst/>
          </a:prstGeom>
          <a:noFill/>
          <a:ln w="9525">
            <a:noFill/>
            <a:miter lim="800000"/>
            <a:headEnd/>
            <a:tailEnd/>
          </a:ln>
        </p:spPr>
        <p:txBody>
          <a:bodyPr>
            <a:spAutoFit/>
          </a:bodyPr>
          <a:lstStyle/>
          <a:p>
            <a:pPr algn="ctr"/>
            <a:r>
              <a:rPr lang="en-US" sz="2000" b="1">
                <a:latin typeface="Calibri" pitchFamily="34" charset="0"/>
              </a:rPr>
              <a:t>4</a:t>
            </a:r>
          </a:p>
        </p:txBody>
      </p:sp>
      <p:sp>
        <p:nvSpPr>
          <p:cNvPr id="36869" name="TextBox 149"/>
          <p:cNvSpPr txBox="1">
            <a:spLocks noChangeArrowheads="1"/>
          </p:cNvSpPr>
          <p:nvPr/>
        </p:nvSpPr>
        <p:spPr bwMode="auto">
          <a:xfrm>
            <a:off x="5929313" y="3394075"/>
            <a:ext cx="152400" cy="400050"/>
          </a:xfrm>
          <a:prstGeom prst="rect">
            <a:avLst/>
          </a:prstGeom>
          <a:noFill/>
          <a:ln w="9525">
            <a:noFill/>
            <a:miter lim="800000"/>
            <a:headEnd/>
            <a:tailEnd/>
          </a:ln>
        </p:spPr>
        <p:txBody>
          <a:bodyPr>
            <a:spAutoFit/>
          </a:bodyPr>
          <a:lstStyle/>
          <a:p>
            <a:pPr algn="ctr"/>
            <a:r>
              <a:rPr lang="en-US" sz="2000" b="1">
                <a:latin typeface="Calibri" pitchFamily="34" charset="0"/>
              </a:rPr>
              <a:t>5</a:t>
            </a:r>
          </a:p>
        </p:txBody>
      </p:sp>
      <p:sp>
        <p:nvSpPr>
          <p:cNvPr id="36870" name="TextBox 150"/>
          <p:cNvSpPr txBox="1">
            <a:spLocks noChangeArrowheads="1"/>
          </p:cNvSpPr>
          <p:nvPr/>
        </p:nvSpPr>
        <p:spPr bwMode="auto">
          <a:xfrm>
            <a:off x="6570663" y="3394075"/>
            <a:ext cx="152400" cy="400050"/>
          </a:xfrm>
          <a:prstGeom prst="rect">
            <a:avLst/>
          </a:prstGeom>
          <a:noFill/>
          <a:ln w="9525">
            <a:noFill/>
            <a:miter lim="800000"/>
            <a:headEnd/>
            <a:tailEnd/>
          </a:ln>
        </p:spPr>
        <p:txBody>
          <a:bodyPr>
            <a:spAutoFit/>
          </a:bodyPr>
          <a:lstStyle/>
          <a:p>
            <a:pPr algn="ctr"/>
            <a:r>
              <a:rPr lang="en-US" sz="2000" b="1">
                <a:latin typeface="Calibri" pitchFamily="34" charset="0"/>
              </a:rPr>
              <a:t>6</a:t>
            </a:r>
          </a:p>
        </p:txBody>
      </p:sp>
      <p:sp>
        <p:nvSpPr>
          <p:cNvPr id="36871" name="TextBox 151"/>
          <p:cNvSpPr txBox="1">
            <a:spLocks noChangeArrowheads="1"/>
          </p:cNvSpPr>
          <p:nvPr/>
        </p:nvSpPr>
        <p:spPr bwMode="auto">
          <a:xfrm>
            <a:off x="7218363" y="3394075"/>
            <a:ext cx="152400" cy="400050"/>
          </a:xfrm>
          <a:prstGeom prst="rect">
            <a:avLst/>
          </a:prstGeom>
          <a:noFill/>
          <a:ln w="9525">
            <a:noFill/>
            <a:miter lim="800000"/>
            <a:headEnd/>
            <a:tailEnd/>
          </a:ln>
        </p:spPr>
        <p:txBody>
          <a:bodyPr>
            <a:spAutoFit/>
          </a:bodyPr>
          <a:lstStyle/>
          <a:p>
            <a:pPr algn="ctr"/>
            <a:r>
              <a:rPr lang="en-US" sz="2000" b="1">
                <a:latin typeface="Calibri" pitchFamily="34" charset="0"/>
              </a:rPr>
              <a:t>7</a:t>
            </a:r>
          </a:p>
        </p:txBody>
      </p:sp>
      <p:sp>
        <p:nvSpPr>
          <p:cNvPr id="36872" name="TextBox 152"/>
          <p:cNvSpPr txBox="1">
            <a:spLocks noChangeArrowheads="1"/>
          </p:cNvSpPr>
          <p:nvPr/>
        </p:nvSpPr>
        <p:spPr bwMode="auto">
          <a:xfrm>
            <a:off x="7862888" y="3394075"/>
            <a:ext cx="152400" cy="400050"/>
          </a:xfrm>
          <a:prstGeom prst="rect">
            <a:avLst/>
          </a:prstGeom>
          <a:noFill/>
          <a:ln w="9525">
            <a:noFill/>
            <a:miter lim="800000"/>
            <a:headEnd/>
            <a:tailEnd/>
          </a:ln>
        </p:spPr>
        <p:txBody>
          <a:bodyPr>
            <a:spAutoFit/>
          </a:bodyPr>
          <a:lstStyle/>
          <a:p>
            <a:pPr algn="ctr"/>
            <a:r>
              <a:rPr lang="en-US" sz="2000" b="1">
                <a:latin typeface="Calibri" pitchFamily="34" charset="0"/>
              </a:rPr>
              <a:t>8</a:t>
            </a:r>
          </a:p>
        </p:txBody>
      </p:sp>
      <p:sp>
        <p:nvSpPr>
          <p:cNvPr id="36873" name="TextBox 153"/>
          <p:cNvSpPr txBox="1">
            <a:spLocks noChangeArrowheads="1"/>
          </p:cNvSpPr>
          <p:nvPr/>
        </p:nvSpPr>
        <p:spPr bwMode="auto">
          <a:xfrm>
            <a:off x="8513763" y="3394075"/>
            <a:ext cx="152400" cy="400050"/>
          </a:xfrm>
          <a:prstGeom prst="rect">
            <a:avLst/>
          </a:prstGeom>
          <a:noFill/>
          <a:ln w="9525">
            <a:noFill/>
            <a:miter lim="800000"/>
            <a:headEnd/>
            <a:tailEnd/>
          </a:ln>
        </p:spPr>
        <p:txBody>
          <a:bodyPr>
            <a:spAutoFit/>
          </a:bodyPr>
          <a:lstStyle/>
          <a:p>
            <a:pPr algn="ctr"/>
            <a:r>
              <a:rPr lang="en-US" sz="2000" b="1">
                <a:latin typeface="Calibri" pitchFamily="34" charset="0"/>
              </a:rPr>
              <a:t>9</a:t>
            </a:r>
          </a:p>
        </p:txBody>
      </p:sp>
      <p:sp>
        <p:nvSpPr>
          <p:cNvPr id="4" name="Slide Number Placeholder 3"/>
          <p:cNvSpPr>
            <a:spLocks noGrp="1"/>
          </p:cNvSpPr>
          <p:nvPr>
            <p:ph type="sldNum" sz="quarter" idx="12"/>
          </p:nvPr>
        </p:nvSpPr>
        <p:spPr/>
        <p:txBody>
          <a:bodyPr/>
          <a:lstStyle/>
          <a:p>
            <a:pPr>
              <a:defRPr/>
            </a:pPr>
            <a:fld id="{81B5C06E-A196-408F-9C8E-8AB177F56575}" type="slidenum">
              <a:rPr lang="en-US"/>
              <a:pPr>
                <a:defRPr/>
              </a:pPr>
              <a:t>22</a:t>
            </a:fld>
            <a:endParaRPr lang="en-US" dirty="0"/>
          </a:p>
        </p:txBody>
      </p:sp>
      <p:sp>
        <p:nvSpPr>
          <p:cNvPr id="5" name="Rectangle 4"/>
          <p:cNvSpPr/>
          <p:nvPr/>
        </p:nvSpPr>
        <p:spPr>
          <a:xfrm>
            <a:off x="898525" y="3736975"/>
            <a:ext cx="793750" cy="758825"/>
          </a:xfrm>
          <a:prstGeom prst="rect">
            <a:avLst/>
          </a:prstGeom>
          <a:solidFill>
            <a:schemeClr val="tx2">
              <a:lumMod val="75000"/>
            </a:schemeClr>
          </a:solid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dirty="0"/>
              <a:t>Super Block</a:t>
            </a:r>
          </a:p>
        </p:txBody>
      </p:sp>
      <p:sp>
        <p:nvSpPr>
          <p:cNvPr id="6" name="Rectangle 5"/>
          <p:cNvSpPr/>
          <p:nvPr/>
        </p:nvSpPr>
        <p:spPr>
          <a:xfrm>
            <a:off x="3752850" y="3736975"/>
            <a:ext cx="650875" cy="758825"/>
          </a:xfrm>
          <a:prstGeom prst="rect">
            <a:avLst/>
          </a:prstGeom>
          <a:solidFill>
            <a:schemeClr val="bg1">
              <a:lumMod val="85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36877" name="TextBox 12"/>
          <p:cNvSpPr txBox="1">
            <a:spLocks noChangeArrowheads="1"/>
          </p:cNvSpPr>
          <p:nvPr/>
        </p:nvSpPr>
        <p:spPr bwMode="auto">
          <a:xfrm>
            <a:off x="263525" y="3929063"/>
            <a:ext cx="635000" cy="400050"/>
          </a:xfrm>
          <a:prstGeom prst="rect">
            <a:avLst/>
          </a:prstGeom>
          <a:noFill/>
          <a:ln w="9525">
            <a:noFill/>
            <a:miter lim="800000"/>
            <a:headEnd/>
            <a:tailEnd/>
          </a:ln>
        </p:spPr>
        <p:txBody>
          <a:bodyPr wrap="none">
            <a:spAutoFit/>
          </a:bodyPr>
          <a:lstStyle/>
          <a:p>
            <a:pPr algn="ctr"/>
            <a:r>
              <a:rPr lang="en-US" sz="2000" b="1">
                <a:latin typeface="Calibri" pitchFamily="34" charset="0"/>
              </a:rPr>
              <a:t>Disk</a:t>
            </a:r>
          </a:p>
        </p:txBody>
      </p:sp>
      <p:sp>
        <p:nvSpPr>
          <p:cNvPr id="14" name="Rectangle 13"/>
          <p:cNvSpPr/>
          <p:nvPr/>
        </p:nvSpPr>
        <p:spPr>
          <a:xfrm>
            <a:off x="1720850" y="3736975"/>
            <a:ext cx="244475" cy="758825"/>
          </a:xfrm>
          <a:prstGeom prst="rect">
            <a:avLst/>
          </a:prstGeom>
          <a:solidFill>
            <a:schemeClr val="accent3">
              <a:lumMod val="40000"/>
              <a:lumOff val="60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7" name="Rectangle 16"/>
          <p:cNvSpPr/>
          <p:nvPr/>
        </p:nvSpPr>
        <p:spPr>
          <a:xfrm>
            <a:off x="1974850" y="3736975"/>
            <a:ext cx="244475" cy="758825"/>
          </a:xfrm>
          <a:prstGeom prst="rect">
            <a:avLst/>
          </a:prstGeom>
          <a:solidFill>
            <a:schemeClr val="accent3">
              <a:lumMod val="40000"/>
              <a:lumOff val="60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8" name="Rectangle 17"/>
          <p:cNvSpPr/>
          <p:nvPr/>
        </p:nvSpPr>
        <p:spPr>
          <a:xfrm>
            <a:off x="2222500" y="3736975"/>
            <a:ext cx="244475" cy="758825"/>
          </a:xfrm>
          <a:prstGeom prst="rect">
            <a:avLst/>
          </a:prstGeom>
          <a:solidFill>
            <a:schemeClr val="accent3">
              <a:lumMod val="40000"/>
              <a:lumOff val="60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9" name="Rectangle 18"/>
          <p:cNvSpPr/>
          <p:nvPr/>
        </p:nvSpPr>
        <p:spPr>
          <a:xfrm>
            <a:off x="2476500" y="3736975"/>
            <a:ext cx="244475" cy="758825"/>
          </a:xfrm>
          <a:prstGeom prst="rect">
            <a:avLst/>
          </a:prstGeom>
          <a:solidFill>
            <a:schemeClr val="accent3">
              <a:lumMod val="40000"/>
              <a:lumOff val="60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20" name="Rectangle 19"/>
          <p:cNvSpPr/>
          <p:nvPr/>
        </p:nvSpPr>
        <p:spPr>
          <a:xfrm>
            <a:off x="2732088" y="3736975"/>
            <a:ext cx="244475" cy="758825"/>
          </a:xfrm>
          <a:prstGeom prst="rect">
            <a:avLst/>
          </a:prstGeom>
          <a:solidFill>
            <a:schemeClr val="accent3">
              <a:lumMod val="40000"/>
              <a:lumOff val="60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21" name="Rectangle 20"/>
          <p:cNvSpPr/>
          <p:nvPr/>
        </p:nvSpPr>
        <p:spPr>
          <a:xfrm>
            <a:off x="2986088" y="3736975"/>
            <a:ext cx="244475" cy="758825"/>
          </a:xfrm>
          <a:prstGeom prst="rect">
            <a:avLst/>
          </a:prstGeom>
          <a:solidFill>
            <a:schemeClr val="accent3">
              <a:lumMod val="40000"/>
              <a:lumOff val="60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22" name="Rectangle 21"/>
          <p:cNvSpPr/>
          <p:nvPr/>
        </p:nvSpPr>
        <p:spPr>
          <a:xfrm>
            <a:off x="3233738" y="3736975"/>
            <a:ext cx="244475" cy="758825"/>
          </a:xfrm>
          <a:prstGeom prst="rect">
            <a:avLst/>
          </a:prstGeom>
          <a:solidFill>
            <a:schemeClr val="accent3">
              <a:lumMod val="40000"/>
              <a:lumOff val="60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23" name="Rectangle 22"/>
          <p:cNvSpPr/>
          <p:nvPr/>
        </p:nvSpPr>
        <p:spPr>
          <a:xfrm>
            <a:off x="3487738" y="3736975"/>
            <a:ext cx="244475" cy="758825"/>
          </a:xfrm>
          <a:prstGeom prst="rect">
            <a:avLst/>
          </a:prstGeom>
          <a:solidFill>
            <a:schemeClr val="accent3">
              <a:lumMod val="40000"/>
              <a:lumOff val="60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24" name="Rectangle 23"/>
          <p:cNvSpPr/>
          <p:nvPr/>
        </p:nvSpPr>
        <p:spPr>
          <a:xfrm>
            <a:off x="4403725" y="3736975"/>
            <a:ext cx="649288" cy="758825"/>
          </a:xfrm>
          <a:prstGeom prst="rect">
            <a:avLst/>
          </a:prstGeom>
          <a:solidFill>
            <a:schemeClr val="bg1">
              <a:lumMod val="85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25" name="Rectangle 24"/>
          <p:cNvSpPr/>
          <p:nvPr/>
        </p:nvSpPr>
        <p:spPr>
          <a:xfrm>
            <a:off x="5032375" y="3736975"/>
            <a:ext cx="650875" cy="758825"/>
          </a:xfrm>
          <a:prstGeom prst="rect">
            <a:avLst/>
          </a:prstGeom>
          <a:solidFill>
            <a:schemeClr val="bg1">
              <a:lumMod val="85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26" name="Rectangle 25"/>
          <p:cNvSpPr/>
          <p:nvPr/>
        </p:nvSpPr>
        <p:spPr>
          <a:xfrm>
            <a:off x="5683250" y="3736975"/>
            <a:ext cx="650875" cy="758825"/>
          </a:xfrm>
          <a:prstGeom prst="rect">
            <a:avLst/>
          </a:prstGeom>
          <a:solidFill>
            <a:schemeClr val="bg1">
              <a:lumMod val="85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27" name="Rectangle 26"/>
          <p:cNvSpPr/>
          <p:nvPr/>
        </p:nvSpPr>
        <p:spPr>
          <a:xfrm>
            <a:off x="6334125" y="3736975"/>
            <a:ext cx="650875" cy="758825"/>
          </a:xfrm>
          <a:prstGeom prst="rect">
            <a:avLst/>
          </a:prstGeom>
          <a:solidFill>
            <a:schemeClr val="bg1">
              <a:lumMod val="85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28" name="Rectangle 27"/>
          <p:cNvSpPr/>
          <p:nvPr/>
        </p:nvSpPr>
        <p:spPr>
          <a:xfrm>
            <a:off x="6985000" y="3736975"/>
            <a:ext cx="650875" cy="758825"/>
          </a:xfrm>
          <a:prstGeom prst="rect">
            <a:avLst/>
          </a:prstGeom>
          <a:solidFill>
            <a:schemeClr val="bg1">
              <a:lumMod val="85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29" name="Rectangle 28"/>
          <p:cNvSpPr/>
          <p:nvPr/>
        </p:nvSpPr>
        <p:spPr>
          <a:xfrm>
            <a:off x="7615238" y="3736975"/>
            <a:ext cx="649287" cy="758825"/>
          </a:xfrm>
          <a:prstGeom prst="rect">
            <a:avLst/>
          </a:prstGeom>
          <a:solidFill>
            <a:schemeClr val="bg1">
              <a:lumMod val="85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30" name="Rectangle 29"/>
          <p:cNvSpPr/>
          <p:nvPr/>
        </p:nvSpPr>
        <p:spPr>
          <a:xfrm>
            <a:off x="8264525" y="3736975"/>
            <a:ext cx="650875" cy="758825"/>
          </a:xfrm>
          <a:prstGeom prst="rect">
            <a:avLst/>
          </a:prstGeom>
          <a:solidFill>
            <a:schemeClr val="bg1">
              <a:lumMod val="85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pic>
        <p:nvPicPr>
          <p:cNvPr id="36893" name="Picture 2" descr="D:\Pictures\soft-scraps icons\Folder-01.png"/>
          <p:cNvPicPr>
            <a:picLocks noChangeAspect="1" noChangeArrowheads="1"/>
          </p:cNvPicPr>
          <p:nvPr/>
        </p:nvPicPr>
        <p:blipFill>
          <a:blip r:embed="rId2"/>
          <a:srcRect/>
          <a:stretch>
            <a:fillRect/>
          </a:stretch>
        </p:blipFill>
        <p:spPr bwMode="auto">
          <a:xfrm>
            <a:off x="112713" y="790575"/>
            <a:ext cx="630237" cy="630238"/>
          </a:xfrm>
          <a:prstGeom prst="rect">
            <a:avLst/>
          </a:prstGeom>
          <a:noFill/>
          <a:ln w="9525">
            <a:noFill/>
            <a:miter lim="800000"/>
            <a:headEnd/>
            <a:tailEnd/>
          </a:ln>
        </p:spPr>
      </p:pic>
      <p:pic>
        <p:nvPicPr>
          <p:cNvPr id="37" name="Picture 3" descr="D:\Pictures\soft-scraps icons\Document Text-01.png"/>
          <p:cNvPicPr>
            <a:picLocks noChangeAspect="1" noChangeArrowheads="1"/>
          </p:cNvPicPr>
          <p:nvPr/>
        </p:nvPicPr>
        <p:blipFill>
          <a:blip r:embed="rId3"/>
          <a:srcRect/>
          <a:stretch>
            <a:fillRect/>
          </a:stretch>
        </p:blipFill>
        <p:spPr bwMode="auto">
          <a:xfrm>
            <a:off x="1462088" y="2289175"/>
            <a:ext cx="698500" cy="698500"/>
          </a:xfrm>
          <a:prstGeom prst="rect">
            <a:avLst/>
          </a:prstGeom>
          <a:noFill/>
          <a:ln w="9525">
            <a:noFill/>
            <a:miter lim="800000"/>
            <a:headEnd/>
            <a:tailEnd/>
          </a:ln>
        </p:spPr>
      </p:pic>
      <p:sp>
        <p:nvSpPr>
          <p:cNvPr id="36895" name="TextBox 39"/>
          <p:cNvSpPr txBox="1">
            <a:spLocks noChangeArrowheads="1"/>
          </p:cNvSpPr>
          <p:nvPr/>
        </p:nvSpPr>
        <p:spPr bwMode="auto">
          <a:xfrm>
            <a:off x="184150" y="1335088"/>
            <a:ext cx="488950" cy="400050"/>
          </a:xfrm>
          <a:prstGeom prst="rect">
            <a:avLst/>
          </a:prstGeom>
          <a:noFill/>
          <a:ln w="9525">
            <a:noFill/>
            <a:miter lim="800000"/>
            <a:headEnd/>
            <a:tailEnd/>
          </a:ln>
        </p:spPr>
        <p:txBody>
          <a:bodyPr wrap="none">
            <a:spAutoFit/>
          </a:bodyPr>
          <a:lstStyle/>
          <a:p>
            <a:pPr algn="ctr"/>
            <a:r>
              <a:rPr lang="en-US" sz="2000">
                <a:latin typeface="Calibri" pitchFamily="34" charset="0"/>
              </a:rPr>
              <a:t>C:\</a:t>
            </a:r>
          </a:p>
        </p:txBody>
      </p:sp>
      <p:grpSp>
        <p:nvGrpSpPr>
          <p:cNvPr id="2" name="Group 6"/>
          <p:cNvGrpSpPr>
            <a:grpSpLocks/>
          </p:cNvGrpSpPr>
          <p:nvPr/>
        </p:nvGrpSpPr>
        <p:grpSpPr bwMode="auto">
          <a:xfrm>
            <a:off x="1233488" y="211138"/>
            <a:ext cx="1155700" cy="928687"/>
            <a:chOff x="1233048" y="211058"/>
            <a:chExt cx="1156022" cy="928672"/>
          </a:xfrm>
        </p:grpSpPr>
        <p:pic>
          <p:nvPicPr>
            <p:cNvPr id="36991" name="Picture 2" descr="D:\Pictures\soft-scraps icons\Folder-01.png"/>
            <p:cNvPicPr>
              <a:picLocks noChangeAspect="1" noChangeArrowheads="1"/>
            </p:cNvPicPr>
            <p:nvPr/>
          </p:nvPicPr>
          <p:blipFill>
            <a:blip r:embed="rId2"/>
            <a:srcRect/>
            <a:stretch>
              <a:fillRect/>
            </a:stretch>
          </p:blipFill>
          <p:spPr bwMode="auto">
            <a:xfrm>
              <a:off x="1496072" y="211058"/>
              <a:ext cx="629977" cy="629977"/>
            </a:xfrm>
            <a:prstGeom prst="rect">
              <a:avLst/>
            </a:prstGeom>
            <a:noFill/>
            <a:ln w="9525">
              <a:noFill/>
              <a:miter lim="800000"/>
              <a:headEnd/>
              <a:tailEnd/>
            </a:ln>
          </p:spPr>
        </p:pic>
        <p:sp>
          <p:nvSpPr>
            <p:cNvPr id="36992" name="TextBox 40"/>
            <p:cNvSpPr txBox="1">
              <a:spLocks noChangeArrowheads="1"/>
            </p:cNvSpPr>
            <p:nvPr/>
          </p:nvSpPr>
          <p:spPr bwMode="auto">
            <a:xfrm>
              <a:off x="1233048" y="739620"/>
              <a:ext cx="1156022" cy="400110"/>
            </a:xfrm>
            <a:prstGeom prst="rect">
              <a:avLst/>
            </a:prstGeom>
            <a:noFill/>
            <a:ln w="9525">
              <a:noFill/>
              <a:miter lim="800000"/>
              <a:headEnd/>
              <a:tailEnd/>
            </a:ln>
          </p:spPr>
          <p:txBody>
            <a:bodyPr wrap="none">
              <a:spAutoFit/>
            </a:bodyPr>
            <a:lstStyle/>
            <a:p>
              <a:pPr algn="ctr"/>
              <a:r>
                <a:rPr lang="en-US" sz="2000">
                  <a:latin typeface="Calibri" pitchFamily="34" charset="0"/>
                </a:rPr>
                <a:t>Windows</a:t>
              </a:r>
            </a:p>
          </p:txBody>
        </p:sp>
      </p:grpSp>
      <p:grpSp>
        <p:nvGrpSpPr>
          <p:cNvPr id="3" name="Group 7"/>
          <p:cNvGrpSpPr>
            <a:grpSpLocks/>
          </p:cNvGrpSpPr>
          <p:nvPr/>
        </p:nvGrpSpPr>
        <p:grpSpPr bwMode="auto">
          <a:xfrm>
            <a:off x="1430338" y="1254125"/>
            <a:ext cx="765175" cy="971550"/>
            <a:chOff x="1429759" y="1253550"/>
            <a:chExt cx="765402" cy="971717"/>
          </a:xfrm>
        </p:grpSpPr>
        <p:pic>
          <p:nvPicPr>
            <p:cNvPr id="36989" name="Picture 2" descr="D:\Pictures\soft-scraps icons\Folder-01.png"/>
            <p:cNvPicPr>
              <a:picLocks noChangeAspect="1" noChangeArrowheads="1"/>
            </p:cNvPicPr>
            <p:nvPr/>
          </p:nvPicPr>
          <p:blipFill>
            <a:blip r:embed="rId2"/>
            <a:srcRect/>
            <a:stretch>
              <a:fillRect/>
            </a:stretch>
          </p:blipFill>
          <p:spPr bwMode="auto">
            <a:xfrm>
              <a:off x="1496072" y="1253550"/>
              <a:ext cx="629977" cy="629977"/>
            </a:xfrm>
            <a:prstGeom prst="rect">
              <a:avLst/>
            </a:prstGeom>
            <a:noFill/>
            <a:ln w="9525">
              <a:noFill/>
              <a:miter lim="800000"/>
              <a:headEnd/>
              <a:tailEnd/>
            </a:ln>
          </p:spPr>
        </p:pic>
        <p:sp>
          <p:nvSpPr>
            <p:cNvPr id="36990" name="TextBox 41"/>
            <p:cNvSpPr txBox="1">
              <a:spLocks noChangeArrowheads="1"/>
            </p:cNvSpPr>
            <p:nvPr/>
          </p:nvSpPr>
          <p:spPr bwMode="auto">
            <a:xfrm>
              <a:off x="1429759" y="1825157"/>
              <a:ext cx="765402" cy="400110"/>
            </a:xfrm>
            <a:prstGeom prst="rect">
              <a:avLst/>
            </a:prstGeom>
            <a:noFill/>
            <a:ln w="9525">
              <a:noFill/>
              <a:miter lim="800000"/>
              <a:headEnd/>
              <a:tailEnd/>
            </a:ln>
          </p:spPr>
          <p:txBody>
            <a:bodyPr wrap="none">
              <a:spAutoFit/>
            </a:bodyPr>
            <a:lstStyle/>
            <a:p>
              <a:pPr algn="ctr"/>
              <a:r>
                <a:rPr lang="en-US" sz="2000">
                  <a:latin typeface="Calibri" pitchFamily="34" charset="0"/>
                </a:rPr>
                <a:t>Users</a:t>
              </a:r>
            </a:p>
          </p:txBody>
        </p:sp>
      </p:grpSp>
      <p:grpSp>
        <p:nvGrpSpPr>
          <p:cNvPr id="7" name="Group 42"/>
          <p:cNvGrpSpPr>
            <a:grpSpLocks/>
          </p:cNvGrpSpPr>
          <p:nvPr/>
        </p:nvGrpSpPr>
        <p:grpSpPr bwMode="auto">
          <a:xfrm>
            <a:off x="2843213" y="184150"/>
            <a:ext cx="688975" cy="688975"/>
            <a:chOff x="6581088" y="526057"/>
            <a:chExt cx="3251200" cy="3251201"/>
          </a:xfrm>
        </p:grpSpPr>
        <p:pic>
          <p:nvPicPr>
            <p:cNvPr id="36987" name="Picture 5" descr="D:\Pictures\soft-scraps icons\Document Blank-01.png"/>
            <p:cNvPicPr>
              <a:picLocks noChangeAspect="1" noChangeArrowheads="1"/>
            </p:cNvPicPr>
            <p:nvPr/>
          </p:nvPicPr>
          <p:blipFill>
            <a:blip r:embed="rId4"/>
            <a:srcRect/>
            <a:stretch>
              <a:fillRect/>
            </a:stretch>
          </p:blipFill>
          <p:spPr bwMode="auto">
            <a:xfrm>
              <a:off x="6581088" y="526057"/>
              <a:ext cx="3251200" cy="3251201"/>
            </a:xfrm>
            <a:prstGeom prst="rect">
              <a:avLst/>
            </a:prstGeom>
            <a:noFill/>
            <a:ln w="9525">
              <a:noFill/>
              <a:miter lim="800000"/>
              <a:headEnd/>
              <a:tailEnd/>
            </a:ln>
          </p:spPr>
        </p:pic>
        <p:pic>
          <p:nvPicPr>
            <p:cNvPr id="36988" name="Picture 4" descr="D:\Pictures\soft-scraps icons\Gear-01.png"/>
            <p:cNvPicPr>
              <a:picLocks noChangeAspect="1" noChangeArrowheads="1"/>
            </p:cNvPicPr>
            <p:nvPr/>
          </p:nvPicPr>
          <p:blipFill>
            <a:blip r:embed="rId5"/>
            <a:srcRect/>
            <a:stretch>
              <a:fillRect/>
            </a:stretch>
          </p:blipFill>
          <p:spPr bwMode="auto">
            <a:xfrm>
              <a:off x="7135491" y="1100287"/>
              <a:ext cx="2142393" cy="2142393"/>
            </a:xfrm>
            <a:prstGeom prst="rect">
              <a:avLst/>
            </a:prstGeom>
            <a:noFill/>
            <a:ln w="9525">
              <a:noFill/>
              <a:miter lim="800000"/>
              <a:headEnd/>
              <a:tailEnd/>
            </a:ln>
          </p:spPr>
        </p:pic>
      </p:grpSp>
      <p:cxnSp>
        <p:nvCxnSpPr>
          <p:cNvPr id="46" name="Elbow Connector 45"/>
          <p:cNvCxnSpPr>
            <a:stCxn id="35" idx="3"/>
            <a:endCxn id="38" idx="1"/>
          </p:cNvCxnSpPr>
          <p:nvPr/>
        </p:nvCxnSpPr>
        <p:spPr>
          <a:xfrm flipV="1">
            <a:off x="742950" y="525463"/>
            <a:ext cx="752475" cy="579437"/>
          </a:xfrm>
          <a:prstGeom prst="bentConnector3">
            <a:avLst>
              <a:gd name="adj1" fmla="val 50000"/>
            </a:avLst>
          </a:prstGeom>
          <a:ln w="57150">
            <a:solidFill>
              <a:schemeClr val="tx1">
                <a:lumMod val="50000"/>
                <a:lumOff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7" name="Elbow Connector 46"/>
          <p:cNvCxnSpPr>
            <a:stCxn id="35" idx="3"/>
            <a:endCxn id="39" idx="1"/>
          </p:cNvCxnSpPr>
          <p:nvPr/>
        </p:nvCxnSpPr>
        <p:spPr>
          <a:xfrm>
            <a:off x="742950" y="1104900"/>
            <a:ext cx="752475" cy="463550"/>
          </a:xfrm>
          <a:prstGeom prst="bentConnector3">
            <a:avLst>
              <a:gd name="adj1" fmla="val 50000"/>
            </a:avLst>
          </a:prstGeom>
          <a:ln w="57150">
            <a:solidFill>
              <a:schemeClr val="tx1">
                <a:lumMod val="50000"/>
                <a:lumOff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8" name="Elbow Connector 47"/>
          <p:cNvCxnSpPr>
            <a:stCxn id="35" idx="3"/>
            <a:endCxn id="37" idx="1"/>
          </p:cNvCxnSpPr>
          <p:nvPr/>
        </p:nvCxnSpPr>
        <p:spPr>
          <a:xfrm>
            <a:off x="742950" y="1104900"/>
            <a:ext cx="719138" cy="1533525"/>
          </a:xfrm>
          <a:prstGeom prst="bentConnector3">
            <a:avLst>
              <a:gd name="adj1" fmla="val 50000"/>
            </a:avLst>
          </a:prstGeom>
          <a:ln w="57150">
            <a:solidFill>
              <a:schemeClr val="tx1">
                <a:lumMod val="50000"/>
                <a:lumOff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9" name="Elbow Connector 48"/>
          <p:cNvCxnSpPr>
            <a:stCxn id="38" idx="3"/>
            <a:endCxn id="44" idx="1"/>
          </p:cNvCxnSpPr>
          <p:nvPr/>
        </p:nvCxnSpPr>
        <p:spPr>
          <a:xfrm>
            <a:off x="2125663" y="525463"/>
            <a:ext cx="717550" cy="3175"/>
          </a:xfrm>
          <a:prstGeom prst="bentConnector3">
            <a:avLst>
              <a:gd name="adj1" fmla="val 50000"/>
            </a:avLst>
          </a:prstGeom>
          <a:ln w="57150">
            <a:solidFill>
              <a:schemeClr val="tx1">
                <a:lumMod val="50000"/>
                <a:lumOff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54" name="Rectangle 53"/>
          <p:cNvSpPr/>
          <p:nvPr/>
        </p:nvSpPr>
        <p:spPr>
          <a:xfrm>
            <a:off x="2728913" y="3735388"/>
            <a:ext cx="246062" cy="760412"/>
          </a:xfrm>
          <a:prstGeom prst="rect">
            <a:avLst/>
          </a:prstGeom>
          <a:solidFill>
            <a:schemeClr val="accent3"/>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55" name="Rectangle 54"/>
          <p:cNvSpPr/>
          <p:nvPr/>
        </p:nvSpPr>
        <p:spPr>
          <a:xfrm>
            <a:off x="2982913" y="3736975"/>
            <a:ext cx="244475" cy="758825"/>
          </a:xfrm>
          <a:prstGeom prst="rect">
            <a:avLst/>
          </a:prstGeom>
          <a:solidFill>
            <a:schemeClr val="accent3"/>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36905" name="TextBox 10"/>
          <p:cNvSpPr txBox="1">
            <a:spLocks noChangeArrowheads="1"/>
          </p:cNvSpPr>
          <p:nvPr/>
        </p:nvSpPr>
        <p:spPr bwMode="auto">
          <a:xfrm>
            <a:off x="1765300" y="3384550"/>
            <a:ext cx="153988" cy="400050"/>
          </a:xfrm>
          <a:prstGeom prst="rect">
            <a:avLst/>
          </a:prstGeom>
          <a:noFill/>
          <a:ln w="9525">
            <a:noFill/>
            <a:miter lim="800000"/>
            <a:headEnd/>
            <a:tailEnd/>
          </a:ln>
        </p:spPr>
        <p:txBody>
          <a:bodyPr>
            <a:spAutoFit/>
          </a:bodyPr>
          <a:lstStyle/>
          <a:p>
            <a:pPr algn="ctr"/>
            <a:r>
              <a:rPr lang="en-US" sz="2000" b="1">
                <a:latin typeface="Calibri" pitchFamily="34" charset="0"/>
              </a:rPr>
              <a:t>2</a:t>
            </a:r>
          </a:p>
        </p:txBody>
      </p:sp>
      <p:sp>
        <p:nvSpPr>
          <p:cNvPr id="36906" name="TextBox 55"/>
          <p:cNvSpPr txBox="1">
            <a:spLocks noChangeArrowheads="1"/>
          </p:cNvSpPr>
          <p:nvPr/>
        </p:nvSpPr>
        <p:spPr bwMode="auto">
          <a:xfrm>
            <a:off x="2020888" y="3384550"/>
            <a:ext cx="152400" cy="400050"/>
          </a:xfrm>
          <a:prstGeom prst="rect">
            <a:avLst/>
          </a:prstGeom>
          <a:noFill/>
          <a:ln w="9525">
            <a:noFill/>
            <a:miter lim="800000"/>
            <a:headEnd/>
            <a:tailEnd/>
          </a:ln>
        </p:spPr>
        <p:txBody>
          <a:bodyPr>
            <a:spAutoFit/>
          </a:bodyPr>
          <a:lstStyle/>
          <a:p>
            <a:pPr algn="ctr"/>
            <a:r>
              <a:rPr lang="en-US" sz="2000" b="1">
                <a:latin typeface="Calibri" pitchFamily="34" charset="0"/>
              </a:rPr>
              <a:t>3</a:t>
            </a:r>
          </a:p>
        </p:txBody>
      </p:sp>
      <p:sp>
        <p:nvSpPr>
          <p:cNvPr id="36907" name="TextBox 56"/>
          <p:cNvSpPr txBox="1">
            <a:spLocks noChangeArrowheads="1"/>
          </p:cNvSpPr>
          <p:nvPr/>
        </p:nvSpPr>
        <p:spPr bwMode="auto">
          <a:xfrm>
            <a:off x="2255838" y="3384550"/>
            <a:ext cx="153987" cy="400050"/>
          </a:xfrm>
          <a:prstGeom prst="rect">
            <a:avLst/>
          </a:prstGeom>
          <a:noFill/>
          <a:ln w="9525">
            <a:noFill/>
            <a:miter lim="800000"/>
            <a:headEnd/>
            <a:tailEnd/>
          </a:ln>
        </p:spPr>
        <p:txBody>
          <a:bodyPr>
            <a:spAutoFit/>
          </a:bodyPr>
          <a:lstStyle/>
          <a:p>
            <a:pPr algn="ctr"/>
            <a:r>
              <a:rPr lang="en-US" sz="2000" b="1">
                <a:latin typeface="Calibri" pitchFamily="34" charset="0"/>
              </a:rPr>
              <a:t>4</a:t>
            </a:r>
          </a:p>
        </p:txBody>
      </p:sp>
      <p:sp>
        <p:nvSpPr>
          <p:cNvPr id="36908" name="TextBox 57"/>
          <p:cNvSpPr txBox="1">
            <a:spLocks noChangeArrowheads="1"/>
          </p:cNvSpPr>
          <p:nvPr/>
        </p:nvSpPr>
        <p:spPr bwMode="auto">
          <a:xfrm>
            <a:off x="2509838" y="3384550"/>
            <a:ext cx="153987" cy="400050"/>
          </a:xfrm>
          <a:prstGeom prst="rect">
            <a:avLst/>
          </a:prstGeom>
          <a:noFill/>
          <a:ln w="9525">
            <a:noFill/>
            <a:miter lim="800000"/>
            <a:headEnd/>
            <a:tailEnd/>
          </a:ln>
        </p:spPr>
        <p:txBody>
          <a:bodyPr>
            <a:spAutoFit/>
          </a:bodyPr>
          <a:lstStyle/>
          <a:p>
            <a:pPr algn="ctr"/>
            <a:r>
              <a:rPr lang="en-US" sz="2000" b="1">
                <a:latin typeface="Calibri" pitchFamily="34" charset="0"/>
              </a:rPr>
              <a:t>5</a:t>
            </a:r>
          </a:p>
        </p:txBody>
      </p:sp>
      <p:sp>
        <p:nvSpPr>
          <p:cNvPr id="36909" name="TextBox 58"/>
          <p:cNvSpPr txBox="1">
            <a:spLocks noChangeArrowheads="1"/>
          </p:cNvSpPr>
          <p:nvPr/>
        </p:nvSpPr>
        <p:spPr bwMode="auto">
          <a:xfrm>
            <a:off x="2790825" y="3384550"/>
            <a:ext cx="152400" cy="400050"/>
          </a:xfrm>
          <a:prstGeom prst="rect">
            <a:avLst/>
          </a:prstGeom>
          <a:noFill/>
          <a:ln w="9525">
            <a:noFill/>
            <a:miter lim="800000"/>
            <a:headEnd/>
            <a:tailEnd/>
          </a:ln>
        </p:spPr>
        <p:txBody>
          <a:bodyPr>
            <a:spAutoFit/>
          </a:bodyPr>
          <a:lstStyle/>
          <a:p>
            <a:pPr algn="ctr"/>
            <a:r>
              <a:rPr lang="en-US" sz="2000" b="1">
                <a:latin typeface="Calibri" pitchFamily="34" charset="0"/>
              </a:rPr>
              <a:t>6</a:t>
            </a:r>
          </a:p>
        </p:txBody>
      </p:sp>
      <p:sp>
        <p:nvSpPr>
          <p:cNvPr id="36910" name="TextBox 59"/>
          <p:cNvSpPr txBox="1">
            <a:spLocks noChangeArrowheads="1"/>
          </p:cNvSpPr>
          <p:nvPr/>
        </p:nvSpPr>
        <p:spPr bwMode="auto">
          <a:xfrm>
            <a:off x="3044825" y="3384550"/>
            <a:ext cx="153988" cy="400050"/>
          </a:xfrm>
          <a:prstGeom prst="rect">
            <a:avLst/>
          </a:prstGeom>
          <a:noFill/>
          <a:ln w="9525">
            <a:noFill/>
            <a:miter lim="800000"/>
            <a:headEnd/>
            <a:tailEnd/>
          </a:ln>
        </p:spPr>
        <p:txBody>
          <a:bodyPr>
            <a:spAutoFit/>
          </a:bodyPr>
          <a:lstStyle/>
          <a:p>
            <a:pPr algn="ctr"/>
            <a:r>
              <a:rPr lang="en-US" sz="2000" b="1">
                <a:latin typeface="Calibri" pitchFamily="34" charset="0"/>
              </a:rPr>
              <a:t>7</a:t>
            </a:r>
          </a:p>
        </p:txBody>
      </p:sp>
      <p:sp>
        <p:nvSpPr>
          <p:cNvPr id="36911" name="TextBox 60"/>
          <p:cNvSpPr txBox="1">
            <a:spLocks noChangeArrowheads="1"/>
          </p:cNvSpPr>
          <p:nvPr/>
        </p:nvSpPr>
        <p:spPr bwMode="auto">
          <a:xfrm>
            <a:off x="3281363" y="3384550"/>
            <a:ext cx="152400" cy="400050"/>
          </a:xfrm>
          <a:prstGeom prst="rect">
            <a:avLst/>
          </a:prstGeom>
          <a:noFill/>
          <a:ln w="9525">
            <a:noFill/>
            <a:miter lim="800000"/>
            <a:headEnd/>
            <a:tailEnd/>
          </a:ln>
        </p:spPr>
        <p:txBody>
          <a:bodyPr>
            <a:spAutoFit/>
          </a:bodyPr>
          <a:lstStyle/>
          <a:p>
            <a:pPr algn="ctr"/>
            <a:r>
              <a:rPr lang="en-US" sz="2000" b="1">
                <a:latin typeface="Calibri" pitchFamily="34" charset="0"/>
              </a:rPr>
              <a:t>8</a:t>
            </a:r>
          </a:p>
        </p:txBody>
      </p:sp>
      <p:sp>
        <p:nvSpPr>
          <p:cNvPr id="36912" name="TextBox 61"/>
          <p:cNvSpPr txBox="1">
            <a:spLocks noChangeArrowheads="1"/>
          </p:cNvSpPr>
          <p:nvPr/>
        </p:nvSpPr>
        <p:spPr bwMode="auto">
          <a:xfrm>
            <a:off x="3535363" y="3384550"/>
            <a:ext cx="152400" cy="400050"/>
          </a:xfrm>
          <a:prstGeom prst="rect">
            <a:avLst/>
          </a:prstGeom>
          <a:noFill/>
          <a:ln w="9525">
            <a:noFill/>
            <a:miter lim="800000"/>
            <a:headEnd/>
            <a:tailEnd/>
          </a:ln>
        </p:spPr>
        <p:txBody>
          <a:bodyPr>
            <a:spAutoFit/>
          </a:bodyPr>
          <a:lstStyle/>
          <a:p>
            <a:pPr algn="ctr"/>
            <a:r>
              <a:rPr lang="en-US" sz="2000" b="1">
                <a:latin typeface="Calibri" pitchFamily="34" charset="0"/>
              </a:rPr>
              <a:t>9</a:t>
            </a:r>
          </a:p>
        </p:txBody>
      </p:sp>
      <p:pic>
        <p:nvPicPr>
          <p:cNvPr id="80" name="Picture 2" descr="D:\Pictures\soft-scraps icons\Folder-01.png"/>
          <p:cNvPicPr>
            <a:picLocks noChangeAspect="1" noChangeArrowheads="1"/>
          </p:cNvPicPr>
          <p:nvPr/>
        </p:nvPicPr>
        <p:blipFill>
          <a:blip r:embed="rId6"/>
          <a:srcRect/>
          <a:stretch>
            <a:fillRect/>
          </a:stretch>
        </p:blipFill>
        <p:spPr bwMode="auto">
          <a:xfrm>
            <a:off x="4456113" y="3871913"/>
            <a:ext cx="517525" cy="517525"/>
          </a:xfrm>
          <a:prstGeom prst="rect">
            <a:avLst/>
          </a:prstGeom>
          <a:noFill/>
          <a:ln w="9525">
            <a:noFill/>
            <a:miter lim="800000"/>
            <a:headEnd/>
            <a:tailEnd/>
          </a:ln>
        </p:spPr>
      </p:pic>
      <p:pic>
        <p:nvPicPr>
          <p:cNvPr id="81" name="Picture 2" descr="D:\Pictures\soft-scraps icons\Folder-01.png"/>
          <p:cNvPicPr>
            <a:picLocks noChangeAspect="1" noChangeArrowheads="1"/>
          </p:cNvPicPr>
          <p:nvPr/>
        </p:nvPicPr>
        <p:blipFill>
          <a:blip r:embed="rId6"/>
          <a:srcRect/>
          <a:stretch>
            <a:fillRect/>
          </a:stretch>
        </p:blipFill>
        <p:spPr bwMode="auto">
          <a:xfrm>
            <a:off x="5103813" y="3871913"/>
            <a:ext cx="517525" cy="517525"/>
          </a:xfrm>
          <a:prstGeom prst="rect">
            <a:avLst/>
          </a:prstGeom>
          <a:noFill/>
          <a:ln w="9525">
            <a:noFill/>
            <a:miter lim="800000"/>
            <a:headEnd/>
            <a:tailEnd/>
          </a:ln>
        </p:spPr>
      </p:pic>
      <p:pic>
        <p:nvPicPr>
          <p:cNvPr id="82" name="Picture 3" descr="D:\Pictures\soft-scraps icons\Document Text-01.png"/>
          <p:cNvPicPr>
            <a:picLocks noChangeAspect="1" noChangeArrowheads="1"/>
          </p:cNvPicPr>
          <p:nvPr/>
        </p:nvPicPr>
        <p:blipFill>
          <a:blip r:embed="rId7"/>
          <a:srcRect/>
          <a:stretch>
            <a:fillRect/>
          </a:stretch>
        </p:blipFill>
        <p:spPr bwMode="auto">
          <a:xfrm>
            <a:off x="6391275" y="3875088"/>
            <a:ext cx="509588" cy="509587"/>
          </a:xfrm>
          <a:prstGeom prst="rect">
            <a:avLst/>
          </a:prstGeom>
          <a:noFill/>
          <a:ln w="9525">
            <a:noFill/>
            <a:miter lim="800000"/>
            <a:headEnd/>
            <a:tailEnd/>
          </a:ln>
        </p:spPr>
      </p:pic>
      <p:grpSp>
        <p:nvGrpSpPr>
          <p:cNvPr id="8" name="Group 84"/>
          <p:cNvGrpSpPr>
            <a:grpSpLocks/>
          </p:cNvGrpSpPr>
          <p:nvPr/>
        </p:nvGrpSpPr>
        <p:grpSpPr bwMode="auto">
          <a:xfrm>
            <a:off x="7670800" y="3868738"/>
            <a:ext cx="522288" cy="522287"/>
            <a:chOff x="6581088" y="526057"/>
            <a:chExt cx="3251200" cy="3251201"/>
          </a:xfrm>
        </p:grpSpPr>
        <p:pic>
          <p:nvPicPr>
            <p:cNvPr id="36985" name="Picture 5" descr="D:\Pictures\soft-scraps icons\Document Blank-01.png"/>
            <p:cNvPicPr>
              <a:picLocks noChangeAspect="1" noChangeArrowheads="1"/>
            </p:cNvPicPr>
            <p:nvPr/>
          </p:nvPicPr>
          <p:blipFill>
            <a:blip r:embed="rId8"/>
            <a:srcRect/>
            <a:stretch>
              <a:fillRect/>
            </a:stretch>
          </p:blipFill>
          <p:spPr bwMode="auto">
            <a:xfrm>
              <a:off x="6581088" y="526057"/>
              <a:ext cx="3251200" cy="3251201"/>
            </a:xfrm>
            <a:prstGeom prst="rect">
              <a:avLst/>
            </a:prstGeom>
            <a:noFill/>
            <a:ln w="9525">
              <a:noFill/>
              <a:miter lim="800000"/>
              <a:headEnd/>
              <a:tailEnd/>
            </a:ln>
          </p:spPr>
        </p:pic>
        <p:pic>
          <p:nvPicPr>
            <p:cNvPr id="36986" name="Picture 4" descr="D:\Pictures\soft-scraps icons\Gear-01.png"/>
            <p:cNvPicPr>
              <a:picLocks noChangeAspect="1" noChangeArrowheads="1"/>
            </p:cNvPicPr>
            <p:nvPr/>
          </p:nvPicPr>
          <p:blipFill>
            <a:blip r:embed="rId9"/>
            <a:srcRect/>
            <a:stretch>
              <a:fillRect/>
            </a:stretch>
          </p:blipFill>
          <p:spPr bwMode="auto">
            <a:xfrm>
              <a:off x="7135491" y="1100287"/>
              <a:ext cx="2142393" cy="2142393"/>
            </a:xfrm>
            <a:prstGeom prst="rect">
              <a:avLst/>
            </a:prstGeom>
            <a:noFill/>
            <a:ln w="9525">
              <a:noFill/>
              <a:miter lim="800000"/>
              <a:headEnd/>
              <a:tailEnd/>
            </a:ln>
          </p:spPr>
        </p:pic>
      </p:grpSp>
      <p:cxnSp>
        <p:nvCxnSpPr>
          <p:cNvPr id="98" name="Elbow Connector 97"/>
          <p:cNvCxnSpPr>
            <a:stCxn id="19" idx="2"/>
            <a:endCxn id="20" idx="2"/>
          </p:cNvCxnSpPr>
          <p:nvPr/>
        </p:nvCxnSpPr>
        <p:spPr>
          <a:xfrm rot="5400000" flipH="1" flipV="1">
            <a:off x="2726532" y="4368006"/>
            <a:ext cx="0" cy="255587"/>
          </a:xfrm>
          <a:prstGeom prst="bentConnector3">
            <a:avLst>
              <a:gd name="adj1" fmla="val -272426357"/>
            </a:avLst>
          </a:prstGeom>
          <a:ln w="57150">
            <a:solidFill>
              <a:schemeClr val="tx1">
                <a:lumMod val="50000"/>
                <a:lumOff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31" name="Rectangular Callout 30"/>
          <p:cNvSpPr/>
          <p:nvPr/>
        </p:nvSpPr>
        <p:spPr>
          <a:xfrm>
            <a:off x="184150" y="5089525"/>
            <a:ext cx="2079625" cy="698500"/>
          </a:xfrm>
          <a:prstGeom prst="wedgeRectCallout">
            <a:avLst>
              <a:gd name="adj1" fmla="val -10451"/>
              <a:gd name="adj2" fmla="val -122638"/>
            </a:avLst>
          </a:prstGeom>
          <a:solidFill>
            <a:schemeClr val="tx2"/>
          </a:solidFill>
          <a:ln w="57150">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dirty="0"/>
              <a:t>Root directory index = 2</a:t>
            </a:r>
          </a:p>
        </p:txBody>
      </p:sp>
      <p:pic>
        <p:nvPicPr>
          <p:cNvPr id="119" name="Picture 3" descr="D:\Pictures\soft-scraps icons\Document Text-01.png"/>
          <p:cNvPicPr>
            <a:picLocks noChangeAspect="1" noChangeArrowheads="1"/>
          </p:cNvPicPr>
          <p:nvPr/>
        </p:nvPicPr>
        <p:blipFill>
          <a:blip r:embed="rId7"/>
          <a:srcRect/>
          <a:stretch>
            <a:fillRect/>
          </a:stretch>
        </p:blipFill>
        <p:spPr bwMode="auto">
          <a:xfrm>
            <a:off x="5751513" y="3875088"/>
            <a:ext cx="509587" cy="509587"/>
          </a:xfrm>
          <a:prstGeom prst="rect">
            <a:avLst/>
          </a:prstGeom>
          <a:noFill/>
          <a:ln w="9525">
            <a:noFill/>
            <a:miter lim="800000"/>
            <a:headEnd/>
            <a:tailEnd/>
          </a:ln>
        </p:spPr>
      </p:pic>
      <p:pic>
        <p:nvPicPr>
          <p:cNvPr id="120" name="Picture 3" descr="D:\Pictures\soft-scraps icons\Document Text-01.png"/>
          <p:cNvPicPr>
            <a:picLocks noChangeAspect="1" noChangeArrowheads="1"/>
          </p:cNvPicPr>
          <p:nvPr/>
        </p:nvPicPr>
        <p:blipFill>
          <a:blip r:embed="rId7"/>
          <a:srcRect/>
          <a:stretch>
            <a:fillRect/>
          </a:stretch>
        </p:blipFill>
        <p:spPr bwMode="auto">
          <a:xfrm>
            <a:off x="7031038" y="3875088"/>
            <a:ext cx="509587" cy="509587"/>
          </a:xfrm>
          <a:prstGeom prst="rect">
            <a:avLst/>
          </a:prstGeom>
          <a:noFill/>
          <a:ln w="9525">
            <a:noFill/>
            <a:miter lim="800000"/>
            <a:headEnd/>
            <a:tailEnd/>
          </a:ln>
        </p:spPr>
      </p:pic>
      <p:sp>
        <p:nvSpPr>
          <p:cNvPr id="127" name="Rectangle 126"/>
          <p:cNvSpPr/>
          <p:nvPr/>
        </p:nvSpPr>
        <p:spPr>
          <a:xfrm>
            <a:off x="2225675" y="3740150"/>
            <a:ext cx="244475" cy="758825"/>
          </a:xfrm>
          <a:prstGeom prst="rect">
            <a:avLst/>
          </a:prstGeom>
          <a:solidFill>
            <a:schemeClr val="accent3"/>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28" name="Rectangle 127"/>
          <p:cNvSpPr/>
          <p:nvPr/>
        </p:nvSpPr>
        <p:spPr>
          <a:xfrm>
            <a:off x="2479675" y="3740150"/>
            <a:ext cx="244475" cy="758825"/>
          </a:xfrm>
          <a:prstGeom prst="rect">
            <a:avLst/>
          </a:prstGeom>
          <a:solidFill>
            <a:schemeClr val="accent3"/>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29" name="Rectangle 128"/>
          <p:cNvSpPr/>
          <p:nvPr/>
        </p:nvSpPr>
        <p:spPr>
          <a:xfrm>
            <a:off x="1719263" y="3738563"/>
            <a:ext cx="246062" cy="758825"/>
          </a:xfrm>
          <a:prstGeom prst="rect">
            <a:avLst/>
          </a:prstGeom>
          <a:solidFill>
            <a:schemeClr val="accent3"/>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900" dirty="0"/>
          </a:p>
        </p:txBody>
      </p:sp>
      <p:sp>
        <p:nvSpPr>
          <p:cNvPr id="130" name="Rectangle 129"/>
          <p:cNvSpPr/>
          <p:nvPr/>
        </p:nvSpPr>
        <p:spPr>
          <a:xfrm>
            <a:off x="1973263" y="3738563"/>
            <a:ext cx="244475" cy="758825"/>
          </a:xfrm>
          <a:prstGeom prst="rect">
            <a:avLst/>
          </a:prstGeom>
          <a:solidFill>
            <a:schemeClr val="accent3"/>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cxnSp>
        <p:nvCxnSpPr>
          <p:cNvPr id="133" name="Elbow Connector 132"/>
          <p:cNvCxnSpPr>
            <a:stCxn id="54" idx="0"/>
            <a:endCxn id="55" idx="0"/>
          </p:cNvCxnSpPr>
          <p:nvPr/>
        </p:nvCxnSpPr>
        <p:spPr>
          <a:xfrm rot="16200000" flipH="1">
            <a:off x="2977356" y="3609182"/>
            <a:ext cx="1587" cy="254000"/>
          </a:xfrm>
          <a:prstGeom prst="bentConnector3">
            <a:avLst>
              <a:gd name="adj1" fmla="val -84139029"/>
            </a:avLst>
          </a:prstGeom>
          <a:ln w="57150">
            <a:solidFill>
              <a:schemeClr val="tx1">
                <a:lumMod val="50000"/>
                <a:lumOff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46" name="Down Arrow 145"/>
          <p:cNvSpPr/>
          <p:nvPr/>
        </p:nvSpPr>
        <p:spPr>
          <a:xfrm rot="1969089">
            <a:off x="4779963" y="3413125"/>
            <a:ext cx="490537" cy="641350"/>
          </a:xfrm>
          <a:prstGeom prst="downArrow">
            <a:avLst/>
          </a:prstGeom>
          <a:solidFill>
            <a:schemeClr val="accent2"/>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60" name="Rectangle 159"/>
          <p:cNvSpPr/>
          <p:nvPr/>
        </p:nvSpPr>
        <p:spPr>
          <a:xfrm>
            <a:off x="3235325" y="3733800"/>
            <a:ext cx="244475" cy="758825"/>
          </a:xfrm>
          <a:prstGeom prst="rect">
            <a:avLst/>
          </a:prstGeom>
          <a:solidFill>
            <a:schemeClr val="accent3"/>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61" name="Rectangle 160"/>
          <p:cNvSpPr/>
          <p:nvPr/>
        </p:nvSpPr>
        <p:spPr>
          <a:xfrm>
            <a:off x="3497263" y="3729038"/>
            <a:ext cx="244475" cy="760412"/>
          </a:xfrm>
          <a:prstGeom prst="rect">
            <a:avLst/>
          </a:prstGeom>
          <a:solidFill>
            <a:schemeClr val="accent3"/>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grpSp>
        <p:nvGrpSpPr>
          <p:cNvPr id="9" name="Group 1"/>
          <p:cNvGrpSpPr>
            <a:grpSpLocks/>
          </p:cNvGrpSpPr>
          <p:nvPr/>
        </p:nvGrpSpPr>
        <p:grpSpPr bwMode="auto">
          <a:xfrm>
            <a:off x="3810000" y="3871913"/>
            <a:ext cx="525463" cy="517525"/>
            <a:chOff x="3809527" y="3871553"/>
            <a:chExt cx="525741" cy="517542"/>
          </a:xfrm>
        </p:grpSpPr>
        <p:pic>
          <p:nvPicPr>
            <p:cNvPr id="36983" name="Picture 2" descr="D:\Pictures\soft-scraps icons\Folder-01.png"/>
            <p:cNvPicPr>
              <a:picLocks noChangeAspect="1" noChangeArrowheads="1"/>
            </p:cNvPicPr>
            <p:nvPr/>
          </p:nvPicPr>
          <p:blipFill>
            <a:blip r:embed="rId6"/>
            <a:srcRect/>
            <a:stretch>
              <a:fillRect/>
            </a:stretch>
          </p:blipFill>
          <p:spPr bwMode="auto">
            <a:xfrm>
              <a:off x="3809527" y="3871553"/>
              <a:ext cx="517542" cy="517542"/>
            </a:xfrm>
            <a:prstGeom prst="rect">
              <a:avLst/>
            </a:prstGeom>
            <a:noFill/>
            <a:ln w="9525">
              <a:noFill/>
              <a:miter lim="800000"/>
              <a:headEnd/>
              <a:tailEnd/>
            </a:ln>
          </p:spPr>
        </p:pic>
        <p:sp>
          <p:nvSpPr>
            <p:cNvPr id="36984" name="TextBox 87"/>
            <p:cNvSpPr txBox="1">
              <a:spLocks noChangeArrowheads="1"/>
            </p:cNvSpPr>
            <p:nvPr/>
          </p:nvSpPr>
          <p:spPr bwMode="auto">
            <a:xfrm>
              <a:off x="3846032" y="3961237"/>
              <a:ext cx="489236" cy="400110"/>
            </a:xfrm>
            <a:prstGeom prst="rect">
              <a:avLst/>
            </a:prstGeom>
            <a:noFill/>
            <a:ln w="9525">
              <a:noFill/>
              <a:miter lim="800000"/>
              <a:headEnd/>
              <a:tailEnd/>
            </a:ln>
          </p:spPr>
          <p:txBody>
            <a:bodyPr wrap="none">
              <a:spAutoFit/>
            </a:bodyPr>
            <a:lstStyle/>
            <a:p>
              <a:pPr algn="ctr"/>
              <a:r>
                <a:rPr lang="en-US" sz="2000">
                  <a:latin typeface="Calibri" pitchFamily="34" charset="0"/>
                </a:rPr>
                <a:t>C:\</a:t>
              </a:r>
            </a:p>
          </p:txBody>
        </p:sp>
      </p:grpSp>
      <p:sp>
        <p:nvSpPr>
          <p:cNvPr id="83" name="Rectangular Callout 82"/>
          <p:cNvSpPr/>
          <p:nvPr/>
        </p:nvSpPr>
        <p:spPr>
          <a:xfrm>
            <a:off x="4614863" y="547502"/>
            <a:ext cx="3898900" cy="2043113"/>
          </a:xfrm>
          <a:prstGeom prst="wedgeRectCallout">
            <a:avLst>
              <a:gd name="adj1" fmla="val -61612"/>
              <a:gd name="adj2" fmla="val 108712"/>
            </a:avLst>
          </a:prstGeom>
          <a:solidFill>
            <a:schemeClr val="accent1"/>
          </a:solidFill>
          <a:ln w="5715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lstStyle/>
          <a:p>
            <a:pPr fontAlgn="auto">
              <a:spcBef>
                <a:spcPts val="0"/>
              </a:spcBef>
              <a:spcAft>
                <a:spcPts val="0"/>
              </a:spcAft>
              <a:defRPr/>
            </a:pPr>
            <a:endParaRPr lang="en-US" sz="2400" dirty="0"/>
          </a:p>
        </p:txBody>
      </p:sp>
      <p:graphicFrame>
        <p:nvGraphicFramePr>
          <p:cNvPr id="132" name="Table 131"/>
          <p:cNvGraphicFramePr>
            <a:graphicFrameLocks noGrp="1"/>
          </p:cNvGraphicFramePr>
          <p:nvPr>
            <p:extLst>
              <p:ext uri="{D42A27DB-BD31-4B8C-83A1-F6EECF244321}">
                <p14:modId xmlns:p14="http://schemas.microsoft.com/office/powerpoint/2010/main" val="2754438234"/>
              </p:ext>
            </p:extLst>
          </p:nvPr>
        </p:nvGraphicFramePr>
        <p:xfrm>
          <a:off x="4917768" y="467175"/>
          <a:ext cx="3508123" cy="2123440"/>
        </p:xfrm>
        <a:graphic>
          <a:graphicData uri="http://schemas.openxmlformats.org/drawingml/2006/table">
            <a:tbl>
              <a:tblPr firstRow="1" bandRow="1">
                <a:tableStyleId>{5C22544A-7EE6-4342-B048-85BDC9FD1C3A}</a:tableStyleId>
              </a:tblPr>
              <a:tblGrid>
                <a:gridCol w="1304608">
                  <a:extLst>
                    <a:ext uri="{9D8B030D-6E8A-4147-A177-3AD203B41FA5}">
                      <a16:colId xmlns:a16="http://schemas.microsoft.com/office/drawing/2014/main" val="20000"/>
                    </a:ext>
                  </a:extLst>
                </a:gridCol>
                <a:gridCol w="755587">
                  <a:extLst>
                    <a:ext uri="{9D8B030D-6E8A-4147-A177-3AD203B41FA5}">
                      <a16:colId xmlns:a16="http://schemas.microsoft.com/office/drawing/2014/main" val="20001"/>
                    </a:ext>
                  </a:extLst>
                </a:gridCol>
                <a:gridCol w="622618">
                  <a:extLst>
                    <a:ext uri="{9D8B030D-6E8A-4147-A177-3AD203B41FA5}">
                      <a16:colId xmlns:a16="http://schemas.microsoft.com/office/drawing/2014/main" val="20002"/>
                    </a:ext>
                  </a:extLst>
                </a:gridCol>
                <a:gridCol w="825310">
                  <a:extLst>
                    <a:ext uri="{9D8B030D-6E8A-4147-A177-3AD203B41FA5}">
                      <a16:colId xmlns:a16="http://schemas.microsoft.com/office/drawing/2014/main" val="20003"/>
                    </a:ext>
                  </a:extLst>
                </a:gridCol>
              </a:tblGrid>
              <a:tr h="225643">
                <a:tc>
                  <a:txBody>
                    <a:bodyPr/>
                    <a:lstStyle/>
                    <a:p>
                      <a:r>
                        <a:rPr lang="en-US" dirty="0">
                          <a:latin typeface="Times New Roman" pitchFamily="18" charset="0"/>
                          <a:cs typeface="Times New Roman" pitchFamily="18" charset="0"/>
                        </a:rPr>
                        <a:t>Name</a:t>
                      </a:r>
                    </a:p>
                  </a:txBody>
                  <a:tcPr/>
                </a:tc>
                <a:tc>
                  <a:txBody>
                    <a:bodyPr/>
                    <a:lstStyle/>
                    <a:p>
                      <a:r>
                        <a:rPr lang="en-US" dirty="0">
                          <a:latin typeface="Times New Roman" pitchFamily="18" charset="0"/>
                          <a:cs typeface="Times New Roman" pitchFamily="18" charset="0"/>
                        </a:rPr>
                        <a:t>Index</a:t>
                      </a:r>
                    </a:p>
                  </a:txBody>
                  <a:tcPr/>
                </a:tc>
                <a:tc>
                  <a:txBody>
                    <a:bodyPr/>
                    <a:lstStyle/>
                    <a:p>
                      <a:r>
                        <a:rPr lang="en-US" dirty="0" err="1">
                          <a:latin typeface="Times New Roman" pitchFamily="18" charset="0"/>
                          <a:cs typeface="Times New Roman" pitchFamily="18" charset="0"/>
                        </a:rPr>
                        <a:t>Dir</a:t>
                      </a:r>
                      <a:r>
                        <a:rPr lang="en-US" dirty="0">
                          <a:latin typeface="Times New Roman" pitchFamily="18" charset="0"/>
                          <a:cs typeface="Times New Roman" pitchFamily="18" charset="0"/>
                        </a:rPr>
                        <a:t>?</a:t>
                      </a:r>
                    </a:p>
                  </a:txBody>
                  <a:tcPr/>
                </a:tc>
                <a:tc>
                  <a:txBody>
                    <a:bodyPr/>
                    <a:lstStyle/>
                    <a:p>
                      <a:r>
                        <a:rPr lang="en-US" dirty="0">
                          <a:latin typeface="Times New Roman" pitchFamily="18" charset="0"/>
                          <a:cs typeface="Times New Roman" pitchFamily="18" charset="0"/>
                        </a:rPr>
                        <a:t>Perms</a:t>
                      </a:r>
                    </a:p>
                  </a:txBody>
                  <a:tcPr/>
                </a:tc>
                <a:extLst>
                  <a:ext uri="{0D108BD9-81ED-4DB2-BD59-A6C34878D82A}">
                    <a16:rowId xmlns:a16="http://schemas.microsoft.com/office/drawing/2014/main" val="10000"/>
                  </a:ext>
                </a:extLst>
              </a:tr>
              <a:tr h="370840">
                <a:tc>
                  <a:txBody>
                    <a:bodyPr/>
                    <a:lstStyle/>
                    <a:p>
                      <a:r>
                        <a:rPr lang="en-US" dirty="0">
                          <a:latin typeface="Times New Roman" pitchFamily="18" charset="0"/>
                          <a:cs typeface="Times New Roman" pitchFamily="18" charset="0"/>
                        </a:rPr>
                        <a:t>.</a:t>
                      </a:r>
                    </a:p>
                  </a:txBody>
                  <a:tcPr/>
                </a:tc>
                <a:tc>
                  <a:txBody>
                    <a:bodyPr/>
                    <a:lstStyle/>
                    <a:p>
                      <a:r>
                        <a:rPr lang="en-US" dirty="0">
                          <a:latin typeface="Times New Roman" pitchFamily="18" charset="0"/>
                          <a:cs typeface="Times New Roman" pitchFamily="18" charset="0"/>
                        </a:rPr>
                        <a:t>2</a:t>
                      </a:r>
                    </a:p>
                  </a:txBody>
                  <a:tcPr/>
                </a:tc>
                <a:tc>
                  <a:txBody>
                    <a:bodyPr/>
                    <a:lstStyle/>
                    <a:p>
                      <a:r>
                        <a:rPr lang="en-US" dirty="0">
                          <a:latin typeface="Times New Roman" pitchFamily="18" charset="0"/>
                          <a:cs typeface="Times New Roman" pitchFamily="18" charset="0"/>
                        </a:rPr>
                        <a:t>Y</a:t>
                      </a:r>
                    </a:p>
                  </a:txBody>
                  <a:tcPr/>
                </a:tc>
                <a:tc>
                  <a:txBody>
                    <a:bodyPr/>
                    <a:lstStyle/>
                    <a:p>
                      <a:r>
                        <a:rPr lang="en-US" dirty="0" err="1">
                          <a:latin typeface="Times New Roman" pitchFamily="18" charset="0"/>
                          <a:cs typeface="Times New Roman" pitchFamily="18" charset="0"/>
                        </a:rPr>
                        <a:t>rwx</a:t>
                      </a:r>
                      <a:endParaRPr lang="en-US" dirty="0">
                        <a:latin typeface="Times New Roman" pitchFamily="18" charset="0"/>
                        <a:cs typeface="Times New Roman" pitchFamily="18" charset="0"/>
                      </a:endParaRPr>
                    </a:p>
                  </a:txBody>
                  <a:tcPr/>
                </a:tc>
                <a:extLst>
                  <a:ext uri="{0D108BD9-81ED-4DB2-BD59-A6C34878D82A}">
                    <a16:rowId xmlns:a16="http://schemas.microsoft.com/office/drawing/2014/main" val="10001"/>
                  </a:ext>
                </a:extLst>
              </a:tr>
              <a:tr h="370840">
                <a:tc>
                  <a:txBody>
                    <a:bodyPr/>
                    <a:lstStyle/>
                    <a:p>
                      <a:r>
                        <a:rPr lang="en-US" dirty="0">
                          <a:latin typeface="Times New Roman" pitchFamily="18" charset="0"/>
                          <a:cs typeface="Times New Roman" pitchFamily="18" charset="0"/>
                        </a:rPr>
                        <a:t>Windows</a:t>
                      </a:r>
                    </a:p>
                  </a:txBody>
                  <a:tcPr/>
                </a:tc>
                <a:tc>
                  <a:txBody>
                    <a:bodyPr/>
                    <a:lstStyle/>
                    <a:p>
                      <a:r>
                        <a:rPr lang="en-US" dirty="0">
                          <a:latin typeface="Times New Roman" pitchFamily="18" charset="0"/>
                          <a:cs typeface="Times New Roman" pitchFamily="18" charset="0"/>
                        </a:rPr>
                        <a:t>3</a:t>
                      </a:r>
                    </a:p>
                  </a:txBody>
                  <a:tcPr/>
                </a:tc>
                <a:tc>
                  <a:txBody>
                    <a:bodyPr/>
                    <a:lstStyle/>
                    <a:p>
                      <a:r>
                        <a:rPr lang="en-US" dirty="0">
                          <a:latin typeface="Times New Roman" pitchFamily="18" charset="0"/>
                          <a:cs typeface="Times New Roman" pitchFamily="18" charset="0"/>
                        </a:rPr>
                        <a:t>Y</a:t>
                      </a:r>
                    </a:p>
                  </a:txBody>
                  <a:tcPr/>
                </a:tc>
                <a:tc>
                  <a:txBody>
                    <a:bodyPr/>
                    <a:lstStyle/>
                    <a:p>
                      <a:r>
                        <a:rPr lang="en-US" dirty="0" err="1">
                          <a:latin typeface="Times New Roman" pitchFamily="18" charset="0"/>
                          <a:cs typeface="Times New Roman" pitchFamily="18" charset="0"/>
                        </a:rPr>
                        <a:t>rwx</a:t>
                      </a:r>
                      <a:endParaRPr lang="en-US" dirty="0">
                        <a:latin typeface="Times New Roman" pitchFamily="18" charset="0"/>
                        <a:cs typeface="Times New Roman" pitchFamily="18" charset="0"/>
                      </a:endParaRPr>
                    </a:p>
                  </a:txBody>
                  <a:tcPr/>
                </a:tc>
                <a:extLst>
                  <a:ext uri="{0D108BD9-81ED-4DB2-BD59-A6C34878D82A}">
                    <a16:rowId xmlns:a16="http://schemas.microsoft.com/office/drawing/2014/main" val="10002"/>
                  </a:ext>
                </a:extLst>
              </a:tr>
              <a:tr h="370840">
                <a:tc>
                  <a:txBody>
                    <a:bodyPr/>
                    <a:lstStyle/>
                    <a:p>
                      <a:r>
                        <a:rPr lang="en-US" dirty="0">
                          <a:latin typeface="Times New Roman" pitchFamily="18" charset="0"/>
                          <a:cs typeface="Times New Roman" pitchFamily="18" charset="0"/>
                        </a:rPr>
                        <a:t>Users</a:t>
                      </a:r>
                    </a:p>
                  </a:txBody>
                  <a:tcPr/>
                </a:tc>
                <a:tc>
                  <a:txBody>
                    <a:bodyPr/>
                    <a:lstStyle/>
                    <a:p>
                      <a:r>
                        <a:rPr lang="en-US" dirty="0">
                          <a:latin typeface="Times New Roman" pitchFamily="18" charset="0"/>
                          <a:cs typeface="Times New Roman" pitchFamily="18" charset="0"/>
                        </a:rPr>
                        <a:t>4</a:t>
                      </a:r>
                    </a:p>
                  </a:txBody>
                  <a:tcPr/>
                </a:tc>
                <a:tc>
                  <a:txBody>
                    <a:bodyPr/>
                    <a:lstStyle/>
                    <a:p>
                      <a:r>
                        <a:rPr lang="en-US" dirty="0">
                          <a:latin typeface="Times New Roman" pitchFamily="18" charset="0"/>
                          <a:cs typeface="Times New Roman" pitchFamily="18" charset="0"/>
                        </a:rPr>
                        <a:t>Y</a:t>
                      </a:r>
                    </a:p>
                  </a:txBody>
                  <a:tcPr/>
                </a:tc>
                <a:tc>
                  <a:txBody>
                    <a:bodyPr/>
                    <a:lstStyle/>
                    <a:p>
                      <a:r>
                        <a:rPr lang="en-US" dirty="0" err="1">
                          <a:latin typeface="Times New Roman" pitchFamily="18" charset="0"/>
                          <a:cs typeface="Times New Roman" pitchFamily="18" charset="0"/>
                        </a:rPr>
                        <a:t>rwx</a:t>
                      </a:r>
                      <a:endParaRPr lang="en-US" dirty="0">
                        <a:latin typeface="Times New Roman" pitchFamily="18" charset="0"/>
                        <a:cs typeface="Times New Roman" pitchFamily="18" charset="0"/>
                      </a:endParaRPr>
                    </a:p>
                  </a:txBody>
                  <a:tcPr/>
                </a:tc>
                <a:extLst>
                  <a:ext uri="{0D108BD9-81ED-4DB2-BD59-A6C34878D82A}">
                    <a16:rowId xmlns:a16="http://schemas.microsoft.com/office/drawing/2014/main" val="10003"/>
                  </a:ext>
                </a:extLst>
              </a:tr>
              <a:tr h="370840">
                <a:tc>
                  <a:txBody>
                    <a:bodyPr/>
                    <a:lstStyle/>
                    <a:p>
                      <a:r>
                        <a:rPr lang="en-US" dirty="0">
                          <a:latin typeface="Times New Roman" pitchFamily="18" charset="0"/>
                          <a:cs typeface="Times New Roman" pitchFamily="18" charset="0"/>
                        </a:rPr>
                        <a:t>pagefile.sys</a:t>
                      </a:r>
                    </a:p>
                  </a:txBody>
                  <a:tcPr/>
                </a:tc>
                <a:tc>
                  <a:txBody>
                    <a:bodyPr/>
                    <a:lstStyle/>
                    <a:p>
                      <a:r>
                        <a:rPr lang="en-US" dirty="0">
                          <a:latin typeface="Times New Roman" pitchFamily="18" charset="0"/>
                          <a:cs typeface="Times New Roman" pitchFamily="18" charset="0"/>
                        </a:rPr>
                        <a:t>5</a:t>
                      </a:r>
                    </a:p>
                  </a:txBody>
                  <a:tcPr/>
                </a:tc>
                <a:tc>
                  <a:txBody>
                    <a:bodyPr/>
                    <a:lstStyle/>
                    <a:p>
                      <a:r>
                        <a:rPr lang="en-US" dirty="0">
                          <a:latin typeface="Times New Roman" pitchFamily="18" charset="0"/>
                          <a:cs typeface="Times New Roman" pitchFamily="18" charset="0"/>
                        </a:rPr>
                        <a:t>N</a:t>
                      </a:r>
                    </a:p>
                  </a:txBody>
                  <a:tcPr/>
                </a:tc>
                <a:tc>
                  <a:txBody>
                    <a:bodyPr/>
                    <a:lstStyle/>
                    <a:p>
                      <a:r>
                        <a:rPr lang="en-US" dirty="0">
                          <a:latin typeface="Times New Roman" pitchFamily="18" charset="0"/>
                          <a:cs typeface="Times New Roman" pitchFamily="18" charset="0"/>
                        </a:rPr>
                        <a:t>r</a:t>
                      </a:r>
                    </a:p>
                  </a:txBody>
                  <a:tcPr/>
                </a:tc>
                <a:extLst>
                  <a:ext uri="{0D108BD9-81ED-4DB2-BD59-A6C34878D82A}">
                    <a16:rowId xmlns:a16="http://schemas.microsoft.com/office/drawing/2014/main" val="10004"/>
                  </a:ext>
                </a:extLst>
              </a:tr>
            </a:tbl>
          </a:graphicData>
        </a:graphic>
      </p:graphicFrame>
      <p:grpSp>
        <p:nvGrpSpPr>
          <p:cNvPr id="11" name="Group 11"/>
          <p:cNvGrpSpPr>
            <a:grpSpLocks/>
          </p:cNvGrpSpPr>
          <p:nvPr/>
        </p:nvGrpSpPr>
        <p:grpSpPr bwMode="auto">
          <a:xfrm>
            <a:off x="3609975" y="5584825"/>
            <a:ext cx="3241675" cy="263525"/>
            <a:chOff x="3609837" y="5584590"/>
            <a:chExt cx="3241863" cy="263888"/>
          </a:xfrm>
        </p:grpSpPr>
        <p:sp>
          <p:nvSpPr>
            <p:cNvPr id="10" name="Rectangle 9"/>
            <p:cNvSpPr/>
            <p:nvPr/>
          </p:nvSpPr>
          <p:spPr>
            <a:xfrm>
              <a:off x="3609837" y="5597307"/>
              <a:ext cx="1014472" cy="251171"/>
            </a:xfrm>
            <a:prstGeom prst="rect">
              <a:avLst/>
            </a:prstGeom>
            <a:solidFill>
              <a:srgbClr val="E9EDF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92" name="Rectangle 91"/>
            <p:cNvSpPr/>
            <p:nvPr/>
          </p:nvSpPr>
          <p:spPr>
            <a:xfrm>
              <a:off x="4906900" y="5597307"/>
              <a:ext cx="563595" cy="251171"/>
            </a:xfrm>
            <a:prstGeom prst="rect">
              <a:avLst/>
            </a:prstGeom>
            <a:solidFill>
              <a:srgbClr val="E9EDF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93" name="Rectangle 92"/>
            <p:cNvSpPr/>
            <p:nvPr/>
          </p:nvSpPr>
          <p:spPr>
            <a:xfrm>
              <a:off x="5621317" y="5584590"/>
              <a:ext cx="563595" cy="251171"/>
            </a:xfrm>
            <a:prstGeom prst="rect">
              <a:avLst/>
            </a:prstGeom>
            <a:solidFill>
              <a:srgbClr val="E9EDF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94" name="Rectangle 93"/>
            <p:cNvSpPr/>
            <p:nvPr/>
          </p:nvSpPr>
          <p:spPr>
            <a:xfrm>
              <a:off x="6288105" y="5597307"/>
              <a:ext cx="563595" cy="251171"/>
            </a:xfrm>
            <a:prstGeom prst="rect">
              <a:avLst/>
            </a:prstGeom>
            <a:solidFill>
              <a:srgbClr val="E9EDF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grpSp>
      <p:grpSp>
        <p:nvGrpSpPr>
          <p:cNvPr id="12" name="Group 14"/>
          <p:cNvGrpSpPr>
            <a:grpSpLocks/>
          </p:cNvGrpSpPr>
          <p:nvPr/>
        </p:nvGrpSpPr>
        <p:grpSpPr bwMode="auto">
          <a:xfrm>
            <a:off x="3609975" y="6337300"/>
            <a:ext cx="3241675" cy="269875"/>
            <a:chOff x="3609836" y="6337471"/>
            <a:chExt cx="3241864" cy="270493"/>
          </a:xfrm>
        </p:grpSpPr>
        <p:sp>
          <p:nvSpPr>
            <p:cNvPr id="91" name="Rectangle 90"/>
            <p:cNvSpPr/>
            <p:nvPr/>
          </p:nvSpPr>
          <p:spPr>
            <a:xfrm>
              <a:off x="3609836" y="6356565"/>
              <a:ext cx="1122428" cy="251399"/>
            </a:xfrm>
            <a:prstGeom prst="rect">
              <a:avLst/>
            </a:prstGeom>
            <a:solidFill>
              <a:srgbClr val="E9EDF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95" name="Rectangle 94"/>
            <p:cNvSpPr/>
            <p:nvPr/>
          </p:nvSpPr>
          <p:spPr>
            <a:xfrm>
              <a:off x="4906900" y="6350200"/>
              <a:ext cx="563595" cy="251399"/>
            </a:xfrm>
            <a:prstGeom prst="rect">
              <a:avLst/>
            </a:prstGeom>
            <a:solidFill>
              <a:srgbClr val="E9EDF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96" name="Rectangle 95"/>
            <p:cNvSpPr/>
            <p:nvPr/>
          </p:nvSpPr>
          <p:spPr>
            <a:xfrm>
              <a:off x="5621316" y="6337471"/>
              <a:ext cx="563595" cy="251399"/>
            </a:xfrm>
            <a:prstGeom prst="rect">
              <a:avLst/>
            </a:prstGeom>
            <a:solidFill>
              <a:srgbClr val="E9EDF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97" name="Rectangle 96"/>
            <p:cNvSpPr/>
            <p:nvPr/>
          </p:nvSpPr>
          <p:spPr>
            <a:xfrm>
              <a:off x="6288105" y="6350200"/>
              <a:ext cx="563595" cy="251399"/>
            </a:xfrm>
            <a:prstGeom prst="rect">
              <a:avLst/>
            </a:prstGeom>
            <a:solidFill>
              <a:srgbClr val="E9EDF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grpSp>
      <p:grpSp>
        <p:nvGrpSpPr>
          <p:cNvPr id="13" name="Group 15"/>
          <p:cNvGrpSpPr>
            <a:grpSpLocks/>
          </p:cNvGrpSpPr>
          <p:nvPr/>
        </p:nvGrpSpPr>
        <p:grpSpPr bwMode="auto">
          <a:xfrm>
            <a:off x="3603625" y="5951538"/>
            <a:ext cx="3241675" cy="269875"/>
            <a:chOff x="3603048" y="5951223"/>
            <a:chExt cx="3241864" cy="270493"/>
          </a:xfrm>
        </p:grpSpPr>
        <p:sp>
          <p:nvSpPr>
            <p:cNvPr id="99" name="Rectangle 98"/>
            <p:cNvSpPr/>
            <p:nvPr/>
          </p:nvSpPr>
          <p:spPr>
            <a:xfrm>
              <a:off x="3603048" y="5970317"/>
              <a:ext cx="1122428" cy="251399"/>
            </a:xfrm>
            <a:prstGeom prst="rect">
              <a:avLst/>
            </a:prstGeom>
            <a:solidFill>
              <a:srgbClr val="D0D8E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00" name="Rectangle 99"/>
            <p:cNvSpPr/>
            <p:nvPr/>
          </p:nvSpPr>
          <p:spPr>
            <a:xfrm>
              <a:off x="4900112" y="5963952"/>
              <a:ext cx="563595" cy="251399"/>
            </a:xfrm>
            <a:prstGeom prst="rect">
              <a:avLst/>
            </a:prstGeom>
            <a:solidFill>
              <a:srgbClr val="D0D8E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01" name="Rectangle 100"/>
            <p:cNvSpPr/>
            <p:nvPr/>
          </p:nvSpPr>
          <p:spPr>
            <a:xfrm>
              <a:off x="5614528" y="5951223"/>
              <a:ext cx="563595" cy="251399"/>
            </a:xfrm>
            <a:prstGeom prst="rect">
              <a:avLst/>
            </a:prstGeom>
            <a:solidFill>
              <a:srgbClr val="D0D8E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02" name="Rectangle 101"/>
            <p:cNvSpPr/>
            <p:nvPr/>
          </p:nvSpPr>
          <p:spPr>
            <a:xfrm>
              <a:off x="6281317" y="5963952"/>
              <a:ext cx="563595" cy="251399"/>
            </a:xfrm>
            <a:prstGeom prst="rect">
              <a:avLst/>
            </a:prstGeom>
            <a:solidFill>
              <a:srgbClr val="D0D8E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grpSp>
      <p:grpSp>
        <p:nvGrpSpPr>
          <p:cNvPr id="15" name="Group 104"/>
          <p:cNvGrpSpPr>
            <a:grpSpLocks/>
          </p:cNvGrpSpPr>
          <p:nvPr/>
        </p:nvGrpSpPr>
        <p:grpSpPr bwMode="auto">
          <a:xfrm>
            <a:off x="8329613" y="3875088"/>
            <a:ext cx="522287" cy="522287"/>
            <a:chOff x="6581088" y="526057"/>
            <a:chExt cx="3251200" cy="3251201"/>
          </a:xfrm>
        </p:grpSpPr>
        <p:pic>
          <p:nvPicPr>
            <p:cNvPr id="36969" name="Picture 5" descr="D:\Pictures\soft-scraps icons\Document Blank-01.png"/>
            <p:cNvPicPr>
              <a:picLocks noChangeAspect="1" noChangeArrowheads="1"/>
            </p:cNvPicPr>
            <p:nvPr/>
          </p:nvPicPr>
          <p:blipFill>
            <a:blip r:embed="rId8"/>
            <a:srcRect/>
            <a:stretch>
              <a:fillRect/>
            </a:stretch>
          </p:blipFill>
          <p:spPr bwMode="auto">
            <a:xfrm>
              <a:off x="6581088" y="526057"/>
              <a:ext cx="3251200" cy="3251201"/>
            </a:xfrm>
            <a:prstGeom prst="rect">
              <a:avLst/>
            </a:prstGeom>
            <a:noFill/>
            <a:ln w="9525">
              <a:noFill/>
              <a:miter lim="800000"/>
              <a:headEnd/>
              <a:tailEnd/>
            </a:ln>
          </p:spPr>
        </p:pic>
        <p:pic>
          <p:nvPicPr>
            <p:cNvPr id="36970" name="Picture 4" descr="D:\Pictures\soft-scraps icons\Gear-01.png"/>
            <p:cNvPicPr>
              <a:picLocks noChangeAspect="1" noChangeArrowheads="1"/>
            </p:cNvPicPr>
            <p:nvPr/>
          </p:nvPicPr>
          <p:blipFill>
            <a:blip r:embed="rId9"/>
            <a:srcRect/>
            <a:stretch>
              <a:fillRect/>
            </a:stretch>
          </p:blipFill>
          <p:spPr bwMode="auto">
            <a:xfrm>
              <a:off x="7135491" y="1100287"/>
              <a:ext cx="2142393" cy="2142393"/>
            </a:xfrm>
            <a:prstGeom prst="rect">
              <a:avLst/>
            </a:prstGeom>
            <a:noFill/>
            <a:ln w="9525">
              <a:noFill/>
              <a:miter lim="800000"/>
              <a:headEnd/>
              <a:tailEnd/>
            </a:ln>
          </p:spPr>
        </p:pic>
      </p:grpSp>
      <p:cxnSp>
        <p:nvCxnSpPr>
          <p:cNvPr id="108" name="Elbow Connector 107"/>
          <p:cNvCxnSpPr>
            <a:stCxn id="160" idx="0"/>
            <a:endCxn id="161" idx="0"/>
          </p:cNvCxnSpPr>
          <p:nvPr/>
        </p:nvCxnSpPr>
        <p:spPr>
          <a:xfrm rot="5400000" flipH="1" flipV="1">
            <a:off x="3486151" y="3600450"/>
            <a:ext cx="4762" cy="261937"/>
          </a:xfrm>
          <a:prstGeom prst="bentConnector3">
            <a:avLst>
              <a:gd name="adj1" fmla="val 11847851"/>
            </a:avLst>
          </a:prstGeom>
          <a:ln w="57150">
            <a:solidFill>
              <a:schemeClr val="tx1">
                <a:lumMod val="50000"/>
                <a:lumOff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fade">
                                      <p:cBhvr>
                                        <p:cTn id="7" dur="500"/>
                                        <p:tgtEl>
                                          <p:spTgt spid="31"/>
                                        </p:tgtEl>
                                      </p:cBhvr>
                                    </p:animEffect>
                                    <p:anim calcmode="lin" valueType="num">
                                      <p:cBhvr>
                                        <p:cTn id="8" dur="500" fill="hold"/>
                                        <p:tgtEl>
                                          <p:spTgt spid="31"/>
                                        </p:tgtEl>
                                        <p:attrNameLst>
                                          <p:attrName>ppt_x</p:attrName>
                                        </p:attrNameLst>
                                      </p:cBhvr>
                                      <p:tavLst>
                                        <p:tav tm="0">
                                          <p:val>
                                            <p:strVal val="#ppt_x"/>
                                          </p:val>
                                        </p:tav>
                                        <p:tav tm="100000">
                                          <p:val>
                                            <p:strVal val="#ppt_x"/>
                                          </p:val>
                                        </p:tav>
                                      </p:tavLst>
                                    </p:anim>
                                    <p:anim calcmode="lin" valueType="num">
                                      <p:cBhvr>
                                        <p:cTn id="9" dur="500" fill="hold"/>
                                        <p:tgtEl>
                                          <p:spTgt spid="31"/>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6" presetClass="entr" presetSubtype="21" fill="hold" grpId="0" nodeType="clickEffect">
                                  <p:stCondLst>
                                    <p:cond delay="0"/>
                                  </p:stCondLst>
                                  <p:childTnLst>
                                    <p:set>
                                      <p:cBhvr>
                                        <p:cTn id="13" dur="1" fill="hold">
                                          <p:stCondLst>
                                            <p:cond delay="0"/>
                                          </p:stCondLst>
                                        </p:cTn>
                                        <p:tgtEl>
                                          <p:spTgt spid="129"/>
                                        </p:tgtEl>
                                        <p:attrNameLst>
                                          <p:attrName>style.visibility</p:attrName>
                                        </p:attrNameLst>
                                      </p:cBhvr>
                                      <p:to>
                                        <p:strVal val="visible"/>
                                      </p:to>
                                    </p:set>
                                    <p:animEffect transition="in" filter="barn(inVertical)">
                                      <p:cBhvr>
                                        <p:cTn id="14" dur="500"/>
                                        <p:tgtEl>
                                          <p:spTgt spid="129"/>
                                        </p:tgtEl>
                                      </p:cBhvr>
                                    </p:animEffect>
                                  </p:childTnLst>
                                </p:cTn>
                              </p:par>
                            </p:childTnLst>
                          </p:cTn>
                        </p:par>
                        <p:par>
                          <p:cTn id="15" fill="hold">
                            <p:stCondLst>
                              <p:cond delay="500"/>
                            </p:stCondLst>
                            <p:childTnLst>
                              <p:par>
                                <p:cTn id="16" presetID="42" presetClass="entr" presetSubtype="0" fill="hold" nodeType="after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500"/>
                                        <p:tgtEl>
                                          <p:spTgt spid="9"/>
                                        </p:tgtEl>
                                      </p:cBhvr>
                                    </p:animEffect>
                                    <p:anim calcmode="lin" valueType="num">
                                      <p:cBhvr>
                                        <p:cTn id="19" dur="500" fill="hold"/>
                                        <p:tgtEl>
                                          <p:spTgt spid="9"/>
                                        </p:tgtEl>
                                        <p:attrNameLst>
                                          <p:attrName>ppt_x</p:attrName>
                                        </p:attrNameLst>
                                      </p:cBhvr>
                                      <p:tavLst>
                                        <p:tav tm="0">
                                          <p:val>
                                            <p:strVal val="#ppt_x"/>
                                          </p:val>
                                        </p:tav>
                                        <p:tav tm="100000">
                                          <p:val>
                                            <p:strVal val="#ppt_x"/>
                                          </p:val>
                                        </p:tav>
                                      </p:tavLst>
                                    </p:anim>
                                    <p:anim calcmode="lin" valueType="num">
                                      <p:cBhvr>
                                        <p:cTn id="20" dur="500" fill="hold"/>
                                        <p:tgtEl>
                                          <p:spTgt spid="9"/>
                                        </p:tgtEl>
                                        <p:attrNameLst>
                                          <p:attrName>ppt_y</p:attrName>
                                        </p:attrNameLst>
                                      </p:cBhvr>
                                      <p:tavLst>
                                        <p:tav tm="0">
                                          <p:val>
                                            <p:strVal val="#ppt_y+.1"/>
                                          </p:val>
                                        </p:tav>
                                        <p:tav tm="100000">
                                          <p:val>
                                            <p:strVal val="#ppt_y"/>
                                          </p:val>
                                        </p:tav>
                                      </p:tavLst>
                                    </p:anim>
                                  </p:childTnLst>
                                </p:cTn>
                              </p:par>
                              <p:par>
                                <p:cTn id="21" presetID="42" presetClass="entr" presetSubtype="0" fill="hold" grpId="0" nodeType="withEffect">
                                  <p:stCondLst>
                                    <p:cond delay="0"/>
                                  </p:stCondLst>
                                  <p:childTnLst>
                                    <p:set>
                                      <p:cBhvr>
                                        <p:cTn id="22" dur="1" fill="hold">
                                          <p:stCondLst>
                                            <p:cond delay="0"/>
                                          </p:stCondLst>
                                        </p:cTn>
                                        <p:tgtEl>
                                          <p:spTgt spid="83"/>
                                        </p:tgtEl>
                                        <p:attrNameLst>
                                          <p:attrName>style.visibility</p:attrName>
                                        </p:attrNameLst>
                                      </p:cBhvr>
                                      <p:to>
                                        <p:strVal val="visible"/>
                                      </p:to>
                                    </p:set>
                                    <p:animEffect transition="in" filter="fade">
                                      <p:cBhvr>
                                        <p:cTn id="23" dur="500"/>
                                        <p:tgtEl>
                                          <p:spTgt spid="83"/>
                                        </p:tgtEl>
                                      </p:cBhvr>
                                    </p:animEffect>
                                    <p:anim calcmode="lin" valueType="num">
                                      <p:cBhvr>
                                        <p:cTn id="24" dur="500" fill="hold"/>
                                        <p:tgtEl>
                                          <p:spTgt spid="83"/>
                                        </p:tgtEl>
                                        <p:attrNameLst>
                                          <p:attrName>ppt_x</p:attrName>
                                        </p:attrNameLst>
                                      </p:cBhvr>
                                      <p:tavLst>
                                        <p:tav tm="0">
                                          <p:val>
                                            <p:strVal val="#ppt_x"/>
                                          </p:val>
                                        </p:tav>
                                        <p:tav tm="100000">
                                          <p:val>
                                            <p:strVal val="#ppt_x"/>
                                          </p:val>
                                        </p:tav>
                                      </p:tavLst>
                                    </p:anim>
                                    <p:anim calcmode="lin" valueType="num">
                                      <p:cBhvr>
                                        <p:cTn id="25" dur="500" fill="hold"/>
                                        <p:tgtEl>
                                          <p:spTgt spid="83"/>
                                        </p:tgtEl>
                                        <p:attrNameLst>
                                          <p:attrName>ppt_y</p:attrName>
                                        </p:attrNameLst>
                                      </p:cBhvr>
                                      <p:tavLst>
                                        <p:tav tm="0">
                                          <p:val>
                                            <p:strVal val="#ppt_y+.1"/>
                                          </p:val>
                                        </p:tav>
                                        <p:tav tm="100000">
                                          <p:val>
                                            <p:strVal val="#ppt_y"/>
                                          </p:val>
                                        </p:tav>
                                      </p:tavLst>
                                    </p:anim>
                                  </p:childTnLst>
                                </p:cTn>
                              </p:par>
                              <p:par>
                                <p:cTn id="26" presetID="42" presetClass="entr" presetSubtype="0" fill="hold" nodeType="withEffect">
                                  <p:stCondLst>
                                    <p:cond delay="0"/>
                                  </p:stCondLst>
                                  <p:childTnLst>
                                    <p:set>
                                      <p:cBhvr>
                                        <p:cTn id="27" dur="1" fill="hold">
                                          <p:stCondLst>
                                            <p:cond delay="0"/>
                                          </p:stCondLst>
                                        </p:cTn>
                                        <p:tgtEl>
                                          <p:spTgt spid="132"/>
                                        </p:tgtEl>
                                        <p:attrNameLst>
                                          <p:attrName>style.visibility</p:attrName>
                                        </p:attrNameLst>
                                      </p:cBhvr>
                                      <p:to>
                                        <p:strVal val="visible"/>
                                      </p:to>
                                    </p:set>
                                    <p:animEffect transition="in" filter="fade">
                                      <p:cBhvr>
                                        <p:cTn id="28" dur="500"/>
                                        <p:tgtEl>
                                          <p:spTgt spid="132"/>
                                        </p:tgtEl>
                                      </p:cBhvr>
                                    </p:animEffect>
                                    <p:anim calcmode="lin" valueType="num">
                                      <p:cBhvr>
                                        <p:cTn id="29" dur="500" fill="hold"/>
                                        <p:tgtEl>
                                          <p:spTgt spid="132"/>
                                        </p:tgtEl>
                                        <p:attrNameLst>
                                          <p:attrName>ppt_x</p:attrName>
                                        </p:attrNameLst>
                                      </p:cBhvr>
                                      <p:tavLst>
                                        <p:tav tm="0">
                                          <p:val>
                                            <p:strVal val="#ppt_x"/>
                                          </p:val>
                                        </p:tav>
                                        <p:tav tm="100000">
                                          <p:val>
                                            <p:strVal val="#ppt_x"/>
                                          </p:val>
                                        </p:tav>
                                      </p:tavLst>
                                    </p:anim>
                                    <p:anim calcmode="lin" valueType="num">
                                      <p:cBhvr>
                                        <p:cTn id="30" dur="500" fill="hold"/>
                                        <p:tgtEl>
                                          <p:spTgt spid="132"/>
                                        </p:tgtEl>
                                        <p:attrNameLst>
                                          <p:attrName>ppt_y</p:attrName>
                                        </p:attrNameLst>
                                      </p:cBhvr>
                                      <p:tavLst>
                                        <p:tav tm="0">
                                          <p:val>
                                            <p:strVal val="#ppt_y+.1"/>
                                          </p:val>
                                        </p:tav>
                                        <p:tav tm="100000">
                                          <p:val>
                                            <p:strVal val="#ppt_y"/>
                                          </p:val>
                                        </p:tav>
                                      </p:tavLst>
                                    </p:anim>
                                  </p:childTnLst>
                                </p:cTn>
                              </p:par>
                              <p:par>
                                <p:cTn id="31" presetID="42" presetClass="entr" presetSubtype="0" fill="hold" nodeType="withEffect">
                                  <p:stCondLst>
                                    <p:cond delay="0"/>
                                  </p:stCondLst>
                                  <p:childTnLst>
                                    <p:set>
                                      <p:cBhvr>
                                        <p:cTn id="32" dur="1" fill="hold">
                                          <p:stCondLst>
                                            <p:cond delay="0"/>
                                          </p:stCondLst>
                                        </p:cTn>
                                        <p:tgtEl>
                                          <p:spTgt spid="11"/>
                                        </p:tgtEl>
                                        <p:attrNameLst>
                                          <p:attrName>style.visibility</p:attrName>
                                        </p:attrNameLst>
                                      </p:cBhvr>
                                      <p:to>
                                        <p:strVal val="visible"/>
                                      </p:to>
                                    </p:set>
                                    <p:animEffect transition="in" filter="fade">
                                      <p:cBhvr>
                                        <p:cTn id="33" dur="1000"/>
                                        <p:tgtEl>
                                          <p:spTgt spid="11"/>
                                        </p:tgtEl>
                                      </p:cBhvr>
                                    </p:animEffect>
                                    <p:anim calcmode="lin" valueType="num">
                                      <p:cBhvr>
                                        <p:cTn id="34" dur="1000" fill="hold"/>
                                        <p:tgtEl>
                                          <p:spTgt spid="11"/>
                                        </p:tgtEl>
                                        <p:attrNameLst>
                                          <p:attrName>ppt_x</p:attrName>
                                        </p:attrNameLst>
                                      </p:cBhvr>
                                      <p:tavLst>
                                        <p:tav tm="0">
                                          <p:val>
                                            <p:strVal val="#ppt_x"/>
                                          </p:val>
                                        </p:tav>
                                        <p:tav tm="100000">
                                          <p:val>
                                            <p:strVal val="#ppt_x"/>
                                          </p:val>
                                        </p:tav>
                                      </p:tavLst>
                                    </p:anim>
                                    <p:anim calcmode="lin" valueType="num">
                                      <p:cBhvr>
                                        <p:cTn id="35" dur="1000" fill="hold"/>
                                        <p:tgtEl>
                                          <p:spTgt spid="11"/>
                                        </p:tgtEl>
                                        <p:attrNameLst>
                                          <p:attrName>ppt_y</p:attrName>
                                        </p:attrNameLst>
                                      </p:cBhvr>
                                      <p:tavLst>
                                        <p:tav tm="0">
                                          <p:val>
                                            <p:strVal val="#ppt_y+.1"/>
                                          </p:val>
                                        </p:tav>
                                        <p:tav tm="100000">
                                          <p:val>
                                            <p:strVal val="#ppt_y"/>
                                          </p:val>
                                        </p:tav>
                                      </p:tavLst>
                                    </p:anim>
                                  </p:childTnLst>
                                </p:cTn>
                              </p:par>
                              <p:par>
                                <p:cTn id="36" presetID="42" presetClass="entr" presetSubtype="0" fill="hold" nodeType="withEffect">
                                  <p:stCondLst>
                                    <p:cond delay="0"/>
                                  </p:stCondLst>
                                  <p:childTnLst>
                                    <p:set>
                                      <p:cBhvr>
                                        <p:cTn id="37" dur="1" fill="hold">
                                          <p:stCondLst>
                                            <p:cond delay="0"/>
                                          </p:stCondLst>
                                        </p:cTn>
                                        <p:tgtEl>
                                          <p:spTgt spid="13"/>
                                        </p:tgtEl>
                                        <p:attrNameLst>
                                          <p:attrName>style.visibility</p:attrName>
                                        </p:attrNameLst>
                                      </p:cBhvr>
                                      <p:to>
                                        <p:strVal val="visible"/>
                                      </p:to>
                                    </p:set>
                                    <p:animEffect transition="in" filter="fade">
                                      <p:cBhvr>
                                        <p:cTn id="38" dur="1000"/>
                                        <p:tgtEl>
                                          <p:spTgt spid="13"/>
                                        </p:tgtEl>
                                      </p:cBhvr>
                                    </p:animEffect>
                                    <p:anim calcmode="lin" valueType="num">
                                      <p:cBhvr>
                                        <p:cTn id="39" dur="1000" fill="hold"/>
                                        <p:tgtEl>
                                          <p:spTgt spid="13"/>
                                        </p:tgtEl>
                                        <p:attrNameLst>
                                          <p:attrName>ppt_x</p:attrName>
                                        </p:attrNameLst>
                                      </p:cBhvr>
                                      <p:tavLst>
                                        <p:tav tm="0">
                                          <p:val>
                                            <p:strVal val="#ppt_x"/>
                                          </p:val>
                                        </p:tav>
                                        <p:tav tm="100000">
                                          <p:val>
                                            <p:strVal val="#ppt_x"/>
                                          </p:val>
                                        </p:tav>
                                      </p:tavLst>
                                    </p:anim>
                                    <p:anim calcmode="lin" valueType="num">
                                      <p:cBhvr>
                                        <p:cTn id="40" dur="1000" fill="hold"/>
                                        <p:tgtEl>
                                          <p:spTgt spid="13"/>
                                        </p:tgtEl>
                                        <p:attrNameLst>
                                          <p:attrName>ppt_y</p:attrName>
                                        </p:attrNameLst>
                                      </p:cBhvr>
                                      <p:tavLst>
                                        <p:tav tm="0">
                                          <p:val>
                                            <p:strVal val="#ppt_y+.1"/>
                                          </p:val>
                                        </p:tav>
                                        <p:tav tm="100000">
                                          <p:val>
                                            <p:strVal val="#ppt_y"/>
                                          </p:val>
                                        </p:tav>
                                      </p:tavLst>
                                    </p:anim>
                                  </p:childTnLst>
                                </p:cTn>
                              </p:par>
                              <p:par>
                                <p:cTn id="41" presetID="42" presetClass="entr" presetSubtype="0" fill="hold" nodeType="withEffect">
                                  <p:stCondLst>
                                    <p:cond delay="0"/>
                                  </p:stCondLst>
                                  <p:childTnLst>
                                    <p:set>
                                      <p:cBhvr>
                                        <p:cTn id="42" dur="1" fill="hold">
                                          <p:stCondLst>
                                            <p:cond delay="0"/>
                                          </p:stCondLst>
                                        </p:cTn>
                                        <p:tgtEl>
                                          <p:spTgt spid="12"/>
                                        </p:tgtEl>
                                        <p:attrNameLst>
                                          <p:attrName>style.visibility</p:attrName>
                                        </p:attrNameLst>
                                      </p:cBhvr>
                                      <p:to>
                                        <p:strVal val="visible"/>
                                      </p:to>
                                    </p:set>
                                    <p:animEffect transition="in" filter="fade">
                                      <p:cBhvr>
                                        <p:cTn id="43" dur="1000"/>
                                        <p:tgtEl>
                                          <p:spTgt spid="12"/>
                                        </p:tgtEl>
                                      </p:cBhvr>
                                    </p:animEffect>
                                    <p:anim calcmode="lin" valueType="num">
                                      <p:cBhvr>
                                        <p:cTn id="44" dur="1000" fill="hold"/>
                                        <p:tgtEl>
                                          <p:spTgt spid="12"/>
                                        </p:tgtEl>
                                        <p:attrNameLst>
                                          <p:attrName>ppt_x</p:attrName>
                                        </p:attrNameLst>
                                      </p:cBhvr>
                                      <p:tavLst>
                                        <p:tav tm="0">
                                          <p:val>
                                            <p:strVal val="#ppt_x"/>
                                          </p:val>
                                        </p:tav>
                                        <p:tav tm="100000">
                                          <p:val>
                                            <p:strVal val="#ppt_x"/>
                                          </p:val>
                                        </p:tav>
                                      </p:tavLst>
                                    </p:anim>
                                    <p:anim calcmode="lin" valueType="num">
                                      <p:cBhvr>
                                        <p:cTn id="45"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46" fill="hold">
                      <p:stCondLst>
                        <p:cond delay="indefinite"/>
                      </p:stCondLst>
                      <p:childTnLst>
                        <p:par>
                          <p:cTn id="47" fill="hold">
                            <p:stCondLst>
                              <p:cond delay="0"/>
                            </p:stCondLst>
                            <p:childTnLst>
                              <p:par>
                                <p:cTn id="48" presetID="14" presetClass="entr" presetSubtype="10" fill="hold" nodeType="clickEffect">
                                  <p:stCondLst>
                                    <p:cond delay="0"/>
                                  </p:stCondLst>
                                  <p:childTnLst>
                                    <p:set>
                                      <p:cBhvr>
                                        <p:cTn id="49" dur="1" fill="hold">
                                          <p:stCondLst>
                                            <p:cond delay="0"/>
                                          </p:stCondLst>
                                        </p:cTn>
                                        <p:tgtEl>
                                          <p:spTgt spid="2"/>
                                        </p:tgtEl>
                                        <p:attrNameLst>
                                          <p:attrName>style.visibility</p:attrName>
                                        </p:attrNameLst>
                                      </p:cBhvr>
                                      <p:to>
                                        <p:strVal val="visible"/>
                                      </p:to>
                                    </p:set>
                                    <p:animEffect transition="in" filter="randombar(horizontal)">
                                      <p:cBhvr>
                                        <p:cTn id="50" dur="500"/>
                                        <p:tgtEl>
                                          <p:spTgt spid="2"/>
                                        </p:tgtEl>
                                      </p:cBhvr>
                                    </p:animEffect>
                                  </p:childTnLst>
                                </p:cTn>
                              </p:par>
                              <p:par>
                                <p:cTn id="51" presetID="14" presetClass="entr" presetSubtype="10" fill="hold" nodeType="withEffect">
                                  <p:stCondLst>
                                    <p:cond delay="0"/>
                                  </p:stCondLst>
                                  <p:childTnLst>
                                    <p:set>
                                      <p:cBhvr>
                                        <p:cTn id="52" dur="1" fill="hold">
                                          <p:stCondLst>
                                            <p:cond delay="0"/>
                                          </p:stCondLst>
                                        </p:cTn>
                                        <p:tgtEl>
                                          <p:spTgt spid="3"/>
                                        </p:tgtEl>
                                        <p:attrNameLst>
                                          <p:attrName>style.visibility</p:attrName>
                                        </p:attrNameLst>
                                      </p:cBhvr>
                                      <p:to>
                                        <p:strVal val="visible"/>
                                      </p:to>
                                    </p:set>
                                    <p:animEffect transition="in" filter="randombar(horizontal)">
                                      <p:cBhvr>
                                        <p:cTn id="53" dur="500"/>
                                        <p:tgtEl>
                                          <p:spTgt spid="3"/>
                                        </p:tgtEl>
                                      </p:cBhvr>
                                    </p:animEffect>
                                  </p:childTnLst>
                                </p:cTn>
                              </p:par>
                            </p:childTnLst>
                          </p:cTn>
                        </p:par>
                      </p:childTnLst>
                    </p:cTn>
                  </p:par>
                  <p:par>
                    <p:cTn id="54" fill="hold">
                      <p:stCondLst>
                        <p:cond delay="indefinite"/>
                      </p:stCondLst>
                      <p:childTnLst>
                        <p:par>
                          <p:cTn id="55" fill="hold">
                            <p:stCondLst>
                              <p:cond delay="0"/>
                            </p:stCondLst>
                            <p:childTnLst>
                              <p:par>
                                <p:cTn id="56" presetID="16" presetClass="entr" presetSubtype="21" fill="hold" grpId="0" nodeType="clickEffect">
                                  <p:stCondLst>
                                    <p:cond delay="0"/>
                                  </p:stCondLst>
                                  <p:childTnLst>
                                    <p:set>
                                      <p:cBhvr>
                                        <p:cTn id="57" dur="1" fill="hold">
                                          <p:stCondLst>
                                            <p:cond delay="0"/>
                                          </p:stCondLst>
                                        </p:cTn>
                                        <p:tgtEl>
                                          <p:spTgt spid="130"/>
                                        </p:tgtEl>
                                        <p:attrNameLst>
                                          <p:attrName>style.visibility</p:attrName>
                                        </p:attrNameLst>
                                      </p:cBhvr>
                                      <p:to>
                                        <p:strVal val="visible"/>
                                      </p:to>
                                    </p:set>
                                    <p:animEffect transition="in" filter="barn(inVertical)">
                                      <p:cBhvr>
                                        <p:cTn id="58" dur="500"/>
                                        <p:tgtEl>
                                          <p:spTgt spid="130"/>
                                        </p:tgtEl>
                                      </p:cBhvr>
                                    </p:animEffect>
                                  </p:childTnLst>
                                </p:cTn>
                              </p:par>
                              <p:par>
                                <p:cTn id="59" presetID="16" presetClass="entr" presetSubtype="21" fill="hold" grpId="0" nodeType="withEffect">
                                  <p:stCondLst>
                                    <p:cond delay="0"/>
                                  </p:stCondLst>
                                  <p:childTnLst>
                                    <p:set>
                                      <p:cBhvr>
                                        <p:cTn id="60" dur="1" fill="hold">
                                          <p:stCondLst>
                                            <p:cond delay="0"/>
                                          </p:stCondLst>
                                        </p:cTn>
                                        <p:tgtEl>
                                          <p:spTgt spid="127"/>
                                        </p:tgtEl>
                                        <p:attrNameLst>
                                          <p:attrName>style.visibility</p:attrName>
                                        </p:attrNameLst>
                                      </p:cBhvr>
                                      <p:to>
                                        <p:strVal val="visible"/>
                                      </p:to>
                                    </p:set>
                                    <p:animEffect transition="in" filter="barn(inVertical)">
                                      <p:cBhvr>
                                        <p:cTn id="61" dur="500"/>
                                        <p:tgtEl>
                                          <p:spTgt spid="127"/>
                                        </p:tgtEl>
                                      </p:cBhvr>
                                    </p:animEffect>
                                  </p:childTnLst>
                                </p:cTn>
                              </p:par>
                            </p:childTnLst>
                          </p:cTn>
                        </p:par>
                        <p:par>
                          <p:cTn id="62" fill="hold">
                            <p:stCondLst>
                              <p:cond delay="500"/>
                            </p:stCondLst>
                            <p:childTnLst>
                              <p:par>
                                <p:cTn id="63" presetID="16" presetClass="entr" presetSubtype="21" fill="hold" nodeType="afterEffect">
                                  <p:stCondLst>
                                    <p:cond delay="0"/>
                                  </p:stCondLst>
                                  <p:childTnLst>
                                    <p:set>
                                      <p:cBhvr>
                                        <p:cTn id="64" dur="1" fill="hold">
                                          <p:stCondLst>
                                            <p:cond delay="0"/>
                                          </p:stCondLst>
                                        </p:cTn>
                                        <p:tgtEl>
                                          <p:spTgt spid="80"/>
                                        </p:tgtEl>
                                        <p:attrNameLst>
                                          <p:attrName>style.visibility</p:attrName>
                                        </p:attrNameLst>
                                      </p:cBhvr>
                                      <p:to>
                                        <p:strVal val="visible"/>
                                      </p:to>
                                    </p:set>
                                    <p:animEffect transition="in" filter="barn(inVertical)">
                                      <p:cBhvr>
                                        <p:cTn id="65" dur="500"/>
                                        <p:tgtEl>
                                          <p:spTgt spid="80"/>
                                        </p:tgtEl>
                                      </p:cBhvr>
                                    </p:animEffect>
                                  </p:childTnLst>
                                </p:cTn>
                              </p:par>
                              <p:par>
                                <p:cTn id="66" presetID="16" presetClass="entr" presetSubtype="21" fill="hold" nodeType="withEffect">
                                  <p:stCondLst>
                                    <p:cond delay="0"/>
                                  </p:stCondLst>
                                  <p:childTnLst>
                                    <p:set>
                                      <p:cBhvr>
                                        <p:cTn id="67" dur="1" fill="hold">
                                          <p:stCondLst>
                                            <p:cond delay="0"/>
                                          </p:stCondLst>
                                        </p:cTn>
                                        <p:tgtEl>
                                          <p:spTgt spid="81"/>
                                        </p:tgtEl>
                                        <p:attrNameLst>
                                          <p:attrName>style.visibility</p:attrName>
                                        </p:attrNameLst>
                                      </p:cBhvr>
                                      <p:to>
                                        <p:strVal val="visible"/>
                                      </p:to>
                                    </p:set>
                                    <p:animEffect transition="in" filter="barn(inVertical)">
                                      <p:cBhvr>
                                        <p:cTn id="68" dur="500"/>
                                        <p:tgtEl>
                                          <p:spTgt spid="81"/>
                                        </p:tgtEl>
                                      </p:cBhvr>
                                    </p:animEffect>
                                  </p:childTnLst>
                                </p:cTn>
                              </p:par>
                            </p:childTnLst>
                          </p:cTn>
                        </p:par>
                      </p:childTnLst>
                    </p:cTn>
                  </p:par>
                  <p:par>
                    <p:cTn id="69" fill="hold">
                      <p:stCondLst>
                        <p:cond delay="indefinite"/>
                      </p:stCondLst>
                      <p:childTnLst>
                        <p:par>
                          <p:cTn id="70" fill="hold">
                            <p:stCondLst>
                              <p:cond delay="0"/>
                            </p:stCondLst>
                            <p:childTnLst>
                              <p:par>
                                <p:cTn id="71" presetID="22" presetClass="exit" presetSubtype="1" fill="hold" nodeType="clickEffect">
                                  <p:stCondLst>
                                    <p:cond delay="0"/>
                                  </p:stCondLst>
                                  <p:childTnLst>
                                    <p:animEffect transition="out" filter="wipe(up)">
                                      <p:cBhvr>
                                        <p:cTn id="72" dur="500"/>
                                        <p:tgtEl>
                                          <p:spTgt spid="11"/>
                                        </p:tgtEl>
                                      </p:cBhvr>
                                    </p:animEffect>
                                    <p:set>
                                      <p:cBhvr>
                                        <p:cTn id="73" dur="1" fill="hold">
                                          <p:stCondLst>
                                            <p:cond delay="499"/>
                                          </p:stCondLst>
                                        </p:cTn>
                                        <p:tgtEl>
                                          <p:spTgt spid="11"/>
                                        </p:tgtEl>
                                        <p:attrNameLst>
                                          <p:attrName>style.visibility</p:attrName>
                                        </p:attrNameLst>
                                      </p:cBhvr>
                                      <p:to>
                                        <p:strVal val="hidden"/>
                                      </p:to>
                                    </p:set>
                                  </p:childTnLst>
                                </p:cTn>
                              </p:par>
                              <p:par>
                                <p:cTn id="74" presetID="22" presetClass="exit" presetSubtype="1" fill="hold" nodeType="withEffect">
                                  <p:stCondLst>
                                    <p:cond delay="0"/>
                                  </p:stCondLst>
                                  <p:childTnLst>
                                    <p:animEffect transition="out" filter="wipe(up)">
                                      <p:cBhvr>
                                        <p:cTn id="75" dur="500"/>
                                        <p:tgtEl>
                                          <p:spTgt spid="13"/>
                                        </p:tgtEl>
                                      </p:cBhvr>
                                    </p:animEffect>
                                    <p:set>
                                      <p:cBhvr>
                                        <p:cTn id="76" dur="1" fill="hold">
                                          <p:stCondLst>
                                            <p:cond delay="499"/>
                                          </p:stCondLst>
                                        </p:cTn>
                                        <p:tgtEl>
                                          <p:spTgt spid="13"/>
                                        </p:tgtEl>
                                        <p:attrNameLst>
                                          <p:attrName>style.visibility</p:attrName>
                                        </p:attrNameLst>
                                      </p:cBhvr>
                                      <p:to>
                                        <p:strVal val="hidden"/>
                                      </p:to>
                                    </p:set>
                                  </p:childTnLst>
                                </p:cTn>
                              </p:par>
                            </p:childTnLst>
                          </p:cTn>
                        </p:par>
                        <p:par>
                          <p:cTn id="77" fill="hold">
                            <p:stCondLst>
                              <p:cond delay="500"/>
                            </p:stCondLst>
                            <p:childTnLst>
                              <p:par>
                                <p:cTn id="78" presetID="22" presetClass="entr" presetSubtype="8" fill="hold" nodeType="afterEffect">
                                  <p:stCondLst>
                                    <p:cond delay="0"/>
                                  </p:stCondLst>
                                  <p:childTnLst>
                                    <p:set>
                                      <p:cBhvr>
                                        <p:cTn id="79" dur="1" fill="hold">
                                          <p:stCondLst>
                                            <p:cond delay="0"/>
                                          </p:stCondLst>
                                        </p:cTn>
                                        <p:tgtEl>
                                          <p:spTgt spid="46"/>
                                        </p:tgtEl>
                                        <p:attrNameLst>
                                          <p:attrName>style.visibility</p:attrName>
                                        </p:attrNameLst>
                                      </p:cBhvr>
                                      <p:to>
                                        <p:strVal val="visible"/>
                                      </p:to>
                                    </p:set>
                                    <p:animEffect transition="in" filter="wipe(left)">
                                      <p:cBhvr>
                                        <p:cTn id="80" dur="500"/>
                                        <p:tgtEl>
                                          <p:spTgt spid="46"/>
                                        </p:tgtEl>
                                      </p:cBhvr>
                                    </p:animEffect>
                                  </p:childTnLst>
                                </p:cTn>
                              </p:par>
                              <p:par>
                                <p:cTn id="81" presetID="22" presetClass="entr" presetSubtype="8" fill="hold" nodeType="withEffect">
                                  <p:stCondLst>
                                    <p:cond delay="0"/>
                                  </p:stCondLst>
                                  <p:childTnLst>
                                    <p:set>
                                      <p:cBhvr>
                                        <p:cTn id="82" dur="1" fill="hold">
                                          <p:stCondLst>
                                            <p:cond delay="0"/>
                                          </p:stCondLst>
                                        </p:cTn>
                                        <p:tgtEl>
                                          <p:spTgt spid="47"/>
                                        </p:tgtEl>
                                        <p:attrNameLst>
                                          <p:attrName>style.visibility</p:attrName>
                                        </p:attrNameLst>
                                      </p:cBhvr>
                                      <p:to>
                                        <p:strVal val="visible"/>
                                      </p:to>
                                    </p:set>
                                    <p:animEffect transition="in" filter="wipe(left)">
                                      <p:cBhvr>
                                        <p:cTn id="83" dur="500"/>
                                        <p:tgtEl>
                                          <p:spTgt spid="47"/>
                                        </p:tgtEl>
                                      </p:cBhvr>
                                    </p:animEffect>
                                  </p:childTnLst>
                                </p:cTn>
                              </p:par>
                            </p:childTnLst>
                          </p:cTn>
                        </p:par>
                      </p:childTnLst>
                    </p:cTn>
                  </p:par>
                  <p:par>
                    <p:cTn id="84" fill="hold">
                      <p:stCondLst>
                        <p:cond delay="indefinite"/>
                      </p:stCondLst>
                      <p:childTnLst>
                        <p:par>
                          <p:cTn id="85" fill="hold">
                            <p:stCondLst>
                              <p:cond delay="0"/>
                            </p:stCondLst>
                            <p:childTnLst>
                              <p:par>
                                <p:cTn id="86" presetID="14" presetClass="entr" presetSubtype="10" fill="hold" nodeType="clickEffect">
                                  <p:stCondLst>
                                    <p:cond delay="0"/>
                                  </p:stCondLst>
                                  <p:childTnLst>
                                    <p:set>
                                      <p:cBhvr>
                                        <p:cTn id="87" dur="1" fill="hold">
                                          <p:stCondLst>
                                            <p:cond delay="0"/>
                                          </p:stCondLst>
                                        </p:cTn>
                                        <p:tgtEl>
                                          <p:spTgt spid="37"/>
                                        </p:tgtEl>
                                        <p:attrNameLst>
                                          <p:attrName>style.visibility</p:attrName>
                                        </p:attrNameLst>
                                      </p:cBhvr>
                                      <p:to>
                                        <p:strVal val="visible"/>
                                      </p:to>
                                    </p:set>
                                    <p:animEffect transition="in" filter="randombar(horizontal)">
                                      <p:cBhvr>
                                        <p:cTn id="88" dur="500"/>
                                        <p:tgtEl>
                                          <p:spTgt spid="37"/>
                                        </p:tgtEl>
                                      </p:cBhvr>
                                    </p:animEffect>
                                  </p:childTnLst>
                                </p:cTn>
                              </p:par>
                            </p:childTnLst>
                          </p:cTn>
                        </p:par>
                      </p:childTnLst>
                    </p:cTn>
                  </p:par>
                  <p:par>
                    <p:cTn id="89" fill="hold">
                      <p:stCondLst>
                        <p:cond delay="indefinite"/>
                      </p:stCondLst>
                      <p:childTnLst>
                        <p:par>
                          <p:cTn id="90" fill="hold">
                            <p:stCondLst>
                              <p:cond delay="0"/>
                            </p:stCondLst>
                            <p:childTnLst>
                              <p:par>
                                <p:cTn id="91" presetID="16" presetClass="entr" presetSubtype="21" fill="hold" grpId="0" nodeType="clickEffect">
                                  <p:stCondLst>
                                    <p:cond delay="0"/>
                                  </p:stCondLst>
                                  <p:childTnLst>
                                    <p:set>
                                      <p:cBhvr>
                                        <p:cTn id="92" dur="1" fill="hold">
                                          <p:stCondLst>
                                            <p:cond delay="0"/>
                                          </p:stCondLst>
                                        </p:cTn>
                                        <p:tgtEl>
                                          <p:spTgt spid="128"/>
                                        </p:tgtEl>
                                        <p:attrNameLst>
                                          <p:attrName>style.visibility</p:attrName>
                                        </p:attrNameLst>
                                      </p:cBhvr>
                                      <p:to>
                                        <p:strVal val="visible"/>
                                      </p:to>
                                    </p:set>
                                    <p:animEffect transition="in" filter="barn(inVertical)">
                                      <p:cBhvr>
                                        <p:cTn id="93" dur="500"/>
                                        <p:tgtEl>
                                          <p:spTgt spid="128"/>
                                        </p:tgtEl>
                                      </p:cBhvr>
                                    </p:animEffect>
                                  </p:childTnLst>
                                </p:cTn>
                              </p:par>
                              <p:par>
                                <p:cTn id="94" presetID="16" presetClass="entr" presetSubtype="21" fill="hold" nodeType="withEffect">
                                  <p:stCondLst>
                                    <p:cond delay="0"/>
                                  </p:stCondLst>
                                  <p:childTnLst>
                                    <p:set>
                                      <p:cBhvr>
                                        <p:cTn id="95" dur="1" fill="hold">
                                          <p:stCondLst>
                                            <p:cond delay="0"/>
                                          </p:stCondLst>
                                        </p:cTn>
                                        <p:tgtEl>
                                          <p:spTgt spid="119"/>
                                        </p:tgtEl>
                                        <p:attrNameLst>
                                          <p:attrName>style.visibility</p:attrName>
                                        </p:attrNameLst>
                                      </p:cBhvr>
                                      <p:to>
                                        <p:strVal val="visible"/>
                                      </p:to>
                                    </p:set>
                                    <p:animEffect transition="in" filter="barn(inVertical)">
                                      <p:cBhvr>
                                        <p:cTn id="96" dur="500"/>
                                        <p:tgtEl>
                                          <p:spTgt spid="119"/>
                                        </p:tgtEl>
                                      </p:cBhvr>
                                    </p:animEffect>
                                  </p:childTnLst>
                                </p:cTn>
                              </p:par>
                            </p:childTnLst>
                          </p:cTn>
                        </p:par>
                        <p:par>
                          <p:cTn id="97" fill="hold">
                            <p:stCondLst>
                              <p:cond delay="500"/>
                            </p:stCondLst>
                            <p:childTnLst>
                              <p:par>
                                <p:cTn id="98" presetID="22" presetClass="entr" presetSubtype="1" fill="hold" nodeType="afterEffect">
                                  <p:stCondLst>
                                    <p:cond delay="0"/>
                                  </p:stCondLst>
                                  <p:childTnLst>
                                    <p:set>
                                      <p:cBhvr>
                                        <p:cTn id="99" dur="1" fill="hold">
                                          <p:stCondLst>
                                            <p:cond delay="0"/>
                                          </p:stCondLst>
                                        </p:cTn>
                                        <p:tgtEl>
                                          <p:spTgt spid="98"/>
                                        </p:tgtEl>
                                        <p:attrNameLst>
                                          <p:attrName>style.visibility</p:attrName>
                                        </p:attrNameLst>
                                      </p:cBhvr>
                                      <p:to>
                                        <p:strVal val="visible"/>
                                      </p:to>
                                    </p:set>
                                    <p:animEffect transition="in" filter="wipe(up)">
                                      <p:cBhvr>
                                        <p:cTn id="100" dur="500"/>
                                        <p:tgtEl>
                                          <p:spTgt spid="98"/>
                                        </p:tgtEl>
                                      </p:cBhvr>
                                    </p:animEffect>
                                  </p:childTnLst>
                                </p:cTn>
                              </p:par>
                            </p:childTnLst>
                          </p:cTn>
                        </p:par>
                        <p:par>
                          <p:cTn id="101" fill="hold">
                            <p:stCondLst>
                              <p:cond delay="1000"/>
                            </p:stCondLst>
                            <p:childTnLst>
                              <p:par>
                                <p:cTn id="102" presetID="16" presetClass="entr" presetSubtype="21" fill="hold" grpId="0" nodeType="afterEffect">
                                  <p:stCondLst>
                                    <p:cond delay="0"/>
                                  </p:stCondLst>
                                  <p:childTnLst>
                                    <p:set>
                                      <p:cBhvr>
                                        <p:cTn id="103" dur="1" fill="hold">
                                          <p:stCondLst>
                                            <p:cond delay="0"/>
                                          </p:stCondLst>
                                        </p:cTn>
                                        <p:tgtEl>
                                          <p:spTgt spid="54"/>
                                        </p:tgtEl>
                                        <p:attrNameLst>
                                          <p:attrName>style.visibility</p:attrName>
                                        </p:attrNameLst>
                                      </p:cBhvr>
                                      <p:to>
                                        <p:strVal val="visible"/>
                                      </p:to>
                                    </p:set>
                                    <p:animEffect transition="in" filter="barn(inVertical)">
                                      <p:cBhvr>
                                        <p:cTn id="104" dur="500"/>
                                        <p:tgtEl>
                                          <p:spTgt spid="54"/>
                                        </p:tgtEl>
                                      </p:cBhvr>
                                    </p:animEffect>
                                  </p:childTnLst>
                                </p:cTn>
                              </p:par>
                              <p:par>
                                <p:cTn id="105" presetID="16" presetClass="entr" presetSubtype="21" fill="hold" nodeType="withEffect">
                                  <p:stCondLst>
                                    <p:cond delay="0"/>
                                  </p:stCondLst>
                                  <p:childTnLst>
                                    <p:set>
                                      <p:cBhvr>
                                        <p:cTn id="106" dur="1" fill="hold">
                                          <p:stCondLst>
                                            <p:cond delay="0"/>
                                          </p:stCondLst>
                                        </p:cTn>
                                        <p:tgtEl>
                                          <p:spTgt spid="82"/>
                                        </p:tgtEl>
                                        <p:attrNameLst>
                                          <p:attrName>style.visibility</p:attrName>
                                        </p:attrNameLst>
                                      </p:cBhvr>
                                      <p:to>
                                        <p:strVal val="visible"/>
                                      </p:to>
                                    </p:set>
                                    <p:animEffect transition="in" filter="barn(inVertical)">
                                      <p:cBhvr>
                                        <p:cTn id="107" dur="500"/>
                                        <p:tgtEl>
                                          <p:spTgt spid="82"/>
                                        </p:tgtEl>
                                      </p:cBhvr>
                                    </p:animEffect>
                                  </p:childTnLst>
                                </p:cTn>
                              </p:par>
                            </p:childTnLst>
                          </p:cTn>
                        </p:par>
                        <p:par>
                          <p:cTn id="108" fill="hold">
                            <p:stCondLst>
                              <p:cond delay="1500"/>
                            </p:stCondLst>
                            <p:childTnLst>
                              <p:par>
                                <p:cTn id="109" presetID="22" presetClass="entr" presetSubtype="4" fill="hold" nodeType="afterEffect">
                                  <p:stCondLst>
                                    <p:cond delay="0"/>
                                  </p:stCondLst>
                                  <p:childTnLst>
                                    <p:set>
                                      <p:cBhvr>
                                        <p:cTn id="110" dur="1" fill="hold">
                                          <p:stCondLst>
                                            <p:cond delay="0"/>
                                          </p:stCondLst>
                                        </p:cTn>
                                        <p:tgtEl>
                                          <p:spTgt spid="133"/>
                                        </p:tgtEl>
                                        <p:attrNameLst>
                                          <p:attrName>style.visibility</p:attrName>
                                        </p:attrNameLst>
                                      </p:cBhvr>
                                      <p:to>
                                        <p:strVal val="visible"/>
                                      </p:to>
                                    </p:set>
                                    <p:animEffect transition="in" filter="wipe(down)">
                                      <p:cBhvr>
                                        <p:cTn id="111" dur="500"/>
                                        <p:tgtEl>
                                          <p:spTgt spid="133"/>
                                        </p:tgtEl>
                                      </p:cBhvr>
                                    </p:animEffect>
                                  </p:childTnLst>
                                </p:cTn>
                              </p:par>
                            </p:childTnLst>
                          </p:cTn>
                        </p:par>
                        <p:par>
                          <p:cTn id="112" fill="hold">
                            <p:stCondLst>
                              <p:cond delay="2000"/>
                            </p:stCondLst>
                            <p:childTnLst>
                              <p:par>
                                <p:cTn id="113" presetID="16" presetClass="entr" presetSubtype="21" fill="hold" grpId="0" nodeType="afterEffect">
                                  <p:stCondLst>
                                    <p:cond delay="0"/>
                                  </p:stCondLst>
                                  <p:childTnLst>
                                    <p:set>
                                      <p:cBhvr>
                                        <p:cTn id="114" dur="1" fill="hold">
                                          <p:stCondLst>
                                            <p:cond delay="0"/>
                                          </p:stCondLst>
                                        </p:cTn>
                                        <p:tgtEl>
                                          <p:spTgt spid="55"/>
                                        </p:tgtEl>
                                        <p:attrNameLst>
                                          <p:attrName>style.visibility</p:attrName>
                                        </p:attrNameLst>
                                      </p:cBhvr>
                                      <p:to>
                                        <p:strVal val="visible"/>
                                      </p:to>
                                    </p:set>
                                    <p:animEffect transition="in" filter="barn(inVertical)">
                                      <p:cBhvr>
                                        <p:cTn id="115" dur="500"/>
                                        <p:tgtEl>
                                          <p:spTgt spid="55"/>
                                        </p:tgtEl>
                                      </p:cBhvr>
                                    </p:animEffect>
                                  </p:childTnLst>
                                </p:cTn>
                              </p:par>
                              <p:par>
                                <p:cTn id="116" presetID="16" presetClass="entr" presetSubtype="21" fill="hold" nodeType="withEffect">
                                  <p:stCondLst>
                                    <p:cond delay="0"/>
                                  </p:stCondLst>
                                  <p:childTnLst>
                                    <p:set>
                                      <p:cBhvr>
                                        <p:cTn id="117" dur="1" fill="hold">
                                          <p:stCondLst>
                                            <p:cond delay="0"/>
                                          </p:stCondLst>
                                        </p:cTn>
                                        <p:tgtEl>
                                          <p:spTgt spid="120"/>
                                        </p:tgtEl>
                                        <p:attrNameLst>
                                          <p:attrName>style.visibility</p:attrName>
                                        </p:attrNameLst>
                                      </p:cBhvr>
                                      <p:to>
                                        <p:strVal val="visible"/>
                                      </p:to>
                                    </p:set>
                                    <p:animEffect transition="in" filter="barn(inVertical)">
                                      <p:cBhvr>
                                        <p:cTn id="118" dur="500"/>
                                        <p:tgtEl>
                                          <p:spTgt spid="120"/>
                                        </p:tgtEl>
                                      </p:cBhvr>
                                    </p:animEffect>
                                  </p:childTnLst>
                                </p:cTn>
                              </p:par>
                            </p:childTnLst>
                          </p:cTn>
                        </p:par>
                      </p:childTnLst>
                    </p:cTn>
                  </p:par>
                  <p:par>
                    <p:cTn id="119" fill="hold">
                      <p:stCondLst>
                        <p:cond delay="indefinite"/>
                      </p:stCondLst>
                      <p:childTnLst>
                        <p:par>
                          <p:cTn id="120" fill="hold">
                            <p:stCondLst>
                              <p:cond delay="0"/>
                            </p:stCondLst>
                            <p:childTnLst>
                              <p:par>
                                <p:cTn id="121" presetID="22" presetClass="exit" presetSubtype="1" fill="hold" nodeType="clickEffect">
                                  <p:stCondLst>
                                    <p:cond delay="0"/>
                                  </p:stCondLst>
                                  <p:childTnLst>
                                    <p:animEffect transition="out" filter="wipe(up)">
                                      <p:cBhvr>
                                        <p:cTn id="122" dur="500"/>
                                        <p:tgtEl>
                                          <p:spTgt spid="12"/>
                                        </p:tgtEl>
                                      </p:cBhvr>
                                    </p:animEffect>
                                    <p:set>
                                      <p:cBhvr>
                                        <p:cTn id="123" dur="1" fill="hold">
                                          <p:stCondLst>
                                            <p:cond delay="499"/>
                                          </p:stCondLst>
                                        </p:cTn>
                                        <p:tgtEl>
                                          <p:spTgt spid="12"/>
                                        </p:tgtEl>
                                        <p:attrNameLst>
                                          <p:attrName>style.visibility</p:attrName>
                                        </p:attrNameLst>
                                      </p:cBhvr>
                                      <p:to>
                                        <p:strVal val="hidden"/>
                                      </p:to>
                                    </p:set>
                                  </p:childTnLst>
                                </p:cTn>
                              </p:par>
                            </p:childTnLst>
                          </p:cTn>
                        </p:par>
                        <p:par>
                          <p:cTn id="124" fill="hold">
                            <p:stCondLst>
                              <p:cond delay="500"/>
                            </p:stCondLst>
                            <p:childTnLst>
                              <p:par>
                                <p:cTn id="125" presetID="22" presetClass="entr" presetSubtype="8" fill="hold" nodeType="afterEffect">
                                  <p:stCondLst>
                                    <p:cond delay="0"/>
                                  </p:stCondLst>
                                  <p:childTnLst>
                                    <p:set>
                                      <p:cBhvr>
                                        <p:cTn id="126" dur="1" fill="hold">
                                          <p:stCondLst>
                                            <p:cond delay="0"/>
                                          </p:stCondLst>
                                        </p:cTn>
                                        <p:tgtEl>
                                          <p:spTgt spid="48"/>
                                        </p:tgtEl>
                                        <p:attrNameLst>
                                          <p:attrName>style.visibility</p:attrName>
                                        </p:attrNameLst>
                                      </p:cBhvr>
                                      <p:to>
                                        <p:strVal val="visible"/>
                                      </p:to>
                                    </p:set>
                                    <p:animEffect transition="in" filter="wipe(left)">
                                      <p:cBhvr>
                                        <p:cTn id="127" dur="500"/>
                                        <p:tgtEl>
                                          <p:spTgt spid="48"/>
                                        </p:tgtEl>
                                      </p:cBhvr>
                                    </p:animEffect>
                                  </p:childTnLst>
                                </p:cTn>
                              </p:par>
                            </p:childTnLst>
                          </p:cTn>
                        </p:par>
                      </p:childTnLst>
                    </p:cTn>
                  </p:par>
                  <p:par>
                    <p:cTn id="128" fill="hold">
                      <p:stCondLst>
                        <p:cond delay="indefinite"/>
                      </p:stCondLst>
                      <p:childTnLst>
                        <p:par>
                          <p:cTn id="129" fill="hold">
                            <p:stCondLst>
                              <p:cond delay="0"/>
                            </p:stCondLst>
                            <p:childTnLst>
                              <p:par>
                                <p:cTn id="130" presetID="16" presetClass="entr" presetSubtype="21" fill="hold" nodeType="clickEffect">
                                  <p:stCondLst>
                                    <p:cond delay="0"/>
                                  </p:stCondLst>
                                  <p:childTnLst>
                                    <p:set>
                                      <p:cBhvr>
                                        <p:cTn id="131" dur="1" fill="hold">
                                          <p:stCondLst>
                                            <p:cond delay="0"/>
                                          </p:stCondLst>
                                        </p:cTn>
                                        <p:tgtEl>
                                          <p:spTgt spid="7"/>
                                        </p:tgtEl>
                                        <p:attrNameLst>
                                          <p:attrName>style.visibility</p:attrName>
                                        </p:attrNameLst>
                                      </p:cBhvr>
                                      <p:to>
                                        <p:strVal val="visible"/>
                                      </p:to>
                                    </p:set>
                                    <p:animEffect transition="in" filter="barn(inVertical)">
                                      <p:cBhvr>
                                        <p:cTn id="132" dur="500"/>
                                        <p:tgtEl>
                                          <p:spTgt spid="7"/>
                                        </p:tgtEl>
                                      </p:cBhvr>
                                    </p:animEffect>
                                  </p:childTnLst>
                                </p:cTn>
                              </p:par>
                            </p:childTnLst>
                          </p:cTn>
                        </p:par>
                      </p:childTnLst>
                    </p:cTn>
                  </p:par>
                  <p:par>
                    <p:cTn id="133" fill="hold">
                      <p:stCondLst>
                        <p:cond delay="indefinite"/>
                      </p:stCondLst>
                      <p:childTnLst>
                        <p:par>
                          <p:cTn id="134" fill="hold">
                            <p:stCondLst>
                              <p:cond delay="0"/>
                            </p:stCondLst>
                            <p:childTnLst>
                              <p:par>
                                <p:cTn id="135" presetID="16" presetClass="entr" presetSubtype="21" fill="hold" grpId="0" nodeType="clickEffect">
                                  <p:stCondLst>
                                    <p:cond delay="0"/>
                                  </p:stCondLst>
                                  <p:childTnLst>
                                    <p:set>
                                      <p:cBhvr>
                                        <p:cTn id="136" dur="1" fill="hold">
                                          <p:stCondLst>
                                            <p:cond delay="0"/>
                                          </p:stCondLst>
                                        </p:cTn>
                                        <p:tgtEl>
                                          <p:spTgt spid="160"/>
                                        </p:tgtEl>
                                        <p:attrNameLst>
                                          <p:attrName>style.visibility</p:attrName>
                                        </p:attrNameLst>
                                      </p:cBhvr>
                                      <p:to>
                                        <p:strVal val="visible"/>
                                      </p:to>
                                    </p:set>
                                    <p:animEffect transition="in" filter="barn(inVertical)">
                                      <p:cBhvr>
                                        <p:cTn id="137" dur="500"/>
                                        <p:tgtEl>
                                          <p:spTgt spid="160"/>
                                        </p:tgtEl>
                                      </p:cBhvr>
                                    </p:animEffect>
                                  </p:childTnLst>
                                </p:cTn>
                              </p:par>
                              <p:par>
                                <p:cTn id="138" presetID="16" presetClass="entr" presetSubtype="21" fill="hold" nodeType="withEffect">
                                  <p:stCondLst>
                                    <p:cond delay="0"/>
                                  </p:stCondLst>
                                  <p:childTnLst>
                                    <p:set>
                                      <p:cBhvr>
                                        <p:cTn id="139" dur="1" fill="hold">
                                          <p:stCondLst>
                                            <p:cond delay="0"/>
                                          </p:stCondLst>
                                        </p:cTn>
                                        <p:tgtEl>
                                          <p:spTgt spid="8"/>
                                        </p:tgtEl>
                                        <p:attrNameLst>
                                          <p:attrName>style.visibility</p:attrName>
                                        </p:attrNameLst>
                                      </p:cBhvr>
                                      <p:to>
                                        <p:strVal val="visible"/>
                                      </p:to>
                                    </p:set>
                                    <p:animEffect transition="in" filter="barn(inVertical)">
                                      <p:cBhvr>
                                        <p:cTn id="140" dur="500"/>
                                        <p:tgtEl>
                                          <p:spTgt spid="8"/>
                                        </p:tgtEl>
                                      </p:cBhvr>
                                    </p:animEffect>
                                  </p:childTnLst>
                                </p:cTn>
                              </p:par>
                            </p:childTnLst>
                          </p:cTn>
                        </p:par>
                        <p:par>
                          <p:cTn id="141" fill="hold">
                            <p:stCondLst>
                              <p:cond delay="500"/>
                            </p:stCondLst>
                            <p:childTnLst>
                              <p:par>
                                <p:cTn id="142" presetID="22" presetClass="entr" presetSubtype="4" fill="hold" nodeType="afterEffect">
                                  <p:stCondLst>
                                    <p:cond delay="0"/>
                                  </p:stCondLst>
                                  <p:childTnLst>
                                    <p:set>
                                      <p:cBhvr>
                                        <p:cTn id="143" dur="1" fill="hold">
                                          <p:stCondLst>
                                            <p:cond delay="0"/>
                                          </p:stCondLst>
                                        </p:cTn>
                                        <p:tgtEl>
                                          <p:spTgt spid="108"/>
                                        </p:tgtEl>
                                        <p:attrNameLst>
                                          <p:attrName>style.visibility</p:attrName>
                                        </p:attrNameLst>
                                      </p:cBhvr>
                                      <p:to>
                                        <p:strVal val="visible"/>
                                      </p:to>
                                    </p:set>
                                    <p:animEffect transition="in" filter="wipe(down)">
                                      <p:cBhvr>
                                        <p:cTn id="144" dur="500"/>
                                        <p:tgtEl>
                                          <p:spTgt spid="108"/>
                                        </p:tgtEl>
                                      </p:cBhvr>
                                    </p:animEffect>
                                  </p:childTnLst>
                                </p:cTn>
                              </p:par>
                            </p:childTnLst>
                          </p:cTn>
                        </p:par>
                      </p:childTnLst>
                    </p:cTn>
                  </p:par>
                  <p:par>
                    <p:cTn id="145" fill="hold">
                      <p:stCondLst>
                        <p:cond delay="indefinite"/>
                      </p:stCondLst>
                      <p:childTnLst>
                        <p:par>
                          <p:cTn id="146" fill="hold">
                            <p:stCondLst>
                              <p:cond delay="0"/>
                            </p:stCondLst>
                            <p:childTnLst>
                              <p:par>
                                <p:cTn id="147" presetID="16" presetClass="entr" presetSubtype="21" fill="hold" grpId="0" nodeType="clickEffect">
                                  <p:stCondLst>
                                    <p:cond delay="0"/>
                                  </p:stCondLst>
                                  <p:childTnLst>
                                    <p:set>
                                      <p:cBhvr>
                                        <p:cTn id="148" dur="1" fill="hold">
                                          <p:stCondLst>
                                            <p:cond delay="0"/>
                                          </p:stCondLst>
                                        </p:cTn>
                                        <p:tgtEl>
                                          <p:spTgt spid="161"/>
                                        </p:tgtEl>
                                        <p:attrNameLst>
                                          <p:attrName>style.visibility</p:attrName>
                                        </p:attrNameLst>
                                      </p:cBhvr>
                                      <p:to>
                                        <p:strVal val="visible"/>
                                      </p:to>
                                    </p:set>
                                    <p:animEffect transition="in" filter="barn(inVertical)">
                                      <p:cBhvr>
                                        <p:cTn id="149" dur="500"/>
                                        <p:tgtEl>
                                          <p:spTgt spid="161"/>
                                        </p:tgtEl>
                                      </p:cBhvr>
                                    </p:animEffect>
                                  </p:childTnLst>
                                </p:cTn>
                              </p:par>
                              <p:par>
                                <p:cTn id="150" presetID="16" presetClass="entr" presetSubtype="21" fill="hold" nodeType="withEffect">
                                  <p:stCondLst>
                                    <p:cond delay="0"/>
                                  </p:stCondLst>
                                  <p:childTnLst>
                                    <p:set>
                                      <p:cBhvr>
                                        <p:cTn id="151" dur="1" fill="hold">
                                          <p:stCondLst>
                                            <p:cond delay="0"/>
                                          </p:stCondLst>
                                        </p:cTn>
                                        <p:tgtEl>
                                          <p:spTgt spid="15"/>
                                        </p:tgtEl>
                                        <p:attrNameLst>
                                          <p:attrName>style.visibility</p:attrName>
                                        </p:attrNameLst>
                                      </p:cBhvr>
                                      <p:to>
                                        <p:strVal val="visible"/>
                                      </p:to>
                                    </p:set>
                                    <p:animEffect transition="in" filter="barn(inVertical)">
                                      <p:cBhvr>
                                        <p:cTn id="152" dur="500"/>
                                        <p:tgtEl>
                                          <p:spTgt spid="15"/>
                                        </p:tgtEl>
                                      </p:cBhvr>
                                    </p:animEffect>
                                  </p:childTnLst>
                                </p:cTn>
                              </p:par>
                            </p:childTnLst>
                          </p:cTn>
                        </p:par>
                      </p:childTnLst>
                    </p:cTn>
                  </p:par>
                  <p:par>
                    <p:cTn id="153" fill="hold">
                      <p:stCondLst>
                        <p:cond delay="indefinite"/>
                      </p:stCondLst>
                      <p:childTnLst>
                        <p:par>
                          <p:cTn id="154" fill="hold">
                            <p:stCondLst>
                              <p:cond delay="0"/>
                            </p:stCondLst>
                            <p:childTnLst>
                              <p:par>
                                <p:cTn id="155" presetID="42" presetClass="entr" presetSubtype="0" fill="hold" grpId="0" nodeType="clickEffect">
                                  <p:stCondLst>
                                    <p:cond delay="0"/>
                                  </p:stCondLst>
                                  <p:childTnLst>
                                    <p:set>
                                      <p:cBhvr>
                                        <p:cTn id="156" dur="1" fill="hold">
                                          <p:stCondLst>
                                            <p:cond delay="0"/>
                                          </p:stCondLst>
                                        </p:cTn>
                                        <p:tgtEl>
                                          <p:spTgt spid="146"/>
                                        </p:tgtEl>
                                        <p:attrNameLst>
                                          <p:attrName>style.visibility</p:attrName>
                                        </p:attrNameLst>
                                      </p:cBhvr>
                                      <p:to>
                                        <p:strVal val="visible"/>
                                      </p:to>
                                    </p:set>
                                    <p:animEffect transition="in" filter="fade">
                                      <p:cBhvr>
                                        <p:cTn id="157" dur="500"/>
                                        <p:tgtEl>
                                          <p:spTgt spid="146"/>
                                        </p:tgtEl>
                                      </p:cBhvr>
                                    </p:animEffect>
                                    <p:anim calcmode="lin" valueType="num">
                                      <p:cBhvr>
                                        <p:cTn id="158" dur="500" fill="hold"/>
                                        <p:tgtEl>
                                          <p:spTgt spid="146"/>
                                        </p:tgtEl>
                                        <p:attrNameLst>
                                          <p:attrName>ppt_x</p:attrName>
                                        </p:attrNameLst>
                                      </p:cBhvr>
                                      <p:tavLst>
                                        <p:tav tm="0">
                                          <p:val>
                                            <p:strVal val="#ppt_x"/>
                                          </p:val>
                                        </p:tav>
                                        <p:tav tm="100000">
                                          <p:val>
                                            <p:strVal val="#ppt_x"/>
                                          </p:val>
                                        </p:tav>
                                      </p:tavLst>
                                    </p:anim>
                                    <p:anim calcmode="lin" valueType="num">
                                      <p:cBhvr>
                                        <p:cTn id="159" dur="500" fill="hold"/>
                                        <p:tgtEl>
                                          <p:spTgt spid="146"/>
                                        </p:tgtEl>
                                        <p:attrNameLst>
                                          <p:attrName>ppt_y</p:attrName>
                                        </p:attrNameLst>
                                      </p:cBhvr>
                                      <p:tavLst>
                                        <p:tav tm="0">
                                          <p:val>
                                            <p:strVal val="#ppt_y+.1"/>
                                          </p:val>
                                        </p:tav>
                                        <p:tav tm="100000">
                                          <p:val>
                                            <p:strVal val="#ppt_y"/>
                                          </p:val>
                                        </p:tav>
                                      </p:tavLst>
                                    </p:anim>
                                  </p:childTnLst>
                                </p:cTn>
                              </p:par>
                            </p:childTnLst>
                          </p:cTn>
                        </p:par>
                        <p:par>
                          <p:cTn id="160" fill="hold">
                            <p:stCondLst>
                              <p:cond delay="500"/>
                            </p:stCondLst>
                            <p:childTnLst>
                              <p:par>
                                <p:cTn id="161" presetID="22" presetClass="entr" presetSubtype="8" fill="hold" nodeType="afterEffect">
                                  <p:stCondLst>
                                    <p:cond delay="0"/>
                                  </p:stCondLst>
                                  <p:childTnLst>
                                    <p:set>
                                      <p:cBhvr>
                                        <p:cTn id="162" dur="1" fill="hold">
                                          <p:stCondLst>
                                            <p:cond delay="0"/>
                                          </p:stCondLst>
                                        </p:cTn>
                                        <p:tgtEl>
                                          <p:spTgt spid="49"/>
                                        </p:tgtEl>
                                        <p:attrNameLst>
                                          <p:attrName>style.visibility</p:attrName>
                                        </p:attrNameLst>
                                      </p:cBhvr>
                                      <p:to>
                                        <p:strVal val="visible"/>
                                      </p:to>
                                    </p:set>
                                    <p:animEffect transition="in" filter="wipe(left)">
                                      <p:cBhvr>
                                        <p:cTn id="163" dur="5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 grpId="0" animBg="1"/>
      <p:bldP spid="55" grpId="0" animBg="1"/>
      <p:bldP spid="31" grpId="0" animBg="1"/>
      <p:bldP spid="127" grpId="0" animBg="1"/>
      <p:bldP spid="128" grpId="0" animBg="1"/>
      <p:bldP spid="129" grpId="0" animBg="1"/>
      <p:bldP spid="130" grpId="0" animBg="1"/>
      <p:bldP spid="146" grpId="0" animBg="1"/>
      <p:bldP spid="160" grpId="0" animBg="1"/>
      <p:bldP spid="161" grpId="0" animBg="1"/>
      <p:bldP spid="83" grpId="0" animBg="1"/>
    </p:bldLst>
  </p:timing>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8914" name="Title 1"/>
          <p:cNvSpPr>
            <a:spLocks noGrp="1"/>
          </p:cNvSpPr>
          <p:nvPr>
            <p:ph type="title"/>
          </p:nvPr>
        </p:nvSpPr>
        <p:spPr>
          <a:xfrm>
            <a:off x="939800" y="200025"/>
            <a:ext cx="7289800" cy="876300"/>
          </a:xfrm>
        </p:spPr>
        <p:txBody>
          <a:bodyPr/>
          <a:lstStyle/>
          <a:p>
            <a:r>
              <a:rPr lang="en-US" dirty="0" err="1"/>
              <a:t>Fragmentasiyalash</a:t>
            </a:r>
            <a:endParaRPr lang="en-US" dirty="0"/>
          </a:p>
        </p:txBody>
      </p:sp>
      <p:sp>
        <p:nvSpPr>
          <p:cNvPr id="38915" name="Content Placeholder 2"/>
          <p:cNvSpPr>
            <a:spLocks noGrp="1"/>
          </p:cNvSpPr>
          <p:nvPr>
            <p:ph idx="1"/>
          </p:nvPr>
        </p:nvSpPr>
        <p:spPr>
          <a:xfrm>
            <a:off x="1255713" y="1190626"/>
            <a:ext cx="7226300" cy="771525"/>
          </a:xfrm>
        </p:spPr>
        <p:txBody>
          <a:bodyPr>
            <a:normAutofit fontScale="85000" lnSpcReduction="20000"/>
          </a:bodyPr>
          <a:lstStyle/>
          <a:p>
            <a:r>
              <a:rPr lang="en-US" dirty="0" err="1"/>
              <a:t>Fayl</a:t>
            </a:r>
            <a:r>
              <a:rPr lang="en-US" dirty="0"/>
              <a:t> </a:t>
            </a:r>
            <a:r>
              <a:rPr lang="en-US" dirty="0" err="1"/>
              <a:t>yacheykalarilari</a:t>
            </a:r>
            <a:r>
              <a:rPr lang="en-US" dirty="0"/>
              <a:t> </a:t>
            </a:r>
            <a:r>
              <a:rPr lang="en-US" dirty="0" err="1"/>
              <a:t>chegaradosh</a:t>
            </a:r>
            <a:r>
              <a:rPr lang="en-US" dirty="0"/>
              <a:t> </a:t>
            </a:r>
            <a:r>
              <a:rPr lang="en-US" dirty="0" err="1"/>
              <a:t>bo'lishi</a:t>
            </a:r>
            <a:r>
              <a:rPr lang="en-US" dirty="0"/>
              <a:t> </a:t>
            </a:r>
            <a:r>
              <a:rPr lang="en-US" dirty="0" err="1"/>
              <a:t>shart</a:t>
            </a:r>
            <a:r>
              <a:rPr lang="en-US" dirty="0"/>
              <a:t> </a:t>
            </a:r>
            <a:r>
              <a:rPr lang="en-US" dirty="0" err="1"/>
              <a:t>emas</a:t>
            </a:r>
            <a:endParaRPr lang="en-US" dirty="0"/>
          </a:p>
        </p:txBody>
      </p:sp>
      <p:sp>
        <p:nvSpPr>
          <p:cNvPr id="4" name="Slide Number Placeholder 3"/>
          <p:cNvSpPr>
            <a:spLocks noGrp="1"/>
          </p:cNvSpPr>
          <p:nvPr>
            <p:ph type="sldNum" sz="quarter" idx="12"/>
          </p:nvPr>
        </p:nvSpPr>
        <p:spPr/>
        <p:txBody>
          <a:bodyPr/>
          <a:lstStyle/>
          <a:p>
            <a:pPr>
              <a:defRPr/>
            </a:pPr>
            <a:fld id="{D7DAC9B3-6435-4ED1-AF1B-8DA2AF3E1550}" type="slidenum">
              <a:rPr lang="en-US"/>
              <a:pPr>
                <a:defRPr/>
              </a:pPr>
              <a:t>23</a:t>
            </a:fld>
            <a:endParaRPr lang="en-US" dirty="0"/>
          </a:p>
        </p:txBody>
      </p:sp>
      <p:sp>
        <p:nvSpPr>
          <p:cNvPr id="16" name="Rectangle 15"/>
          <p:cNvSpPr/>
          <p:nvPr/>
        </p:nvSpPr>
        <p:spPr>
          <a:xfrm>
            <a:off x="1851025" y="4416425"/>
            <a:ext cx="650875" cy="758825"/>
          </a:xfrm>
          <a:prstGeom prst="rect">
            <a:avLst/>
          </a:prstGeom>
          <a:solidFill>
            <a:schemeClr val="bg1">
              <a:lumMod val="85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7" name="Rectangle 16"/>
          <p:cNvSpPr/>
          <p:nvPr/>
        </p:nvSpPr>
        <p:spPr>
          <a:xfrm>
            <a:off x="2481263" y="4416425"/>
            <a:ext cx="650875" cy="758825"/>
          </a:xfrm>
          <a:prstGeom prst="rect">
            <a:avLst/>
          </a:prstGeom>
          <a:solidFill>
            <a:schemeClr val="bg1">
              <a:lumMod val="85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8" name="Rectangle 17"/>
          <p:cNvSpPr/>
          <p:nvPr/>
        </p:nvSpPr>
        <p:spPr>
          <a:xfrm>
            <a:off x="3132138" y="4416425"/>
            <a:ext cx="650875" cy="758825"/>
          </a:xfrm>
          <a:prstGeom prst="rect">
            <a:avLst/>
          </a:prstGeom>
          <a:solidFill>
            <a:schemeClr val="bg1">
              <a:lumMod val="85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9" name="Rectangle 18"/>
          <p:cNvSpPr/>
          <p:nvPr/>
        </p:nvSpPr>
        <p:spPr>
          <a:xfrm>
            <a:off x="3783013" y="4416425"/>
            <a:ext cx="650875" cy="758825"/>
          </a:xfrm>
          <a:prstGeom prst="rect">
            <a:avLst/>
          </a:prstGeom>
          <a:solidFill>
            <a:schemeClr val="bg1">
              <a:lumMod val="85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20" name="Rectangle 19"/>
          <p:cNvSpPr/>
          <p:nvPr/>
        </p:nvSpPr>
        <p:spPr>
          <a:xfrm>
            <a:off x="4433888" y="4416425"/>
            <a:ext cx="650875" cy="758825"/>
          </a:xfrm>
          <a:prstGeom prst="rect">
            <a:avLst/>
          </a:prstGeom>
          <a:solidFill>
            <a:schemeClr val="bg1">
              <a:lumMod val="85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21" name="Rectangle 20"/>
          <p:cNvSpPr/>
          <p:nvPr/>
        </p:nvSpPr>
        <p:spPr>
          <a:xfrm>
            <a:off x="5062538" y="4416425"/>
            <a:ext cx="650875" cy="758825"/>
          </a:xfrm>
          <a:prstGeom prst="rect">
            <a:avLst/>
          </a:prstGeom>
          <a:solidFill>
            <a:schemeClr val="bg1">
              <a:lumMod val="85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22" name="Rectangle 21"/>
          <p:cNvSpPr/>
          <p:nvPr/>
        </p:nvSpPr>
        <p:spPr>
          <a:xfrm>
            <a:off x="5713413" y="4416425"/>
            <a:ext cx="650875" cy="758825"/>
          </a:xfrm>
          <a:prstGeom prst="rect">
            <a:avLst/>
          </a:prstGeom>
          <a:solidFill>
            <a:schemeClr val="bg1">
              <a:lumMod val="85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cxnSp>
        <p:nvCxnSpPr>
          <p:cNvPr id="50" name="Elbow Connector 49"/>
          <p:cNvCxnSpPr>
            <a:stCxn id="96" idx="2"/>
            <a:endCxn id="91" idx="2"/>
          </p:cNvCxnSpPr>
          <p:nvPr/>
        </p:nvCxnSpPr>
        <p:spPr>
          <a:xfrm rot="5400000">
            <a:off x="4521994" y="2051844"/>
            <a:ext cx="12700" cy="2820988"/>
          </a:xfrm>
          <a:prstGeom prst="bentConnector3">
            <a:avLst>
              <a:gd name="adj1" fmla="val 1800000"/>
            </a:avLst>
          </a:prstGeom>
          <a:ln w="57150">
            <a:solidFill>
              <a:schemeClr val="tx1">
                <a:lumMod val="50000"/>
                <a:lumOff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51" name="Elbow Connector 50"/>
          <p:cNvCxnSpPr>
            <a:stCxn id="38959" idx="2"/>
            <a:endCxn id="38952" idx="2"/>
          </p:cNvCxnSpPr>
          <p:nvPr/>
        </p:nvCxnSpPr>
        <p:spPr>
          <a:xfrm rot="16200000" flipH="1">
            <a:off x="5097463" y="728663"/>
            <a:ext cx="12700" cy="3924300"/>
          </a:xfrm>
          <a:prstGeom prst="bentConnector3">
            <a:avLst>
              <a:gd name="adj1" fmla="val -3788055"/>
            </a:avLst>
          </a:prstGeom>
          <a:ln w="57150">
            <a:solidFill>
              <a:schemeClr val="tx1">
                <a:lumMod val="50000"/>
                <a:lumOff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53" name="Elbow Connector 52"/>
          <p:cNvCxnSpPr>
            <a:stCxn id="98" idx="2"/>
            <a:endCxn id="99" idx="2"/>
          </p:cNvCxnSpPr>
          <p:nvPr/>
        </p:nvCxnSpPr>
        <p:spPr>
          <a:xfrm rot="16200000" flipH="1">
            <a:off x="7346157" y="3183731"/>
            <a:ext cx="12700" cy="557213"/>
          </a:xfrm>
          <a:prstGeom prst="bentConnector3">
            <a:avLst>
              <a:gd name="adj1" fmla="val 1800000"/>
            </a:avLst>
          </a:prstGeom>
          <a:ln w="57150">
            <a:solidFill>
              <a:schemeClr val="tx1">
                <a:lumMod val="50000"/>
                <a:lumOff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59" name="Rectangle 58"/>
          <p:cNvSpPr/>
          <p:nvPr/>
        </p:nvSpPr>
        <p:spPr>
          <a:xfrm>
            <a:off x="1704975" y="2703513"/>
            <a:ext cx="565150" cy="758825"/>
          </a:xfrm>
          <a:prstGeom prst="rect">
            <a:avLst/>
          </a:prstGeom>
          <a:solidFill>
            <a:schemeClr val="accent3"/>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cxnSp>
        <p:nvCxnSpPr>
          <p:cNvPr id="62" name="Elbow Connector 61"/>
          <p:cNvCxnSpPr>
            <a:stCxn id="99" idx="0"/>
            <a:endCxn id="94" idx="0"/>
          </p:cNvCxnSpPr>
          <p:nvPr/>
        </p:nvCxnSpPr>
        <p:spPr>
          <a:xfrm rot="16200000" flipV="1">
            <a:off x="6216651" y="1295400"/>
            <a:ext cx="12700" cy="2816225"/>
          </a:xfrm>
          <a:prstGeom prst="bentConnector3">
            <a:avLst>
              <a:gd name="adj1" fmla="val 5883567"/>
            </a:avLst>
          </a:prstGeom>
          <a:ln w="57150">
            <a:solidFill>
              <a:schemeClr val="tx1">
                <a:lumMod val="50000"/>
                <a:lumOff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65" name="Rectangle 64"/>
          <p:cNvSpPr/>
          <p:nvPr/>
        </p:nvSpPr>
        <p:spPr>
          <a:xfrm>
            <a:off x="6372225" y="4416425"/>
            <a:ext cx="650875" cy="758825"/>
          </a:xfrm>
          <a:prstGeom prst="rect">
            <a:avLst/>
          </a:prstGeom>
          <a:solidFill>
            <a:schemeClr val="bg1">
              <a:lumMod val="85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66" name="Rectangle 65"/>
          <p:cNvSpPr/>
          <p:nvPr/>
        </p:nvSpPr>
        <p:spPr>
          <a:xfrm>
            <a:off x="7023100" y="4416425"/>
            <a:ext cx="650875" cy="758825"/>
          </a:xfrm>
          <a:prstGeom prst="rect">
            <a:avLst/>
          </a:prstGeom>
          <a:solidFill>
            <a:schemeClr val="bg1">
              <a:lumMod val="85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67" name="Rectangle 66"/>
          <p:cNvSpPr/>
          <p:nvPr/>
        </p:nvSpPr>
        <p:spPr>
          <a:xfrm>
            <a:off x="7653338" y="4416425"/>
            <a:ext cx="650875" cy="758825"/>
          </a:xfrm>
          <a:prstGeom prst="rect">
            <a:avLst/>
          </a:prstGeom>
          <a:solidFill>
            <a:schemeClr val="bg1">
              <a:lumMod val="85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68" name="Rectangle 67"/>
          <p:cNvSpPr/>
          <p:nvPr/>
        </p:nvSpPr>
        <p:spPr>
          <a:xfrm>
            <a:off x="8304213" y="4416425"/>
            <a:ext cx="650875" cy="758825"/>
          </a:xfrm>
          <a:prstGeom prst="rect">
            <a:avLst/>
          </a:prstGeom>
          <a:solidFill>
            <a:schemeClr val="bg1">
              <a:lumMod val="85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pic>
        <p:nvPicPr>
          <p:cNvPr id="38933" name="Picture 9" descr="D:\Pictures\soft-scraps icons\File Video AVI-01.png"/>
          <p:cNvPicPr>
            <a:picLocks noChangeAspect="1" noChangeArrowheads="1"/>
          </p:cNvPicPr>
          <p:nvPr/>
        </p:nvPicPr>
        <p:blipFill>
          <a:blip r:embed="rId2"/>
          <a:srcRect/>
          <a:stretch>
            <a:fillRect/>
          </a:stretch>
        </p:blipFill>
        <p:spPr bwMode="auto">
          <a:xfrm>
            <a:off x="4454525" y="4492625"/>
            <a:ext cx="608013" cy="606425"/>
          </a:xfrm>
          <a:prstGeom prst="rect">
            <a:avLst/>
          </a:prstGeom>
          <a:noFill/>
          <a:ln w="9525">
            <a:noFill/>
            <a:miter lim="800000"/>
            <a:headEnd/>
            <a:tailEnd/>
          </a:ln>
        </p:spPr>
      </p:pic>
      <p:pic>
        <p:nvPicPr>
          <p:cNvPr id="38934" name="Picture 9" descr="D:\Pictures\soft-scraps icons\File Video AVI-01.png"/>
          <p:cNvPicPr>
            <a:picLocks noChangeAspect="1" noChangeArrowheads="1"/>
          </p:cNvPicPr>
          <p:nvPr/>
        </p:nvPicPr>
        <p:blipFill>
          <a:blip r:embed="rId2"/>
          <a:srcRect/>
          <a:stretch>
            <a:fillRect/>
          </a:stretch>
        </p:blipFill>
        <p:spPr bwMode="auto">
          <a:xfrm>
            <a:off x="2525713" y="4492625"/>
            <a:ext cx="606425" cy="606425"/>
          </a:xfrm>
          <a:prstGeom prst="rect">
            <a:avLst/>
          </a:prstGeom>
          <a:noFill/>
          <a:ln w="9525">
            <a:noFill/>
            <a:miter lim="800000"/>
            <a:headEnd/>
            <a:tailEnd/>
          </a:ln>
        </p:spPr>
      </p:pic>
      <p:pic>
        <p:nvPicPr>
          <p:cNvPr id="38935" name="Picture 9" descr="D:\Pictures\soft-scraps icons\File Video AVI-01.png"/>
          <p:cNvPicPr>
            <a:picLocks noChangeAspect="1" noChangeArrowheads="1"/>
          </p:cNvPicPr>
          <p:nvPr/>
        </p:nvPicPr>
        <p:blipFill>
          <a:blip r:embed="rId2"/>
          <a:srcRect/>
          <a:stretch>
            <a:fillRect/>
          </a:stretch>
        </p:blipFill>
        <p:spPr bwMode="auto">
          <a:xfrm>
            <a:off x="5757863" y="4492625"/>
            <a:ext cx="606425" cy="606425"/>
          </a:xfrm>
          <a:prstGeom prst="rect">
            <a:avLst/>
          </a:prstGeom>
          <a:noFill/>
          <a:ln w="9525">
            <a:noFill/>
            <a:miter lim="800000"/>
            <a:headEnd/>
            <a:tailEnd/>
          </a:ln>
        </p:spPr>
      </p:pic>
      <p:pic>
        <p:nvPicPr>
          <p:cNvPr id="38936" name="Picture 9" descr="D:\Pictures\soft-scraps icons\File Video AVI-01.png"/>
          <p:cNvPicPr>
            <a:picLocks noChangeAspect="1" noChangeArrowheads="1"/>
          </p:cNvPicPr>
          <p:nvPr/>
        </p:nvPicPr>
        <p:blipFill>
          <a:blip r:embed="rId2"/>
          <a:srcRect/>
          <a:stretch>
            <a:fillRect/>
          </a:stretch>
        </p:blipFill>
        <p:spPr bwMode="auto">
          <a:xfrm>
            <a:off x="7045325" y="4492625"/>
            <a:ext cx="606425" cy="606425"/>
          </a:xfrm>
          <a:prstGeom prst="rect">
            <a:avLst/>
          </a:prstGeom>
          <a:noFill/>
          <a:ln w="9525">
            <a:noFill/>
            <a:miter lim="800000"/>
            <a:headEnd/>
            <a:tailEnd/>
          </a:ln>
        </p:spPr>
      </p:pic>
      <p:pic>
        <p:nvPicPr>
          <p:cNvPr id="38937" name="Picture 9" descr="D:\Pictures\soft-scraps icons\File Video AVI-01.png"/>
          <p:cNvPicPr>
            <a:picLocks noChangeAspect="1" noChangeArrowheads="1"/>
          </p:cNvPicPr>
          <p:nvPr/>
        </p:nvPicPr>
        <p:blipFill>
          <a:blip r:embed="rId2"/>
          <a:srcRect/>
          <a:stretch>
            <a:fillRect/>
          </a:stretch>
        </p:blipFill>
        <p:spPr bwMode="auto">
          <a:xfrm>
            <a:off x="7696200" y="4492625"/>
            <a:ext cx="608013" cy="606425"/>
          </a:xfrm>
          <a:prstGeom prst="rect">
            <a:avLst/>
          </a:prstGeom>
          <a:noFill/>
          <a:ln w="9525">
            <a:noFill/>
            <a:miter lim="800000"/>
            <a:headEnd/>
            <a:tailEnd/>
          </a:ln>
        </p:spPr>
      </p:pic>
      <p:sp>
        <p:nvSpPr>
          <p:cNvPr id="89" name="Rectangle 88"/>
          <p:cNvSpPr/>
          <p:nvPr/>
        </p:nvSpPr>
        <p:spPr>
          <a:xfrm>
            <a:off x="1201738" y="4410075"/>
            <a:ext cx="649287" cy="760413"/>
          </a:xfrm>
          <a:prstGeom prst="rect">
            <a:avLst/>
          </a:prstGeom>
          <a:solidFill>
            <a:schemeClr val="bg1">
              <a:lumMod val="85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90" name="Rectangle 89"/>
          <p:cNvSpPr/>
          <p:nvPr/>
        </p:nvSpPr>
        <p:spPr>
          <a:xfrm>
            <a:off x="2270125" y="2703513"/>
            <a:ext cx="566738" cy="758825"/>
          </a:xfrm>
          <a:prstGeom prst="rect">
            <a:avLst/>
          </a:prstGeom>
          <a:solidFill>
            <a:schemeClr val="accent3"/>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91" name="Rectangle 90"/>
          <p:cNvSpPr/>
          <p:nvPr/>
        </p:nvSpPr>
        <p:spPr>
          <a:xfrm>
            <a:off x="2827338" y="2703513"/>
            <a:ext cx="566737" cy="758825"/>
          </a:xfrm>
          <a:prstGeom prst="rect">
            <a:avLst/>
          </a:prstGeom>
          <a:solidFill>
            <a:schemeClr val="accent3"/>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92" name="Rectangle 91"/>
          <p:cNvSpPr/>
          <p:nvPr/>
        </p:nvSpPr>
        <p:spPr>
          <a:xfrm>
            <a:off x="3394075" y="2703513"/>
            <a:ext cx="566738" cy="758825"/>
          </a:xfrm>
          <a:prstGeom prst="rect">
            <a:avLst/>
          </a:prstGeom>
          <a:solidFill>
            <a:schemeClr val="accent3"/>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93" name="Rectangle 92"/>
          <p:cNvSpPr/>
          <p:nvPr/>
        </p:nvSpPr>
        <p:spPr>
          <a:xfrm>
            <a:off x="3959225" y="2703513"/>
            <a:ext cx="565150" cy="758825"/>
          </a:xfrm>
          <a:prstGeom prst="rect">
            <a:avLst/>
          </a:prstGeom>
          <a:solidFill>
            <a:schemeClr val="accent3"/>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94" name="Rectangle 93"/>
          <p:cNvSpPr/>
          <p:nvPr/>
        </p:nvSpPr>
        <p:spPr>
          <a:xfrm>
            <a:off x="4524375" y="2703513"/>
            <a:ext cx="566738" cy="758825"/>
          </a:xfrm>
          <a:prstGeom prst="rect">
            <a:avLst/>
          </a:prstGeom>
          <a:solidFill>
            <a:schemeClr val="accent3"/>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95" name="Rectangle 94"/>
          <p:cNvSpPr/>
          <p:nvPr/>
        </p:nvSpPr>
        <p:spPr>
          <a:xfrm>
            <a:off x="5083175" y="2703513"/>
            <a:ext cx="565150" cy="758825"/>
          </a:xfrm>
          <a:prstGeom prst="rect">
            <a:avLst/>
          </a:prstGeom>
          <a:solidFill>
            <a:schemeClr val="accent3"/>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96" name="Rectangle 95"/>
          <p:cNvSpPr/>
          <p:nvPr/>
        </p:nvSpPr>
        <p:spPr>
          <a:xfrm>
            <a:off x="5648325" y="2703513"/>
            <a:ext cx="566738" cy="758825"/>
          </a:xfrm>
          <a:prstGeom prst="rect">
            <a:avLst/>
          </a:prstGeom>
          <a:solidFill>
            <a:schemeClr val="accent3"/>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97" name="Rectangle 96"/>
          <p:cNvSpPr/>
          <p:nvPr/>
        </p:nvSpPr>
        <p:spPr>
          <a:xfrm>
            <a:off x="6218238" y="2703513"/>
            <a:ext cx="565150" cy="758825"/>
          </a:xfrm>
          <a:prstGeom prst="rect">
            <a:avLst/>
          </a:prstGeom>
          <a:solidFill>
            <a:schemeClr val="accent3"/>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98" name="Rectangle 97"/>
          <p:cNvSpPr/>
          <p:nvPr/>
        </p:nvSpPr>
        <p:spPr>
          <a:xfrm>
            <a:off x="6783388" y="2703513"/>
            <a:ext cx="566737" cy="758825"/>
          </a:xfrm>
          <a:prstGeom prst="rect">
            <a:avLst/>
          </a:prstGeom>
          <a:solidFill>
            <a:schemeClr val="accent3"/>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99" name="Rectangle 98"/>
          <p:cNvSpPr/>
          <p:nvPr/>
        </p:nvSpPr>
        <p:spPr>
          <a:xfrm>
            <a:off x="7340600" y="2703513"/>
            <a:ext cx="566738" cy="758825"/>
          </a:xfrm>
          <a:prstGeom prst="rect">
            <a:avLst/>
          </a:prstGeom>
          <a:solidFill>
            <a:schemeClr val="accent3"/>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00" name="Rectangle 99"/>
          <p:cNvSpPr/>
          <p:nvPr/>
        </p:nvSpPr>
        <p:spPr>
          <a:xfrm>
            <a:off x="7907338" y="2703513"/>
            <a:ext cx="566737" cy="758825"/>
          </a:xfrm>
          <a:prstGeom prst="rect">
            <a:avLst/>
          </a:prstGeom>
          <a:solidFill>
            <a:schemeClr val="accent3"/>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38950" name="TextBox 100"/>
          <p:cNvSpPr txBox="1">
            <a:spLocks noChangeArrowheads="1"/>
          </p:cNvSpPr>
          <p:nvPr/>
        </p:nvSpPr>
        <p:spPr bwMode="auto">
          <a:xfrm>
            <a:off x="7899400" y="2290763"/>
            <a:ext cx="582613" cy="400050"/>
          </a:xfrm>
          <a:prstGeom prst="rect">
            <a:avLst/>
          </a:prstGeom>
          <a:noFill/>
          <a:ln w="9525">
            <a:noFill/>
            <a:miter lim="800000"/>
            <a:headEnd/>
            <a:tailEnd/>
          </a:ln>
        </p:spPr>
        <p:txBody>
          <a:bodyPr>
            <a:spAutoFit/>
          </a:bodyPr>
          <a:lstStyle/>
          <a:p>
            <a:pPr algn="ctr"/>
            <a:r>
              <a:rPr lang="en-US" sz="2000" b="1">
                <a:latin typeface="Calibri" pitchFamily="34" charset="0"/>
              </a:rPr>
              <a:t>68</a:t>
            </a:r>
          </a:p>
        </p:txBody>
      </p:sp>
      <p:sp>
        <p:nvSpPr>
          <p:cNvPr id="38951" name="TextBox 101"/>
          <p:cNvSpPr txBox="1">
            <a:spLocks noChangeArrowheads="1"/>
          </p:cNvSpPr>
          <p:nvPr/>
        </p:nvSpPr>
        <p:spPr bwMode="auto">
          <a:xfrm>
            <a:off x="7350125" y="2290763"/>
            <a:ext cx="582613" cy="400050"/>
          </a:xfrm>
          <a:prstGeom prst="rect">
            <a:avLst/>
          </a:prstGeom>
          <a:noFill/>
          <a:ln w="9525">
            <a:noFill/>
            <a:miter lim="800000"/>
            <a:headEnd/>
            <a:tailEnd/>
          </a:ln>
        </p:spPr>
        <p:txBody>
          <a:bodyPr>
            <a:spAutoFit/>
          </a:bodyPr>
          <a:lstStyle/>
          <a:p>
            <a:pPr algn="ctr"/>
            <a:r>
              <a:rPr lang="en-US" sz="2000" b="1">
                <a:latin typeface="Calibri" pitchFamily="34" charset="0"/>
              </a:rPr>
              <a:t>67</a:t>
            </a:r>
          </a:p>
        </p:txBody>
      </p:sp>
      <p:sp>
        <p:nvSpPr>
          <p:cNvPr id="38952" name="TextBox 102"/>
          <p:cNvSpPr txBox="1">
            <a:spLocks noChangeArrowheads="1"/>
          </p:cNvSpPr>
          <p:nvPr/>
        </p:nvSpPr>
        <p:spPr bwMode="auto">
          <a:xfrm>
            <a:off x="6767513" y="2290763"/>
            <a:ext cx="582612" cy="400050"/>
          </a:xfrm>
          <a:prstGeom prst="rect">
            <a:avLst/>
          </a:prstGeom>
          <a:noFill/>
          <a:ln w="9525">
            <a:noFill/>
            <a:miter lim="800000"/>
            <a:headEnd/>
            <a:tailEnd/>
          </a:ln>
        </p:spPr>
        <p:txBody>
          <a:bodyPr>
            <a:spAutoFit/>
          </a:bodyPr>
          <a:lstStyle/>
          <a:p>
            <a:pPr algn="ctr"/>
            <a:r>
              <a:rPr lang="en-US" sz="2000" b="1">
                <a:latin typeface="Calibri" pitchFamily="34" charset="0"/>
              </a:rPr>
              <a:t>65</a:t>
            </a:r>
          </a:p>
        </p:txBody>
      </p:sp>
      <p:sp>
        <p:nvSpPr>
          <p:cNvPr id="38953" name="TextBox 103"/>
          <p:cNvSpPr txBox="1">
            <a:spLocks noChangeArrowheads="1"/>
          </p:cNvSpPr>
          <p:nvPr/>
        </p:nvSpPr>
        <p:spPr bwMode="auto">
          <a:xfrm>
            <a:off x="6218238" y="2290763"/>
            <a:ext cx="582612" cy="400050"/>
          </a:xfrm>
          <a:prstGeom prst="rect">
            <a:avLst/>
          </a:prstGeom>
          <a:noFill/>
          <a:ln w="9525">
            <a:noFill/>
            <a:miter lim="800000"/>
            <a:headEnd/>
            <a:tailEnd/>
          </a:ln>
        </p:spPr>
        <p:txBody>
          <a:bodyPr>
            <a:spAutoFit/>
          </a:bodyPr>
          <a:lstStyle/>
          <a:p>
            <a:pPr algn="ctr"/>
            <a:r>
              <a:rPr lang="en-US" sz="2000" b="1">
                <a:latin typeface="Calibri" pitchFamily="34" charset="0"/>
              </a:rPr>
              <a:t>64</a:t>
            </a:r>
          </a:p>
        </p:txBody>
      </p:sp>
      <p:sp>
        <p:nvSpPr>
          <p:cNvPr id="38954" name="TextBox 104"/>
          <p:cNvSpPr txBox="1">
            <a:spLocks noChangeArrowheads="1"/>
          </p:cNvSpPr>
          <p:nvPr/>
        </p:nvSpPr>
        <p:spPr bwMode="auto">
          <a:xfrm>
            <a:off x="5641975" y="2279650"/>
            <a:ext cx="581025" cy="400050"/>
          </a:xfrm>
          <a:prstGeom prst="rect">
            <a:avLst/>
          </a:prstGeom>
          <a:noFill/>
          <a:ln w="9525">
            <a:noFill/>
            <a:miter lim="800000"/>
            <a:headEnd/>
            <a:tailEnd/>
          </a:ln>
        </p:spPr>
        <p:txBody>
          <a:bodyPr>
            <a:spAutoFit/>
          </a:bodyPr>
          <a:lstStyle/>
          <a:p>
            <a:pPr algn="ctr"/>
            <a:r>
              <a:rPr lang="en-US" sz="2000" b="1">
                <a:latin typeface="Calibri" pitchFamily="34" charset="0"/>
              </a:rPr>
              <a:t>63</a:t>
            </a:r>
          </a:p>
        </p:txBody>
      </p:sp>
      <p:sp>
        <p:nvSpPr>
          <p:cNvPr id="38955" name="TextBox 105"/>
          <p:cNvSpPr txBox="1">
            <a:spLocks noChangeArrowheads="1"/>
          </p:cNvSpPr>
          <p:nvPr/>
        </p:nvSpPr>
        <p:spPr bwMode="auto">
          <a:xfrm>
            <a:off x="5092700" y="2279650"/>
            <a:ext cx="581025" cy="400050"/>
          </a:xfrm>
          <a:prstGeom prst="rect">
            <a:avLst/>
          </a:prstGeom>
          <a:noFill/>
          <a:ln w="9525">
            <a:noFill/>
            <a:miter lim="800000"/>
            <a:headEnd/>
            <a:tailEnd/>
          </a:ln>
        </p:spPr>
        <p:txBody>
          <a:bodyPr>
            <a:spAutoFit/>
          </a:bodyPr>
          <a:lstStyle/>
          <a:p>
            <a:pPr algn="ctr"/>
            <a:r>
              <a:rPr lang="en-US" sz="2000" b="1">
                <a:latin typeface="Calibri" pitchFamily="34" charset="0"/>
              </a:rPr>
              <a:t>62</a:t>
            </a:r>
          </a:p>
        </p:txBody>
      </p:sp>
      <p:sp>
        <p:nvSpPr>
          <p:cNvPr id="38956" name="TextBox 106"/>
          <p:cNvSpPr txBox="1">
            <a:spLocks noChangeArrowheads="1"/>
          </p:cNvSpPr>
          <p:nvPr/>
        </p:nvSpPr>
        <p:spPr bwMode="auto">
          <a:xfrm>
            <a:off x="4510088" y="2279650"/>
            <a:ext cx="582612" cy="400050"/>
          </a:xfrm>
          <a:prstGeom prst="rect">
            <a:avLst/>
          </a:prstGeom>
          <a:noFill/>
          <a:ln w="9525">
            <a:noFill/>
            <a:miter lim="800000"/>
            <a:headEnd/>
            <a:tailEnd/>
          </a:ln>
        </p:spPr>
        <p:txBody>
          <a:bodyPr>
            <a:spAutoFit/>
          </a:bodyPr>
          <a:lstStyle/>
          <a:p>
            <a:pPr algn="ctr"/>
            <a:r>
              <a:rPr lang="en-US" sz="2000" b="1">
                <a:latin typeface="Calibri" pitchFamily="34" charset="0"/>
              </a:rPr>
              <a:t>61</a:t>
            </a:r>
          </a:p>
        </p:txBody>
      </p:sp>
      <p:sp>
        <p:nvSpPr>
          <p:cNvPr id="38957" name="TextBox 107"/>
          <p:cNvSpPr txBox="1">
            <a:spLocks noChangeArrowheads="1"/>
          </p:cNvSpPr>
          <p:nvPr/>
        </p:nvSpPr>
        <p:spPr bwMode="auto">
          <a:xfrm>
            <a:off x="3960813" y="2279650"/>
            <a:ext cx="582612" cy="400050"/>
          </a:xfrm>
          <a:prstGeom prst="rect">
            <a:avLst/>
          </a:prstGeom>
          <a:noFill/>
          <a:ln w="9525">
            <a:noFill/>
            <a:miter lim="800000"/>
            <a:headEnd/>
            <a:tailEnd/>
          </a:ln>
        </p:spPr>
        <p:txBody>
          <a:bodyPr>
            <a:spAutoFit/>
          </a:bodyPr>
          <a:lstStyle/>
          <a:p>
            <a:pPr algn="ctr"/>
            <a:r>
              <a:rPr lang="en-US" sz="2000" b="1">
                <a:latin typeface="Calibri" pitchFamily="34" charset="0"/>
              </a:rPr>
              <a:t>60</a:t>
            </a:r>
          </a:p>
        </p:txBody>
      </p:sp>
      <p:sp>
        <p:nvSpPr>
          <p:cNvPr id="38958" name="TextBox 108"/>
          <p:cNvSpPr txBox="1">
            <a:spLocks noChangeArrowheads="1"/>
          </p:cNvSpPr>
          <p:nvPr/>
        </p:nvSpPr>
        <p:spPr bwMode="auto">
          <a:xfrm>
            <a:off x="3394075" y="2290763"/>
            <a:ext cx="582613" cy="400050"/>
          </a:xfrm>
          <a:prstGeom prst="rect">
            <a:avLst/>
          </a:prstGeom>
          <a:noFill/>
          <a:ln w="9525">
            <a:noFill/>
            <a:miter lim="800000"/>
            <a:headEnd/>
            <a:tailEnd/>
          </a:ln>
        </p:spPr>
        <p:txBody>
          <a:bodyPr>
            <a:spAutoFit/>
          </a:bodyPr>
          <a:lstStyle/>
          <a:p>
            <a:pPr algn="ctr"/>
            <a:r>
              <a:rPr lang="en-US" sz="2000" b="1">
                <a:latin typeface="Calibri" pitchFamily="34" charset="0"/>
              </a:rPr>
              <a:t>59</a:t>
            </a:r>
          </a:p>
        </p:txBody>
      </p:sp>
      <p:sp>
        <p:nvSpPr>
          <p:cNvPr id="38959" name="TextBox 109"/>
          <p:cNvSpPr txBox="1">
            <a:spLocks noChangeArrowheads="1"/>
          </p:cNvSpPr>
          <p:nvPr/>
        </p:nvSpPr>
        <p:spPr bwMode="auto">
          <a:xfrm>
            <a:off x="2844800" y="2290763"/>
            <a:ext cx="582613" cy="400050"/>
          </a:xfrm>
          <a:prstGeom prst="rect">
            <a:avLst/>
          </a:prstGeom>
          <a:noFill/>
          <a:ln w="9525">
            <a:noFill/>
            <a:miter lim="800000"/>
            <a:headEnd/>
            <a:tailEnd/>
          </a:ln>
        </p:spPr>
        <p:txBody>
          <a:bodyPr>
            <a:spAutoFit/>
          </a:bodyPr>
          <a:lstStyle/>
          <a:p>
            <a:pPr algn="ctr"/>
            <a:r>
              <a:rPr lang="en-US" sz="2000" b="1">
                <a:latin typeface="Calibri" pitchFamily="34" charset="0"/>
              </a:rPr>
              <a:t>58</a:t>
            </a:r>
          </a:p>
        </p:txBody>
      </p:sp>
      <p:sp>
        <p:nvSpPr>
          <p:cNvPr id="38960" name="TextBox 110"/>
          <p:cNvSpPr txBox="1">
            <a:spLocks noChangeArrowheads="1"/>
          </p:cNvSpPr>
          <p:nvPr/>
        </p:nvSpPr>
        <p:spPr bwMode="auto">
          <a:xfrm>
            <a:off x="2262188" y="2290763"/>
            <a:ext cx="582612" cy="400050"/>
          </a:xfrm>
          <a:prstGeom prst="rect">
            <a:avLst/>
          </a:prstGeom>
          <a:noFill/>
          <a:ln w="9525">
            <a:noFill/>
            <a:miter lim="800000"/>
            <a:headEnd/>
            <a:tailEnd/>
          </a:ln>
        </p:spPr>
        <p:txBody>
          <a:bodyPr>
            <a:spAutoFit/>
          </a:bodyPr>
          <a:lstStyle/>
          <a:p>
            <a:pPr algn="ctr"/>
            <a:r>
              <a:rPr lang="en-US" sz="2000" b="1">
                <a:latin typeface="Calibri" pitchFamily="34" charset="0"/>
              </a:rPr>
              <a:t>57</a:t>
            </a:r>
          </a:p>
        </p:txBody>
      </p:sp>
      <p:sp>
        <p:nvSpPr>
          <p:cNvPr id="38961" name="TextBox 111"/>
          <p:cNvSpPr txBox="1">
            <a:spLocks noChangeArrowheads="1"/>
          </p:cNvSpPr>
          <p:nvPr/>
        </p:nvSpPr>
        <p:spPr bwMode="auto">
          <a:xfrm>
            <a:off x="1712913" y="2290763"/>
            <a:ext cx="582612" cy="400050"/>
          </a:xfrm>
          <a:prstGeom prst="rect">
            <a:avLst/>
          </a:prstGeom>
          <a:noFill/>
          <a:ln w="9525">
            <a:noFill/>
            <a:miter lim="800000"/>
            <a:headEnd/>
            <a:tailEnd/>
          </a:ln>
        </p:spPr>
        <p:txBody>
          <a:bodyPr>
            <a:spAutoFit/>
          </a:bodyPr>
          <a:lstStyle/>
          <a:p>
            <a:pPr algn="ctr"/>
            <a:r>
              <a:rPr lang="en-US" sz="2000" b="1">
                <a:latin typeface="Calibri" pitchFamily="34" charset="0"/>
              </a:rPr>
              <a:t>56</a:t>
            </a:r>
          </a:p>
        </p:txBody>
      </p:sp>
      <p:sp>
        <p:nvSpPr>
          <p:cNvPr id="38962" name="TextBox 112"/>
          <p:cNvSpPr txBox="1">
            <a:spLocks noChangeArrowheads="1"/>
          </p:cNvSpPr>
          <p:nvPr/>
        </p:nvSpPr>
        <p:spPr bwMode="auto">
          <a:xfrm>
            <a:off x="7899400" y="2882900"/>
            <a:ext cx="582613" cy="400050"/>
          </a:xfrm>
          <a:prstGeom prst="rect">
            <a:avLst/>
          </a:prstGeom>
          <a:noFill/>
          <a:ln w="9525">
            <a:noFill/>
            <a:miter lim="800000"/>
            <a:headEnd/>
            <a:tailEnd/>
          </a:ln>
        </p:spPr>
        <p:txBody>
          <a:bodyPr>
            <a:spAutoFit/>
          </a:bodyPr>
          <a:lstStyle/>
          <a:p>
            <a:pPr algn="ctr"/>
            <a:r>
              <a:rPr lang="en-US" sz="2000" b="1">
                <a:latin typeface="Calibri" pitchFamily="34" charset="0"/>
              </a:rPr>
              <a:t>0</a:t>
            </a:r>
          </a:p>
        </p:txBody>
      </p:sp>
      <p:sp>
        <p:nvSpPr>
          <p:cNvPr id="38963" name="TextBox 113"/>
          <p:cNvSpPr txBox="1">
            <a:spLocks noChangeArrowheads="1"/>
          </p:cNvSpPr>
          <p:nvPr/>
        </p:nvSpPr>
        <p:spPr bwMode="auto">
          <a:xfrm>
            <a:off x="7350125" y="2882900"/>
            <a:ext cx="582613" cy="400050"/>
          </a:xfrm>
          <a:prstGeom prst="rect">
            <a:avLst/>
          </a:prstGeom>
          <a:noFill/>
          <a:ln w="9525">
            <a:noFill/>
            <a:miter lim="800000"/>
            <a:headEnd/>
            <a:tailEnd/>
          </a:ln>
        </p:spPr>
        <p:txBody>
          <a:bodyPr>
            <a:spAutoFit/>
          </a:bodyPr>
          <a:lstStyle/>
          <a:p>
            <a:pPr algn="ctr"/>
            <a:r>
              <a:rPr lang="en-US" sz="2000" b="1">
                <a:latin typeface="Calibri" pitchFamily="34" charset="0"/>
              </a:rPr>
              <a:t>61</a:t>
            </a:r>
          </a:p>
        </p:txBody>
      </p:sp>
      <p:sp>
        <p:nvSpPr>
          <p:cNvPr id="38964" name="TextBox 114"/>
          <p:cNvSpPr txBox="1">
            <a:spLocks noChangeArrowheads="1"/>
          </p:cNvSpPr>
          <p:nvPr/>
        </p:nvSpPr>
        <p:spPr bwMode="auto">
          <a:xfrm>
            <a:off x="6767513" y="2882900"/>
            <a:ext cx="582612" cy="400050"/>
          </a:xfrm>
          <a:prstGeom prst="rect">
            <a:avLst/>
          </a:prstGeom>
          <a:noFill/>
          <a:ln w="9525">
            <a:noFill/>
            <a:miter lim="800000"/>
            <a:headEnd/>
            <a:tailEnd/>
          </a:ln>
        </p:spPr>
        <p:txBody>
          <a:bodyPr>
            <a:spAutoFit/>
          </a:bodyPr>
          <a:lstStyle/>
          <a:p>
            <a:pPr algn="ctr"/>
            <a:r>
              <a:rPr lang="en-US" sz="2000" b="1">
                <a:latin typeface="Calibri" pitchFamily="34" charset="0"/>
              </a:rPr>
              <a:t>67</a:t>
            </a:r>
          </a:p>
        </p:txBody>
      </p:sp>
      <p:sp>
        <p:nvSpPr>
          <p:cNvPr id="38965" name="TextBox 115"/>
          <p:cNvSpPr txBox="1">
            <a:spLocks noChangeArrowheads="1"/>
          </p:cNvSpPr>
          <p:nvPr/>
        </p:nvSpPr>
        <p:spPr bwMode="auto">
          <a:xfrm>
            <a:off x="6218238" y="2882900"/>
            <a:ext cx="582612" cy="400050"/>
          </a:xfrm>
          <a:prstGeom prst="rect">
            <a:avLst/>
          </a:prstGeom>
          <a:noFill/>
          <a:ln w="9525">
            <a:noFill/>
            <a:miter lim="800000"/>
            <a:headEnd/>
            <a:tailEnd/>
          </a:ln>
        </p:spPr>
        <p:txBody>
          <a:bodyPr>
            <a:spAutoFit/>
          </a:bodyPr>
          <a:lstStyle/>
          <a:p>
            <a:pPr algn="ctr"/>
            <a:r>
              <a:rPr lang="en-US" sz="2000" b="1">
                <a:latin typeface="Calibri" pitchFamily="34" charset="0"/>
              </a:rPr>
              <a:t>0</a:t>
            </a:r>
          </a:p>
        </p:txBody>
      </p:sp>
      <p:sp>
        <p:nvSpPr>
          <p:cNvPr id="38966" name="TextBox 116"/>
          <p:cNvSpPr txBox="1">
            <a:spLocks noChangeArrowheads="1"/>
          </p:cNvSpPr>
          <p:nvPr/>
        </p:nvSpPr>
        <p:spPr bwMode="auto">
          <a:xfrm>
            <a:off x="5641975" y="2871788"/>
            <a:ext cx="581025" cy="400050"/>
          </a:xfrm>
          <a:prstGeom prst="rect">
            <a:avLst/>
          </a:prstGeom>
          <a:noFill/>
          <a:ln w="9525">
            <a:noFill/>
            <a:miter lim="800000"/>
            <a:headEnd/>
            <a:tailEnd/>
          </a:ln>
        </p:spPr>
        <p:txBody>
          <a:bodyPr>
            <a:spAutoFit/>
          </a:bodyPr>
          <a:lstStyle/>
          <a:p>
            <a:pPr algn="ctr"/>
            <a:r>
              <a:rPr lang="en-US" sz="2000" b="1">
                <a:latin typeface="Calibri" pitchFamily="34" charset="0"/>
              </a:rPr>
              <a:t>58</a:t>
            </a:r>
          </a:p>
        </p:txBody>
      </p:sp>
      <p:sp>
        <p:nvSpPr>
          <p:cNvPr id="38967" name="TextBox 117"/>
          <p:cNvSpPr txBox="1">
            <a:spLocks noChangeArrowheads="1"/>
          </p:cNvSpPr>
          <p:nvPr/>
        </p:nvSpPr>
        <p:spPr bwMode="auto">
          <a:xfrm>
            <a:off x="5092700" y="2871788"/>
            <a:ext cx="581025" cy="400050"/>
          </a:xfrm>
          <a:prstGeom prst="rect">
            <a:avLst/>
          </a:prstGeom>
          <a:noFill/>
          <a:ln w="9525">
            <a:noFill/>
            <a:miter lim="800000"/>
            <a:headEnd/>
            <a:tailEnd/>
          </a:ln>
        </p:spPr>
        <p:txBody>
          <a:bodyPr>
            <a:spAutoFit/>
          </a:bodyPr>
          <a:lstStyle/>
          <a:p>
            <a:pPr algn="ctr"/>
            <a:r>
              <a:rPr lang="en-US" sz="2000" b="1">
                <a:latin typeface="Calibri" pitchFamily="34" charset="0"/>
              </a:rPr>
              <a:t>0</a:t>
            </a:r>
          </a:p>
        </p:txBody>
      </p:sp>
      <p:sp>
        <p:nvSpPr>
          <p:cNvPr id="38968" name="TextBox 118"/>
          <p:cNvSpPr txBox="1">
            <a:spLocks noChangeArrowheads="1"/>
          </p:cNvSpPr>
          <p:nvPr/>
        </p:nvSpPr>
        <p:spPr bwMode="auto">
          <a:xfrm>
            <a:off x="4510088" y="2871788"/>
            <a:ext cx="582612" cy="584200"/>
          </a:xfrm>
          <a:prstGeom prst="rect">
            <a:avLst/>
          </a:prstGeom>
          <a:noFill/>
          <a:ln w="9525">
            <a:noFill/>
            <a:miter lim="800000"/>
            <a:headEnd/>
            <a:tailEnd/>
          </a:ln>
        </p:spPr>
        <p:txBody>
          <a:bodyPr>
            <a:spAutoFit/>
          </a:bodyPr>
          <a:lstStyle/>
          <a:p>
            <a:pPr algn="ctr"/>
            <a:r>
              <a:rPr lang="en-US" sz="1600" b="1" dirty="0">
                <a:latin typeface="Calibri" pitchFamily="34" charset="0"/>
              </a:rPr>
              <a:t>0xFFFF</a:t>
            </a:r>
          </a:p>
        </p:txBody>
      </p:sp>
      <p:sp>
        <p:nvSpPr>
          <p:cNvPr id="38969" name="TextBox 119"/>
          <p:cNvSpPr txBox="1">
            <a:spLocks noChangeArrowheads="1"/>
          </p:cNvSpPr>
          <p:nvPr/>
        </p:nvSpPr>
        <p:spPr bwMode="auto">
          <a:xfrm>
            <a:off x="3960813" y="2871788"/>
            <a:ext cx="582612" cy="400050"/>
          </a:xfrm>
          <a:prstGeom prst="rect">
            <a:avLst/>
          </a:prstGeom>
          <a:noFill/>
          <a:ln w="9525">
            <a:noFill/>
            <a:miter lim="800000"/>
            <a:headEnd/>
            <a:tailEnd/>
          </a:ln>
        </p:spPr>
        <p:txBody>
          <a:bodyPr>
            <a:spAutoFit/>
          </a:bodyPr>
          <a:lstStyle/>
          <a:p>
            <a:pPr algn="ctr"/>
            <a:r>
              <a:rPr lang="en-US" sz="2000" b="1">
                <a:latin typeface="Calibri" pitchFamily="34" charset="0"/>
              </a:rPr>
              <a:t>0</a:t>
            </a:r>
          </a:p>
        </p:txBody>
      </p:sp>
      <p:sp>
        <p:nvSpPr>
          <p:cNvPr id="38970" name="TextBox 120"/>
          <p:cNvSpPr txBox="1">
            <a:spLocks noChangeArrowheads="1"/>
          </p:cNvSpPr>
          <p:nvPr/>
        </p:nvSpPr>
        <p:spPr bwMode="auto">
          <a:xfrm>
            <a:off x="3394075" y="2882900"/>
            <a:ext cx="582613" cy="400050"/>
          </a:xfrm>
          <a:prstGeom prst="rect">
            <a:avLst/>
          </a:prstGeom>
          <a:noFill/>
          <a:ln w="9525">
            <a:noFill/>
            <a:miter lim="800000"/>
            <a:headEnd/>
            <a:tailEnd/>
          </a:ln>
        </p:spPr>
        <p:txBody>
          <a:bodyPr>
            <a:spAutoFit/>
          </a:bodyPr>
          <a:lstStyle/>
          <a:p>
            <a:pPr algn="ctr"/>
            <a:r>
              <a:rPr lang="en-US" sz="2000" b="1">
                <a:latin typeface="Calibri" pitchFamily="34" charset="0"/>
              </a:rPr>
              <a:t>0</a:t>
            </a:r>
          </a:p>
        </p:txBody>
      </p:sp>
      <p:sp>
        <p:nvSpPr>
          <p:cNvPr id="38971" name="TextBox 121"/>
          <p:cNvSpPr txBox="1">
            <a:spLocks noChangeArrowheads="1"/>
          </p:cNvSpPr>
          <p:nvPr/>
        </p:nvSpPr>
        <p:spPr bwMode="auto">
          <a:xfrm>
            <a:off x="2844800" y="2882900"/>
            <a:ext cx="582613" cy="400050"/>
          </a:xfrm>
          <a:prstGeom prst="rect">
            <a:avLst/>
          </a:prstGeom>
          <a:noFill/>
          <a:ln w="9525">
            <a:noFill/>
            <a:miter lim="800000"/>
            <a:headEnd/>
            <a:tailEnd/>
          </a:ln>
        </p:spPr>
        <p:txBody>
          <a:bodyPr>
            <a:spAutoFit/>
          </a:bodyPr>
          <a:lstStyle/>
          <a:p>
            <a:pPr algn="ctr"/>
            <a:r>
              <a:rPr lang="en-US" sz="2000" b="1">
                <a:latin typeface="Calibri" pitchFamily="34" charset="0"/>
              </a:rPr>
              <a:t>65</a:t>
            </a:r>
          </a:p>
        </p:txBody>
      </p:sp>
      <p:sp>
        <p:nvSpPr>
          <p:cNvPr id="38972" name="TextBox 122"/>
          <p:cNvSpPr txBox="1">
            <a:spLocks noChangeArrowheads="1"/>
          </p:cNvSpPr>
          <p:nvPr/>
        </p:nvSpPr>
        <p:spPr bwMode="auto">
          <a:xfrm>
            <a:off x="2262188" y="2882900"/>
            <a:ext cx="582612" cy="400050"/>
          </a:xfrm>
          <a:prstGeom prst="rect">
            <a:avLst/>
          </a:prstGeom>
          <a:noFill/>
          <a:ln w="9525">
            <a:noFill/>
            <a:miter lim="800000"/>
            <a:headEnd/>
            <a:tailEnd/>
          </a:ln>
        </p:spPr>
        <p:txBody>
          <a:bodyPr>
            <a:spAutoFit/>
          </a:bodyPr>
          <a:lstStyle/>
          <a:p>
            <a:pPr algn="ctr"/>
            <a:r>
              <a:rPr lang="en-US" sz="2000" b="1">
                <a:latin typeface="Calibri" pitchFamily="34" charset="0"/>
              </a:rPr>
              <a:t>0</a:t>
            </a:r>
          </a:p>
        </p:txBody>
      </p:sp>
      <p:sp>
        <p:nvSpPr>
          <p:cNvPr id="38973" name="TextBox 123"/>
          <p:cNvSpPr txBox="1">
            <a:spLocks noChangeArrowheads="1"/>
          </p:cNvSpPr>
          <p:nvPr/>
        </p:nvSpPr>
        <p:spPr bwMode="auto">
          <a:xfrm>
            <a:off x="1712913" y="2882900"/>
            <a:ext cx="582612" cy="400050"/>
          </a:xfrm>
          <a:prstGeom prst="rect">
            <a:avLst/>
          </a:prstGeom>
          <a:noFill/>
          <a:ln w="9525">
            <a:noFill/>
            <a:miter lim="800000"/>
            <a:headEnd/>
            <a:tailEnd/>
          </a:ln>
        </p:spPr>
        <p:txBody>
          <a:bodyPr>
            <a:spAutoFit/>
          </a:bodyPr>
          <a:lstStyle/>
          <a:p>
            <a:pPr algn="ctr"/>
            <a:r>
              <a:rPr lang="en-US" sz="2000" b="1">
                <a:latin typeface="Calibri" pitchFamily="34" charset="0"/>
              </a:rPr>
              <a:t>0</a:t>
            </a:r>
          </a:p>
        </p:txBody>
      </p:sp>
      <p:sp>
        <p:nvSpPr>
          <p:cNvPr id="38974" name="TextBox 124"/>
          <p:cNvSpPr txBox="1">
            <a:spLocks noChangeArrowheads="1"/>
          </p:cNvSpPr>
          <p:nvPr/>
        </p:nvSpPr>
        <p:spPr bwMode="auto">
          <a:xfrm>
            <a:off x="8343900" y="4014788"/>
            <a:ext cx="581025" cy="400050"/>
          </a:xfrm>
          <a:prstGeom prst="rect">
            <a:avLst/>
          </a:prstGeom>
          <a:noFill/>
          <a:ln w="9525">
            <a:noFill/>
            <a:miter lim="800000"/>
            <a:headEnd/>
            <a:tailEnd/>
          </a:ln>
        </p:spPr>
        <p:txBody>
          <a:bodyPr>
            <a:spAutoFit/>
          </a:bodyPr>
          <a:lstStyle/>
          <a:p>
            <a:pPr algn="ctr"/>
            <a:r>
              <a:rPr lang="en-US" sz="2000" b="1">
                <a:latin typeface="Calibri" pitchFamily="34" charset="0"/>
              </a:rPr>
              <a:t>68</a:t>
            </a:r>
          </a:p>
        </p:txBody>
      </p:sp>
      <p:sp>
        <p:nvSpPr>
          <p:cNvPr id="38975" name="TextBox 125"/>
          <p:cNvSpPr txBox="1">
            <a:spLocks noChangeArrowheads="1"/>
          </p:cNvSpPr>
          <p:nvPr/>
        </p:nvSpPr>
        <p:spPr bwMode="auto">
          <a:xfrm>
            <a:off x="7697788" y="4014788"/>
            <a:ext cx="582612" cy="400050"/>
          </a:xfrm>
          <a:prstGeom prst="rect">
            <a:avLst/>
          </a:prstGeom>
          <a:noFill/>
          <a:ln w="9525">
            <a:noFill/>
            <a:miter lim="800000"/>
            <a:headEnd/>
            <a:tailEnd/>
          </a:ln>
        </p:spPr>
        <p:txBody>
          <a:bodyPr>
            <a:spAutoFit/>
          </a:bodyPr>
          <a:lstStyle/>
          <a:p>
            <a:pPr algn="ctr"/>
            <a:r>
              <a:rPr lang="en-US" sz="2000" b="1">
                <a:latin typeface="Calibri" pitchFamily="34" charset="0"/>
              </a:rPr>
              <a:t>67</a:t>
            </a:r>
          </a:p>
        </p:txBody>
      </p:sp>
      <p:sp>
        <p:nvSpPr>
          <p:cNvPr id="38976" name="TextBox 126"/>
          <p:cNvSpPr txBox="1">
            <a:spLocks noChangeArrowheads="1"/>
          </p:cNvSpPr>
          <p:nvPr/>
        </p:nvSpPr>
        <p:spPr bwMode="auto">
          <a:xfrm>
            <a:off x="7054850" y="4014788"/>
            <a:ext cx="582613" cy="400050"/>
          </a:xfrm>
          <a:prstGeom prst="rect">
            <a:avLst/>
          </a:prstGeom>
          <a:noFill/>
          <a:ln w="9525">
            <a:noFill/>
            <a:miter lim="800000"/>
            <a:headEnd/>
            <a:tailEnd/>
          </a:ln>
        </p:spPr>
        <p:txBody>
          <a:bodyPr>
            <a:spAutoFit/>
          </a:bodyPr>
          <a:lstStyle/>
          <a:p>
            <a:pPr algn="ctr"/>
            <a:r>
              <a:rPr lang="en-US" sz="2000" b="1">
                <a:latin typeface="Calibri" pitchFamily="34" charset="0"/>
              </a:rPr>
              <a:t>65</a:t>
            </a:r>
          </a:p>
        </p:txBody>
      </p:sp>
      <p:sp>
        <p:nvSpPr>
          <p:cNvPr id="38977" name="TextBox 127"/>
          <p:cNvSpPr txBox="1">
            <a:spLocks noChangeArrowheads="1"/>
          </p:cNvSpPr>
          <p:nvPr/>
        </p:nvSpPr>
        <p:spPr bwMode="auto">
          <a:xfrm>
            <a:off x="6410325" y="4014788"/>
            <a:ext cx="581025" cy="400050"/>
          </a:xfrm>
          <a:prstGeom prst="rect">
            <a:avLst/>
          </a:prstGeom>
          <a:noFill/>
          <a:ln w="9525">
            <a:noFill/>
            <a:miter lim="800000"/>
            <a:headEnd/>
            <a:tailEnd/>
          </a:ln>
        </p:spPr>
        <p:txBody>
          <a:bodyPr>
            <a:spAutoFit/>
          </a:bodyPr>
          <a:lstStyle/>
          <a:p>
            <a:pPr algn="ctr"/>
            <a:r>
              <a:rPr lang="en-US" sz="2000" b="1">
                <a:latin typeface="Calibri" pitchFamily="34" charset="0"/>
              </a:rPr>
              <a:t>64</a:t>
            </a:r>
          </a:p>
        </p:txBody>
      </p:sp>
      <p:sp>
        <p:nvSpPr>
          <p:cNvPr id="38978" name="TextBox 128"/>
          <p:cNvSpPr txBox="1">
            <a:spLocks noChangeArrowheads="1"/>
          </p:cNvSpPr>
          <p:nvPr/>
        </p:nvSpPr>
        <p:spPr bwMode="auto">
          <a:xfrm>
            <a:off x="5743575" y="4003675"/>
            <a:ext cx="582613" cy="400050"/>
          </a:xfrm>
          <a:prstGeom prst="rect">
            <a:avLst/>
          </a:prstGeom>
          <a:noFill/>
          <a:ln w="9525">
            <a:noFill/>
            <a:miter lim="800000"/>
            <a:headEnd/>
            <a:tailEnd/>
          </a:ln>
        </p:spPr>
        <p:txBody>
          <a:bodyPr>
            <a:spAutoFit/>
          </a:bodyPr>
          <a:lstStyle/>
          <a:p>
            <a:pPr algn="ctr"/>
            <a:r>
              <a:rPr lang="en-US" sz="2000" b="1">
                <a:latin typeface="Calibri" pitchFamily="34" charset="0"/>
              </a:rPr>
              <a:t>63</a:t>
            </a:r>
          </a:p>
        </p:txBody>
      </p:sp>
      <p:sp>
        <p:nvSpPr>
          <p:cNvPr id="38979" name="TextBox 129"/>
          <p:cNvSpPr txBox="1">
            <a:spLocks noChangeArrowheads="1"/>
          </p:cNvSpPr>
          <p:nvPr/>
        </p:nvSpPr>
        <p:spPr bwMode="auto">
          <a:xfrm>
            <a:off x="5113338" y="4003675"/>
            <a:ext cx="581025" cy="400050"/>
          </a:xfrm>
          <a:prstGeom prst="rect">
            <a:avLst/>
          </a:prstGeom>
          <a:noFill/>
          <a:ln w="9525">
            <a:noFill/>
            <a:miter lim="800000"/>
            <a:headEnd/>
            <a:tailEnd/>
          </a:ln>
        </p:spPr>
        <p:txBody>
          <a:bodyPr>
            <a:spAutoFit/>
          </a:bodyPr>
          <a:lstStyle/>
          <a:p>
            <a:pPr algn="ctr"/>
            <a:r>
              <a:rPr lang="en-US" sz="2000" b="1">
                <a:latin typeface="Calibri" pitchFamily="34" charset="0"/>
              </a:rPr>
              <a:t>62</a:t>
            </a:r>
          </a:p>
        </p:txBody>
      </p:sp>
      <p:sp>
        <p:nvSpPr>
          <p:cNvPr id="38980" name="TextBox 130"/>
          <p:cNvSpPr txBox="1">
            <a:spLocks noChangeArrowheads="1"/>
          </p:cNvSpPr>
          <p:nvPr/>
        </p:nvSpPr>
        <p:spPr bwMode="auto">
          <a:xfrm>
            <a:off x="4468813" y="4003675"/>
            <a:ext cx="582612" cy="400050"/>
          </a:xfrm>
          <a:prstGeom prst="rect">
            <a:avLst/>
          </a:prstGeom>
          <a:noFill/>
          <a:ln w="9525">
            <a:noFill/>
            <a:miter lim="800000"/>
            <a:headEnd/>
            <a:tailEnd/>
          </a:ln>
        </p:spPr>
        <p:txBody>
          <a:bodyPr>
            <a:spAutoFit/>
          </a:bodyPr>
          <a:lstStyle/>
          <a:p>
            <a:pPr algn="ctr"/>
            <a:r>
              <a:rPr lang="en-US" sz="2000" b="1">
                <a:latin typeface="Calibri" pitchFamily="34" charset="0"/>
              </a:rPr>
              <a:t>61</a:t>
            </a:r>
          </a:p>
        </p:txBody>
      </p:sp>
      <p:sp>
        <p:nvSpPr>
          <p:cNvPr id="38981" name="TextBox 131"/>
          <p:cNvSpPr txBox="1">
            <a:spLocks noChangeArrowheads="1"/>
          </p:cNvSpPr>
          <p:nvPr/>
        </p:nvSpPr>
        <p:spPr bwMode="auto">
          <a:xfrm>
            <a:off x="3830638" y="4003675"/>
            <a:ext cx="582612" cy="400050"/>
          </a:xfrm>
          <a:prstGeom prst="rect">
            <a:avLst/>
          </a:prstGeom>
          <a:noFill/>
          <a:ln w="9525">
            <a:noFill/>
            <a:miter lim="800000"/>
            <a:headEnd/>
            <a:tailEnd/>
          </a:ln>
        </p:spPr>
        <p:txBody>
          <a:bodyPr>
            <a:spAutoFit/>
          </a:bodyPr>
          <a:lstStyle/>
          <a:p>
            <a:pPr algn="ctr"/>
            <a:r>
              <a:rPr lang="en-US" sz="2000" b="1">
                <a:latin typeface="Calibri" pitchFamily="34" charset="0"/>
              </a:rPr>
              <a:t>60</a:t>
            </a:r>
          </a:p>
        </p:txBody>
      </p:sp>
      <p:sp>
        <p:nvSpPr>
          <p:cNvPr id="38982" name="TextBox 132"/>
          <p:cNvSpPr txBox="1">
            <a:spLocks noChangeArrowheads="1"/>
          </p:cNvSpPr>
          <p:nvPr/>
        </p:nvSpPr>
        <p:spPr bwMode="auto">
          <a:xfrm>
            <a:off x="3175000" y="4014788"/>
            <a:ext cx="582613" cy="400050"/>
          </a:xfrm>
          <a:prstGeom prst="rect">
            <a:avLst/>
          </a:prstGeom>
          <a:noFill/>
          <a:ln w="9525">
            <a:noFill/>
            <a:miter lim="800000"/>
            <a:headEnd/>
            <a:tailEnd/>
          </a:ln>
        </p:spPr>
        <p:txBody>
          <a:bodyPr>
            <a:spAutoFit/>
          </a:bodyPr>
          <a:lstStyle/>
          <a:p>
            <a:pPr algn="ctr"/>
            <a:r>
              <a:rPr lang="en-US" sz="2000" b="1">
                <a:latin typeface="Calibri" pitchFamily="34" charset="0"/>
              </a:rPr>
              <a:t>59</a:t>
            </a:r>
          </a:p>
        </p:txBody>
      </p:sp>
      <p:sp>
        <p:nvSpPr>
          <p:cNvPr id="38983" name="TextBox 133"/>
          <p:cNvSpPr txBox="1">
            <a:spLocks noChangeArrowheads="1"/>
          </p:cNvSpPr>
          <p:nvPr/>
        </p:nvSpPr>
        <p:spPr bwMode="auto">
          <a:xfrm>
            <a:off x="2524125" y="4014788"/>
            <a:ext cx="582613" cy="400050"/>
          </a:xfrm>
          <a:prstGeom prst="rect">
            <a:avLst/>
          </a:prstGeom>
          <a:noFill/>
          <a:ln w="9525">
            <a:noFill/>
            <a:miter lim="800000"/>
            <a:headEnd/>
            <a:tailEnd/>
          </a:ln>
        </p:spPr>
        <p:txBody>
          <a:bodyPr>
            <a:spAutoFit/>
          </a:bodyPr>
          <a:lstStyle/>
          <a:p>
            <a:pPr algn="ctr"/>
            <a:r>
              <a:rPr lang="en-US" sz="2000" b="1">
                <a:latin typeface="Calibri" pitchFamily="34" charset="0"/>
              </a:rPr>
              <a:t>58</a:t>
            </a:r>
          </a:p>
        </p:txBody>
      </p:sp>
      <p:sp>
        <p:nvSpPr>
          <p:cNvPr id="38984" name="TextBox 134"/>
          <p:cNvSpPr txBox="1">
            <a:spLocks noChangeArrowheads="1"/>
          </p:cNvSpPr>
          <p:nvPr/>
        </p:nvSpPr>
        <p:spPr bwMode="auto">
          <a:xfrm>
            <a:off x="1887538" y="4014788"/>
            <a:ext cx="582612" cy="400050"/>
          </a:xfrm>
          <a:prstGeom prst="rect">
            <a:avLst/>
          </a:prstGeom>
          <a:noFill/>
          <a:ln w="9525">
            <a:noFill/>
            <a:miter lim="800000"/>
            <a:headEnd/>
            <a:tailEnd/>
          </a:ln>
        </p:spPr>
        <p:txBody>
          <a:bodyPr>
            <a:spAutoFit/>
          </a:bodyPr>
          <a:lstStyle/>
          <a:p>
            <a:pPr algn="ctr"/>
            <a:r>
              <a:rPr lang="en-US" sz="2000" b="1">
                <a:latin typeface="Calibri" pitchFamily="34" charset="0"/>
              </a:rPr>
              <a:t>57</a:t>
            </a:r>
          </a:p>
        </p:txBody>
      </p:sp>
      <p:sp>
        <p:nvSpPr>
          <p:cNvPr id="38985" name="TextBox 135"/>
          <p:cNvSpPr txBox="1">
            <a:spLocks noChangeArrowheads="1"/>
          </p:cNvSpPr>
          <p:nvPr/>
        </p:nvSpPr>
        <p:spPr bwMode="auto">
          <a:xfrm>
            <a:off x="1255713" y="4014788"/>
            <a:ext cx="582612" cy="400050"/>
          </a:xfrm>
          <a:prstGeom prst="rect">
            <a:avLst/>
          </a:prstGeom>
          <a:noFill/>
          <a:ln w="9525">
            <a:noFill/>
            <a:miter lim="800000"/>
            <a:headEnd/>
            <a:tailEnd/>
          </a:ln>
        </p:spPr>
        <p:txBody>
          <a:bodyPr>
            <a:spAutoFit/>
          </a:bodyPr>
          <a:lstStyle/>
          <a:p>
            <a:pPr algn="ctr"/>
            <a:r>
              <a:rPr lang="en-US" sz="2000" b="1">
                <a:latin typeface="Calibri" pitchFamily="34" charset="0"/>
              </a:rPr>
              <a:t>56</a:t>
            </a:r>
          </a:p>
        </p:txBody>
      </p:sp>
      <p:sp>
        <p:nvSpPr>
          <p:cNvPr id="38986" name="TextBox 136"/>
          <p:cNvSpPr txBox="1">
            <a:spLocks noChangeArrowheads="1"/>
          </p:cNvSpPr>
          <p:nvPr/>
        </p:nvSpPr>
        <p:spPr bwMode="auto">
          <a:xfrm>
            <a:off x="903288" y="2841625"/>
            <a:ext cx="623887" cy="461963"/>
          </a:xfrm>
          <a:prstGeom prst="rect">
            <a:avLst/>
          </a:prstGeom>
          <a:noFill/>
          <a:ln w="9525">
            <a:noFill/>
            <a:miter lim="800000"/>
            <a:headEnd/>
            <a:tailEnd/>
          </a:ln>
        </p:spPr>
        <p:txBody>
          <a:bodyPr wrap="none">
            <a:spAutoFit/>
          </a:bodyPr>
          <a:lstStyle/>
          <a:p>
            <a:pPr algn="ctr"/>
            <a:r>
              <a:rPr lang="en-US" sz="2400" b="1">
                <a:latin typeface="Calibri" pitchFamily="34" charset="0"/>
              </a:rPr>
              <a:t>FAT</a:t>
            </a:r>
          </a:p>
        </p:txBody>
      </p:sp>
      <p:sp>
        <p:nvSpPr>
          <p:cNvPr id="38987" name="TextBox 137"/>
          <p:cNvSpPr txBox="1">
            <a:spLocks noChangeArrowheads="1"/>
          </p:cNvSpPr>
          <p:nvPr/>
        </p:nvSpPr>
        <p:spPr bwMode="auto">
          <a:xfrm>
            <a:off x="155587" y="4555144"/>
            <a:ext cx="1702582" cy="461665"/>
          </a:xfrm>
          <a:prstGeom prst="rect">
            <a:avLst/>
          </a:prstGeom>
          <a:noFill/>
          <a:ln w="9525">
            <a:noFill/>
            <a:miter lim="800000"/>
            <a:headEnd/>
            <a:tailEnd/>
          </a:ln>
        </p:spPr>
        <p:txBody>
          <a:bodyPr wrap="none">
            <a:spAutoFit/>
          </a:bodyPr>
          <a:lstStyle/>
          <a:p>
            <a:pPr algn="ctr"/>
            <a:r>
              <a:rPr lang="en-US" sz="2400" b="1" dirty="0" err="1">
                <a:latin typeface="Calibri" pitchFamily="34" charset="0"/>
              </a:rPr>
              <a:t>yacheykalar</a:t>
            </a:r>
            <a:endParaRPr lang="en-US" sz="2400" b="1" dirty="0">
              <a:latin typeface="Calibri" pitchFamily="34" charset="0"/>
            </a:endParaRPr>
          </a:p>
        </p:txBody>
      </p:sp>
      <p:sp>
        <p:nvSpPr>
          <p:cNvPr id="5" name="Left Arrow 4"/>
          <p:cNvSpPr/>
          <p:nvPr/>
        </p:nvSpPr>
        <p:spPr>
          <a:xfrm rot="2258459">
            <a:off x="5945188" y="3333750"/>
            <a:ext cx="887412" cy="620713"/>
          </a:xfrm>
          <a:prstGeom prst="leftArrow">
            <a:avLst/>
          </a:prstGeom>
        </p:spPr>
        <p:style>
          <a:lnRef idx="2">
            <a:schemeClr val="accent2">
              <a:shade val="50000"/>
            </a:schemeClr>
          </a:lnRef>
          <a:fillRef idx="1">
            <a:schemeClr val="accent2"/>
          </a:fillRef>
          <a:effectRef idx="0">
            <a:schemeClr val="accent2"/>
          </a:effectRef>
          <a:fontRef idx="minor">
            <a:schemeClr val="lt1"/>
          </a:fontRef>
        </p:style>
        <p:txBody>
          <a:bodyPr anchor="ctr"/>
          <a:lstStyle/>
          <a:p>
            <a:pPr algn="ctr" fontAlgn="auto">
              <a:spcBef>
                <a:spcPts val="0"/>
              </a:spcBef>
              <a:spcAft>
                <a:spcPts val="0"/>
              </a:spcAft>
              <a:defRPr/>
            </a:pPr>
            <a:r>
              <a:rPr lang="en-US" dirty="0"/>
              <a:t>Start</a:t>
            </a:r>
          </a:p>
        </p:txBody>
      </p:sp>
      <p:sp>
        <p:nvSpPr>
          <p:cNvPr id="6" name="Right Arrow 5"/>
          <p:cNvSpPr/>
          <p:nvPr/>
        </p:nvSpPr>
        <p:spPr>
          <a:xfrm rot="19065001">
            <a:off x="4032250" y="3362325"/>
            <a:ext cx="777875" cy="588963"/>
          </a:xfrm>
          <a:prstGeom prst="rightArrow">
            <a:avLst/>
          </a:prstGeom>
        </p:spPr>
        <p:style>
          <a:lnRef idx="2">
            <a:schemeClr val="accent2">
              <a:shade val="50000"/>
            </a:schemeClr>
          </a:lnRef>
          <a:fillRef idx="1">
            <a:schemeClr val="accent2"/>
          </a:fillRef>
          <a:effectRef idx="0">
            <a:schemeClr val="accent2"/>
          </a:effectRef>
          <a:fontRef idx="minor">
            <a:schemeClr val="lt1"/>
          </a:fontRef>
        </p:style>
        <p:txBody>
          <a:bodyPr anchor="ctr"/>
          <a:lstStyle/>
          <a:p>
            <a:pPr algn="ctr" fontAlgn="auto">
              <a:spcBef>
                <a:spcPts val="0"/>
              </a:spcBef>
              <a:spcAft>
                <a:spcPts val="0"/>
              </a:spcAft>
              <a:defRPr/>
            </a:pPr>
            <a:r>
              <a:rPr lang="en-US" dirty="0"/>
              <a:t>End</a:t>
            </a:r>
          </a:p>
        </p:txBody>
      </p:sp>
      <p:sp>
        <p:nvSpPr>
          <p:cNvPr id="38990" name="Rectangle 6"/>
          <p:cNvSpPr>
            <a:spLocks noChangeArrowheads="1"/>
          </p:cNvSpPr>
          <p:nvPr/>
        </p:nvSpPr>
        <p:spPr bwMode="auto">
          <a:xfrm>
            <a:off x="2420938" y="5529263"/>
            <a:ext cx="4572000" cy="1200150"/>
          </a:xfrm>
          <a:prstGeom prst="rect">
            <a:avLst/>
          </a:prstGeom>
          <a:noFill/>
          <a:ln w="9525">
            <a:noFill/>
            <a:miter lim="800000"/>
            <a:headEnd/>
            <a:tailEnd/>
          </a:ln>
        </p:spPr>
        <p:txBody>
          <a:bodyPr>
            <a:spAutoFit/>
          </a:bodyPr>
          <a:lstStyle/>
          <a:p>
            <a:r>
              <a:rPr lang="en-US" dirty="0">
                <a:latin typeface="Calibri" pitchFamily="34" charset="0"/>
              </a:rPr>
              <a:t>FAT </a:t>
            </a:r>
            <a:r>
              <a:rPr lang="en-US" dirty="0" err="1">
                <a:latin typeface="Calibri" pitchFamily="34" charset="0"/>
              </a:rPr>
              <a:t>fayl</a:t>
            </a:r>
            <a:r>
              <a:rPr lang="en-US" dirty="0">
                <a:latin typeface="Calibri" pitchFamily="34" charset="0"/>
              </a:rPr>
              <a:t> </a:t>
            </a:r>
            <a:r>
              <a:rPr lang="en-US" dirty="0" err="1">
                <a:latin typeface="Calibri" pitchFamily="34" charset="0"/>
              </a:rPr>
              <a:t>tizimi</a:t>
            </a:r>
            <a:r>
              <a:rPr lang="en-US" dirty="0">
                <a:latin typeface="Calibri" pitchFamily="34" charset="0"/>
              </a:rPr>
              <a:t> </a:t>
            </a:r>
            <a:r>
              <a:rPr lang="en-US" dirty="0" err="1">
                <a:latin typeface="Calibri" pitchFamily="34" charset="0"/>
              </a:rPr>
              <a:t>elementlari</a:t>
            </a:r>
            <a:endParaRPr lang="en-US" dirty="0">
              <a:latin typeface="Calibri" pitchFamily="34" charset="0"/>
            </a:endParaRPr>
          </a:p>
          <a:p>
            <a:pPr marL="742950" lvl="1" indent="-285750">
              <a:buFont typeface="Arial" charset="0"/>
              <a:buChar char="•"/>
            </a:pPr>
            <a:r>
              <a:rPr lang="en-US" dirty="0">
                <a:latin typeface="Calibri" pitchFamily="34" charset="0"/>
              </a:rPr>
              <a:t>0 – </a:t>
            </a:r>
            <a:r>
              <a:rPr lang="en-US" dirty="0" err="1">
                <a:latin typeface="Calibri" pitchFamily="34" charset="0"/>
              </a:rPr>
              <a:t>bo’sh</a:t>
            </a:r>
            <a:r>
              <a:rPr lang="en-US" dirty="0">
                <a:latin typeface="Calibri" pitchFamily="34" charset="0"/>
              </a:rPr>
              <a:t> </a:t>
            </a:r>
            <a:r>
              <a:rPr lang="en-US" dirty="0" err="1">
                <a:latin typeface="Calibri" pitchFamily="34" charset="0"/>
              </a:rPr>
              <a:t>blok</a:t>
            </a:r>
            <a:endParaRPr lang="en-US" dirty="0">
              <a:latin typeface="Calibri" pitchFamily="34" charset="0"/>
            </a:endParaRPr>
          </a:p>
          <a:p>
            <a:pPr marL="742950" lvl="1" indent="-285750">
              <a:buFont typeface="Arial" charset="0"/>
              <a:buChar char="•"/>
            </a:pPr>
            <a:r>
              <a:rPr lang="en-US" dirty="0">
                <a:latin typeface="Calibri" pitchFamily="34" charset="0"/>
              </a:rPr>
              <a:t>1 &lt; N &lt; 0xFFFF – </a:t>
            </a:r>
            <a:r>
              <a:rPr lang="en-US" dirty="0" err="1">
                <a:latin typeface="Calibri" pitchFamily="34" charset="0"/>
              </a:rPr>
              <a:t>zanjirdagi</a:t>
            </a:r>
            <a:r>
              <a:rPr lang="en-US" dirty="0">
                <a:latin typeface="Calibri" pitchFamily="34" charset="0"/>
              </a:rPr>
              <a:t> </a:t>
            </a:r>
            <a:r>
              <a:rPr lang="en-US" dirty="0" err="1">
                <a:latin typeface="Calibri" pitchFamily="34" charset="0"/>
              </a:rPr>
              <a:t>keyingi</a:t>
            </a:r>
            <a:r>
              <a:rPr lang="en-US" dirty="0">
                <a:latin typeface="Calibri" pitchFamily="34" charset="0"/>
              </a:rPr>
              <a:t> </a:t>
            </a:r>
            <a:r>
              <a:rPr lang="en-US" dirty="0" err="1">
                <a:latin typeface="Calibri" pitchFamily="34" charset="0"/>
              </a:rPr>
              <a:t>blok</a:t>
            </a:r>
            <a:endParaRPr lang="en-US" dirty="0">
              <a:latin typeface="Calibri" pitchFamily="34" charset="0"/>
            </a:endParaRPr>
          </a:p>
          <a:p>
            <a:pPr marL="742950" lvl="1" indent="-285750">
              <a:buFont typeface="Arial" charset="0"/>
              <a:buChar char="•"/>
            </a:pPr>
            <a:r>
              <a:rPr lang="en-US" dirty="0">
                <a:latin typeface="Calibri" pitchFamily="34" charset="0"/>
              </a:rPr>
              <a:t>0xFFFF – </a:t>
            </a:r>
            <a:r>
              <a:rPr lang="en-US" dirty="0" err="1">
                <a:latin typeface="Calibri" pitchFamily="34" charset="0"/>
              </a:rPr>
              <a:t>zanjirning</a:t>
            </a:r>
            <a:r>
              <a:rPr lang="en-US" dirty="0">
                <a:latin typeface="Calibri" pitchFamily="34" charset="0"/>
              </a:rPr>
              <a:t> </a:t>
            </a:r>
            <a:r>
              <a:rPr lang="en-US" dirty="0" err="1">
                <a:latin typeface="Calibri" pitchFamily="34" charset="0"/>
              </a:rPr>
              <a:t>oxiri</a:t>
            </a:r>
            <a:endParaRPr lang="en-US" dirty="0">
              <a:latin typeface="Calibri" pitchFamily="34"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anim calcmode="lin" valueType="num">
                                      <p:cBhvr>
                                        <p:cTn id="8" dur="500" fill="hold"/>
                                        <p:tgtEl>
                                          <p:spTgt spid="5"/>
                                        </p:tgtEl>
                                        <p:attrNameLst>
                                          <p:attrName>ppt_x</p:attrName>
                                        </p:attrNameLst>
                                      </p:cBhvr>
                                      <p:tavLst>
                                        <p:tav tm="0">
                                          <p:val>
                                            <p:strVal val="#ppt_x"/>
                                          </p:val>
                                        </p:tav>
                                        <p:tav tm="100000">
                                          <p:val>
                                            <p:strVal val="#ppt_x"/>
                                          </p:val>
                                        </p:tav>
                                      </p:tavLst>
                                    </p:anim>
                                    <p:anim calcmode="lin" valueType="num">
                                      <p:cBhvr>
                                        <p:cTn id="9" dur="5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500"/>
                                        <p:tgtEl>
                                          <p:spTgt spid="6"/>
                                        </p:tgtEl>
                                      </p:cBhvr>
                                    </p:animEffect>
                                    <p:anim calcmode="lin" valueType="num">
                                      <p:cBhvr>
                                        <p:cTn id="15" dur="500" fill="hold"/>
                                        <p:tgtEl>
                                          <p:spTgt spid="6"/>
                                        </p:tgtEl>
                                        <p:attrNameLst>
                                          <p:attrName>ppt_x</p:attrName>
                                        </p:attrNameLst>
                                      </p:cBhvr>
                                      <p:tavLst>
                                        <p:tav tm="0">
                                          <p:val>
                                            <p:strVal val="#ppt_x"/>
                                          </p:val>
                                        </p:tav>
                                        <p:tav tm="100000">
                                          <p:val>
                                            <p:strVal val="#ppt_x"/>
                                          </p:val>
                                        </p:tav>
                                      </p:tavLst>
                                    </p:anim>
                                    <p:anim calcmode="lin" valueType="num">
                                      <p:cBhvr>
                                        <p:cTn id="16" dur="5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Lst>
  </p:timing>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0962" name="Title 1"/>
          <p:cNvSpPr>
            <a:spLocks noGrp="1"/>
          </p:cNvSpPr>
          <p:nvPr>
            <p:ph type="title"/>
          </p:nvPr>
        </p:nvSpPr>
        <p:spPr>
          <a:xfrm>
            <a:off x="457200" y="0"/>
            <a:ext cx="8229600" cy="846138"/>
          </a:xfrm>
        </p:spPr>
        <p:txBody>
          <a:bodyPr>
            <a:normAutofit/>
          </a:bodyPr>
          <a:lstStyle/>
          <a:p>
            <a:r>
              <a:rPr lang="en-US" sz="3600" dirty="0"/>
              <a:t>Lots of Seeking</a:t>
            </a:r>
          </a:p>
        </p:txBody>
      </p:sp>
      <p:sp>
        <p:nvSpPr>
          <p:cNvPr id="3" name="Content Placeholder 2"/>
          <p:cNvSpPr>
            <a:spLocks noGrp="1"/>
          </p:cNvSpPr>
          <p:nvPr>
            <p:ph idx="1"/>
          </p:nvPr>
        </p:nvSpPr>
        <p:spPr>
          <a:xfrm>
            <a:off x="220663" y="798513"/>
            <a:ext cx="8680450" cy="1766887"/>
          </a:xfrm>
        </p:spPr>
        <p:txBody>
          <a:bodyPr rtlCol="0">
            <a:normAutofit/>
          </a:bodyPr>
          <a:lstStyle/>
          <a:p>
            <a:pPr fontAlgn="auto">
              <a:spcAft>
                <a:spcPts val="0"/>
              </a:spcAft>
              <a:buFont typeface="Arial" panose="020B0604020202020204" pitchFamily="34" charset="0"/>
              <a:buChar char="•"/>
              <a:defRPr/>
            </a:pPr>
            <a:r>
              <a:rPr lang="en-US" dirty="0"/>
              <a:t>        Consider the following code:</a:t>
            </a:r>
          </a:p>
          <a:p>
            <a:pPr marL="457200" lvl="1" indent="0" fontAlgn="auto">
              <a:spcAft>
                <a:spcPts val="0"/>
              </a:spcAft>
              <a:buFont typeface="Arial" panose="020B0604020202020204" pitchFamily="34" charset="0"/>
              <a:buNone/>
              <a:defRPr/>
            </a:pPr>
            <a:r>
              <a:rPr lang="en-US" dirty="0" err="1">
                <a:solidFill>
                  <a:schemeClr val="accent1"/>
                </a:solidFill>
              </a:rPr>
              <a:t>int</a:t>
            </a:r>
            <a:r>
              <a:rPr lang="en-US" dirty="0"/>
              <a:t> </a:t>
            </a:r>
            <a:r>
              <a:rPr lang="en-US" dirty="0" err="1"/>
              <a:t>fd</a:t>
            </a:r>
            <a:r>
              <a:rPr lang="en-US" dirty="0"/>
              <a:t> = open(</a:t>
            </a:r>
            <a:r>
              <a:rPr lang="en-US" dirty="0">
                <a:solidFill>
                  <a:schemeClr val="accent2"/>
                </a:solidFill>
              </a:rPr>
              <a:t>“my_file.txt”</a:t>
            </a:r>
            <a:r>
              <a:rPr lang="en-US" dirty="0"/>
              <a:t>, </a:t>
            </a:r>
            <a:r>
              <a:rPr lang="en-US" dirty="0">
                <a:solidFill>
                  <a:schemeClr val="accent2"/>
                </a:solidFill>
              </a:rPr>
              <a:t>“r”</a:t>
            </a:r>
            <a:r>
              <a:rPr lang="en-US" dirty="0"/>
              <a:t>);</a:t>
            </a:r>
          </a:p>
          <a:p>
            <a:pPr marL="457200" lvl="1" indent="0" fontAlgn="auto">
              <a:spcAft>
                <a:spcPts val="0"/>
              </a:spcAft>
              <a:buFont typeface="Arial" panose="020B0604020202020204" pitchFamily="34" charset="0"/>
              <a:buNone/>
              <a:defRPr/>
            </a:pPr>
            <a:r>
              <a:rPr lang="en-US" dirty="0" err="1">
                <a:solidFill>
                  <a:schemeClr val="accent1"/>
                </a:solidFill>
              </a:rPr>
              <a:t>int</a:t>
            </a:r>
            <a:r>
              <a:rPr lang="en-US" dirty="0"/>
              <a:t> r = read(</a:t>
            </a:r>
            <a:r>
              <a:rPr lang="en-US" dirty="0" err="1"/>
              <a:t>fd</a:t>
            </a:r>
            <a:r>
              <a:rPr lang="en-US" dirty="0"/>
              <a:t>, buffer, </a:t>
            </a:r>
            <a:r>
              <a:rPr lang="en-US" dirty="0">
                <a:solidFill>
                  <a:schemeClr val="accent4"/>
                </a:solidFill>
              </a:rPr>
              <a:t>1024</a:t>
            </a:r>
            <a:r>
              <a:rPr lang="en-US" dirty="0"/>
              <a:t> * </a:t>
            </a:r>
            <a:r>
              <a:rPr lang="en-US" dirty="0">
                <a:solidFill>
                  <a:schemeClr val="accent4"/>
                </a:solidFill>
              </a:rPr>
              <a:t>4</a:t>
            </a:r>
            <a:r>
              <a:rPr lang="en-US" dirty="0"/>
              <a:t> * </a:t>
            </a:r>
            <a:r>
              <a:rPr lang="en-US" dirty="0">
                <a:solidFill>
                  <a:schemeClr val="accent4"/>
                </a:solidFill>
              </a:rPr>
              <a:t>4</a:t>
            </a:r>
            <a:r>
              <a:rPr lang="en-US" dirty="0"/>
              <a:t>); </a:t>
            </a:r>
            <a:r>
              <a:rPr lang="en-US" dirty="0">
                <a:solidFill>
                  <a:schemeClr val="accent3"/>
                </a:solidFill>
              </a:rPr>
              <a:t>/</a:t>
            </a:r>
            <a:r>
              <a:rPr lang="en-US" dirty="0"/>
              <a:t>/ 4 4KB blocks</a:t>
            </a:r>
          </a:p>
          <a:p>
            <a:pPr marL="0" indent="0" fontAlgn="auto">
              <a:spcAft>
                <a:spcPts val="0"/>
              </a:spcAft>
              <a:buFont typeface="Arial" panose="020B0604020202020204" pitchFamily="34" charset="0"/>
              <a:buNone/>
              <a:defRPr/>
            </a:pPr>
            <a:endParaRPr lang="en-US" dirty="0"/>
          </a:p>
        </p:txBody>
      </p:sp>
      <p:sp>
        <p:nvSpPr>
          <p:cNvPr id="4" name="Slide Number Placeholder 3"/>
          <p:cNvSpPr>
            <a:spLocks noGrp="1"/>
          </p:cNvSpPr>
          <p:nvPr>
            <p:ph type="sldNum" sz="quarter" idx="12"/>
          </p:nvPr>
        </p:nvSpPr>
        <p:spPr/>
        <p:txBody>
          <a:bodyPr/>
          <a:lstStyle/>
          <a:p>
            <a:pPr>
              <a:defRPr/>
            </a:pPr>
            <a:fld id="{F9AFD525-5EE8-40B3-A9C3-847386BF1A5F}" type="slidenum">
              <a:rPr lang="en-US"/>
              <a:pPr>
                <a:defRPr/>
              </a:pPr>
              <a:t>24</a:t>
            </a:fld>
            <a:endParaRPr lang="en-US" dirty="0"/>
          </a:p>
        </p:txBody>
      </p:sp>
      <p:sp>
        <p:nvSpPr>
          <p:cNvPr id="6" name="Rectangle 5"/>
          <p:cNvSpPr/>
          <p:nvPr/>
        </p:nvSpPr>
        <p:spPr>
          <a:xfrm>
            <a:off x="1789113" y="5561013"/>
            <a:ext cx="650875" cy="758825"/>
          </a:xfrm>
          <a:prstGeom prst="rect">
            <a:avLst/>
          </a:prstGeom>
          <a:solidFill>
            <a:schemeClr val="bg1">
              <a:lumMod val="85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7" name="Rectangle 6"/>
          <p:cNvSpPr/>
          <p:nvPr/>
        </p:nvSpPr>
        <p:spPr>
          <a:xfrm>
            <a:off x="2417763" y="5561013"/>
            <a:ext cx="650875" cy="758825"/>
          </a:xfrm>
          <a:prstGeom prst="rect">
            <a:avLst/>
          </a:prstGeom>
          <a:solidFill>
            <a:schemeClr val="bg1">
              <a:lumMod val="85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8" name="Rectangle 7"/>
          <p:cNvSpPr/>
          <p:nvPr/>
        </p:nvSpPr>
        <p:spPr>
          <a:xfrm>
            <a:off x="3068638" y="5561013"/>
            <a:ext cx="650875" cy="758825"/>
          </a:xfrm>
          <a:prstGeom prst="rect">
            <a:avLst/>
          </a:prstGeom>
          <a:solidFill>
            <a:schemeClr val="bg1">
              <a:lumMod val="85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9" name="Rectangle 8"/>
          <p:cNvSpPr/>
          <p:nvPr/>
        </p:nvSpPr>
        <p:spPr>
          <a:xfrm>
            <a:off x="3719513" y="5561013"/>
            <a:ext cx="650875" cy="758825"/>
          </a:xfrm>
          <a:prstGeom prst="rect">
            <a:avLst/>
          </a:prstGeom>
          <a:solidFill>
            <a:schemeClr val="bg1">
              <a:lumMod val="85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0" name="Rectangle 9"/>
          <p:cNvSpPr/>
          <p:nvPr/>
        </p:nvSpPr>
        <p:spPr>
          <a:xfrm>
            <a:off x="4370388" y="5561013"/>
            <a:ext cx="650875" cy="758825"/>
          </a:xfrm>
          <a:prstGeom prst="rect">
            <a:avLst/>
          </a:prstGeom>
          <a:solidFill>
            <a:schemeClr val="bg1">
              <a:lumMod val="85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1" name="Rectangle 10"/>
          <p:cNvSpPr/>
          <p:nvPr/>
        </p:nvSpPr>
        <p:spPr>
          <a:xfrm>
            <a:off x="5000625" y="5561013"/>
            <a:ext cx="649288" cy="758825"/>
          </a:xfrm>
          <a:prstGeom prst="rect">
            <a:avLst/>
          </a:prstGeom>
          <a:solidFill>
            <a:schemeClr val="bg1">
              <a:lumMod val="85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2" name="Rectangle 11"/>
          <p:cNvSpPr/>
          <p:nvPr/>
        </p:nvSpPr>
        <p:spPr>
          <a:xfrm>
            <a:off x="5649913" y="5561013"/>
            <a:ext cx="650875" cy="758825"/>
          </a:xfrm>
          <a:prstGeom prst="rect">
            <a:avLst/>
          </a:prstGeom>
          <a:solidFill>
            <a:schemeClr val="bg1">
              <a:lumMod val="85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cxnSp>
        <p:nvCxnSpPr>
          <p:cNvPr id="13" name="Elbow Connector 12"/>
          <p:cNvCxnSpPr>
            <a:stCxn id="31" idx="0"/>
            <a:endCxn id="34" idx="0"/>
          </p:cNvCxnSpPr>
          <p:nvPr/>
        </p:nvCxnSpPr>
        <p:spPr>
          <a:xfrm rot="5400000" flipH="1" flipV="1">
            <a:off x="5023644" y="2586831"/>
            <a:ext cx="12700" cy="1690688"/>
          </a:xfrm>
          <a:prstGeom prst="bentConnector3">
            <a:avLst>
              <a:gd name="adj1" fmla="val 4056717"/>
            </a:avLst>
          </a:prstGeom>
          <a:ln w="57150">
            <a:solidFill>
              <a:schemeClr val="tx1">
                <a:lumMod val="50000"/>
                <a:lumOff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4" name="Elbow Connector 13"/>
          <p:cNvCxnSpPr>
            <a:stCxn id="33" idx="2"/>
            <a:endCxn id="16" idx="2"/>
          </p:cNvCxnSpPr>
          <p:nvPr/>
        </p:nvCxnSpPr>
        <p:spPr>
          <a:xfrm rot="5400000">
            <a:off x="3613150" y="2501900"/>
            <a:ext cx="12700" cy="3378200"/>
          </a:xfrm>
          <a:prstGeom prst="bentConnector3">
            <a:avLst>
              <a:gd name="adj1" fmla="val 4701512"/>
            </a:avLst>
          </a:prstGeom>
          <a:ln w="57150">
            <a:solidFill>
              <a:schemeClr val="tx1">
                <a:lumMod val="50000"/>
                <a:lumOff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5" name="Elbow Connector 14"/>
          <p:cNvCxnSpPr>
            <a:stCxn id="38" idx="2"/>
            <a:endCxn id="31" idx="2"/>
          </p:cNvCxnSpPr>
          <p:nvPr/>
        </p:nvCxnSpPr>
        <p:spPr>
          <a:xfrm rot="5400000">
            <a:off x="6153150" y="2216150"/>
            <a:ext cx="12700" cy="3949700"/>
          </a:xfrm>
          <a:prstGeom prst="bentConnector3">
            <a:avLst>
              <a:gd name="adj1" fmla="val 1800000"/>
            </a:avLst>
          </a:prstGeom>
          <a:ln w="57150">
            <a:solidFill>
              <a:schemeClr val="tx1">
                <a:lumMod val="50000"/>
                <a:lumOff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6" name="Rectangle 15"/>
          <p:cNvSpPr/>
          <p:nvPr/>
        </p:nvSpPr>
        <p:spPr>
          <a:xfrm>
            <a:off x="1641475" y="3432175"/>
            <a:ext cx="566738" cy="758825"/>
          </a:xfrm>
          <a:prstGeom prst="rect">
            <a:avLst/>
          </a:prstGeom>
          <a:solidFill>
            <a:schemeClr val="accent3"/>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cxnSp>
        <p:nvCxnSpPr>
          <p:cNvPr id="17" name="Elbow Connector 16"/>
          <p:cNvCxnSpPr>
            <a:stCxn id="34" idx="2"/>
            <a:endCxn id="28" idx="2"/>
          </p:cNvCxnSpPr>
          <p:nvPr/>
        </p:nvCxnSpPr>
        <p:spPr>
          <a:xfrm rot="5400000">
            <a:off x="4179888" y="2501900"/>
            <a:ext cx="12700" cy="3378200"/>
          </a:xfrm>
          <a:prstGeom prst="bentConnector3">
            <a:avLst>
              <a:gd name="adj1" fmla="val 3197031"/>
            </a:avLst>
          </a:prstGeom>
          <a:ln w="57150">
            <a:solidFill>
              <a:schemeClr val="tx1">
                <a:lumMod val="50000"/>
                <a:lumOff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8" name="Rectangle 17"/>
          <p:cNvSpPr/>
          <p:nvPr/>
        </p:nvSpPr>
        <p:spPr>
          <a:xfrm>
            <a:off x="6310313" y="5561013"/>
            <a:ext cx="649287" cy="758825"/>
          </a:xfrm>
          <a:prstGeom prst="rect">
            <a:avLst/>
          </a:prstGeom>
          <a:solidFill>
            <a:schemeClr val="bg1">
              <a:lumMod val="85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9" name="Rectangle 18"/>
          <p:cNvSpPr/>
          <p:nvPr/>
        </p:nvSpPr>
        <p:spPr>
          <a:xfrm>
            <a:off x="6959600" y="5561013"/>
            <a:ext cx="650875" cy="758825"/>
          </a:xfrm>
          <a:prstGeom prst="rect">
            <a:avLst/>
          </a:prstGeom>
          <a:solidFill>
            <a:schemeClr val="bg1">
              <a:lumMod val="85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20" name="Rectangle 19"/>
          <p:cNvSpPr/>
          <p:nvPr/>
        </p:nvSpPr>
        <p:spPr>
          <a:xfrm>
            <a:off x="7589838" y="5561013"/>
            <a:ext cx="650875" cy="758825"/>
          </a:xfrm>
          <a:prstGeom prst="rect">
            <a:avLst/>
          </a:prstGeom>
          <a:solidFill>
            <a:schemeClr val="bg1">
              <a:lumMod val="85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21" name="Rectangle 20"/>
          <p:cNvSpPr/>
          <p:nvPr/>
        </p:nvSpPr>
        <p:spPr>
          <a:xfrm>
            <a:off x="8240713" y="5561013"/>
            <a:ext cx="650875" cy="758825"/>
          </a:xfrm>
          <a:prstGeom prst="rect">
            <a:avLst/>
          </a:prstGeom>
          <a:solidFill>
            <a:schemeClr val="bg1">
              <a:lumMod val="85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27" name="Rectangle 26"/>
          <p:cNvSpPr/>
          <p:nvPr/>
        </p:nvSpPr>
        <p:spPr>
          <a:xfrm>
            <a:off x="1138238" y="5556250"/>
            <a:ext cx="650875" cy="758825"/>
          </a:xfrm>
          <a:prstGeom prst="rect">
            <a:avLst/>
          </a:prstGeom>
          <a:solidFill>
            <a:schemeClr val="bg1">
              <a:lumMod val="85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28" name="Rectangle 27"/>
          <p:cNvSpPr/>
          <p:nvPr/>
        </p:nvSpPr>
        <p:spPr>
          <a:xfrm>
            <a:off x="2208213" y="3432175"/>
            <a:ext cx="565150" cy="758825"/>
          </a:xfrm>
          <a:prstGeom prst="rect">
            <a:avLst/>
          </a:prstGeom>
          <a:solidFill>
            <a:schemeClr val="accent3"/>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29" name="Rectangle 28"/>
          <p:cNvSpPr/>
          <p:nvPr/>
        </p:nvSpPr>
        <p:spPr>
          <a:xfrm>
            <a:off x="2765425" y="3432175"/>
            <a:ext cx="565150" cy="758825"/>
          </a:xfrm>
          <a:prstGeom prst="rect">
            <a:avLst/>
          </a:prstGeom>
          <a:solidFill>
            <a:schemeClr val="accent3"/>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30" name="Rectangle 29"/>
          <p:cNvSpPr/>
          <p:nvPr/>
        </p:nvSpPr>
        <p:spPr>
          <a:xfrm>
            <a:off x="3330575" y="3432175"/>
            <a:ext cx="566738" cy="758825"/>
          </a:xfrm>
          <a:prstGeom prst="rect">
            <a:avLst/>
          </a:prstGeom>
          <a:solidFill>
            <a:schemeClr val="accent3"/>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31" name="Rectangle 30"/>
          <p:cNvSpPr/>
          <p:nvPr/>
        </p:nvSpPr>
        <p:spPr>
          <a:xfrm>
            <a:off x="3895725" y="3432175"/>
            <a:ext cx="566738" cy="758825"/>
          </a:xfrm>
          <a:prstGeom prst="rect">
            <a:avLst/>
          </a:prstGeom>
          <a:solidFill>
            <a:schemeClr val="accent3"/>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32" name="Rectangle 31"/>
          <p:cNvSpPr/>
          <p:nvPr/>
        </p:nvSpPr>
        <p:spPr>
          <a:xfrm>
            <a:off x="4462463" y="3432175"/>
            <a:ext cx="565150" cy="758825"/>
          </a:xfrm>
          <a:prstGeom prst="rect">
            <a:avLst/>
          </a:prstGeom>
          <a:solidFill>
            <a:schemeClr val="accent3"/>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33" name="Rectangle 32"/>
          <p:cNvSpPr/>
          <p:nvPr/>
        </p:nvSpPr>
        <p:spPr>
          <a:xfrm>
            <a:off x="5019675" y="3432175"/>
            <a:ext cx="566738" cy="758825"/>
          </a:xfrm>
          <a:prstGeom prst="rect">
            <a:avLst/>
          </a:prstGeom>
          <a:solidFill>
            <a:schemeClr val="accent3"/>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34" name="Rectangle 33"/>
          <p:cNvSpPr/>
          <p:nvPr/>
        </p:nvSpPr>
        <p:spPr>
          <a:xfrm>
            <a:off x="5586413" y="3432175"/>
            <a:ext cx="565150" cy="758825"/>
          </a:xfrm>
          <a:prstGeom prst="rect">
            <a:avLst/>
          </a:prstGeom>
          <a:solidFill>
            <a:schemeClr val="accent3"/>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35" name="Rectangle 34"/>
          <p:cNvSpPr/>
          <p:nvPr/>
        </p:nvSpPr>
        <p:spPr>
          <a:xfrm>
            <a:off x="6154738" y="3432175"/>
            <a:ext cx="566737" cy="758825"/>
          </a:xfrm>
          <a:prstGeom prst="rect">
            <a:avLst/>
          </a:prstGeom>
          <a:solidFill>
            <a:schemeClr val="accent3"/>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36" name="Rectangle 35"/>
          <p:cNvSpPr/>
          <p:nvPr/>
        </p:nvSpPr>
        <p:spPr>
          <a:xfrm>
            <a:off x="6721475" y="3432175"/>
            <a:ext cx="565150" cy="758825"/>
          </a:xfrm>
          <a:prstGeom prst="rect">
            <a:avLst/>
          </a:prstGeom>
          <a:solidFill>
            <a:schemeClr val="accent3"/>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37" name="Rectangle 36"/>
          <p:cNvSpPr/>
          <p:nvPr/>
        </p:nvSpPr>
        <p:spPr>
          <a:xfrm>
            <a:off x="7278688" y="3432175"/>
            <a:ext cx="565150" cy="758825"/>
          </a:xfrm>
          <a:prstGeom prst="rect">
            <a:avLst/>
          </a:prstGeom>
          <a:solidFill>
            <a:schemeClr val="accent3"/>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38" name="Rectangle 37"/>
          <p:cNvSpPr/>
          <p:nvPr/>
        </p:nvSpPr>
        <p:spPr>
          <a:xfrm>
            <a:off x="7843838" y="3432175"/>
            <a:ext cx="566737" cy="758825"/>
          </a:xfrm>
          <a:prstGeom prst="rect">
            <a:avLst/>
          </a:prstGeom>
          <a:solidFill>
            <a:schemeClr val="accent3"/>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40993" name="TextBox 38"/>
          <p:cNvSpPr txBox="1">
            <a:spLocks noChangeArrowheads="1"/>
          </p:cNvSpPr>
          <p:nvPr/>
        </p:nvSpPr>
        <p:spPr bwMode="auto">
          <a:xfrm>
            <a:off x="7835900" y="3019425"/>
            <a:ext cx="582613" cy="400050"/>
          </a:xfrm>
          <a:prstGeom prst="rect">
            <a:avLst/>
          </a:prstGeom>
          <a:noFill/>
          <a:ln w="9525">
            <a:noFill/>
            <a:miter lim="800000"/>
            <a:headEnd/>
            <a:tailEnd/>
          </a:ln>
        </p:spPr>
        <p:txBody>
          <a:bodyPr>
            <a:spAutoFit/>
          </a:bodyPr>
          <a:lstStyle/>
          <a:p>
            <a:pPr algn="ctr"/>
            <a:r>
              <a:rPr lang="en-US" sz="2000" b="1">
                <a:latin typeface="Calibri" pitchFamily="34" charset="0"/>
              </a:rPr>
              <a:t>68</a:t>
            </a:r>
          </a:p>
        </p:txBody>
      </p:sp>
      <p:sp>
        <p:nvSpPr>
          <p:cNvPr id="40994" name="TextBox 39"/>
          <p:cNvSpPr txBox="1">
            <a:spLocks noChangeArrowheads="1"/>
          </p:cNvSpPr>
          <p:nvPr/>
        </p:nvSpPr>
        <p:spPr bwMode="auto">
          <a:xfrm>
            <a:off x="7286625" y="3019425"/>
            <a:ext cx="582613" cy="400050"/>
          </a:xfrm>
          <a:prstGeom prst="rect">
            <a:avLst/>
          </a:prstGeom>
          <a:noFill/>
          <a:ln w="9525">
            <a:noFill/>
            <a:miter lim="800000"/>
            <a:headEnd/>
            <a:tailEnd/>
          </a:ln>
        </p:spPr>
        <p:txBody>
          <a:bodyPr>
            <a:spAutoFit/>
          </a:bodyPr>
          <a:lstStyle/>
          <a:p>
            <a:pPr algn="ctr"/>
            <a:r>
              <a:rPr lang="en-US" sz="2000" b="1">
                <a:latin typeface="Calibri" pitchFamily="34" charset="0"/>
              </a:rPr>
              <a:t>67</a:t>
            </a:r>
          </a:p>
        </p:txBody>
      </p:sp>
      <p:sp>
        <p:nvSpPr>
          <p:cNvPr id="40995" name="TextBox 40"/>
          <p:cNvSpPr txBox="1">
            <a:spLocks noChangeArrowheads="1"/>
          </p:cNvSpPr>
          <p:nvPr/>
        </p:nvSpPr>
        <p:spPr bwMode="auto">
          <a:xfrm>
            <a:off x="6705600" y="3019425"/>
            <a:ext cx="581025" cy="400050"/>
          </a:xfrm>
          <a:prstGeom prst="rect">
            <a:avLst/>
          </a:prstGeom>
          <a:noFill/>
          <a:ln w="9525">
            <a:noFill/>
            <a:miter lim="800000"/>
            <a:headEnd/>
            <a:tailEnd/>
          </a:ln>
        </p:spPr>
        <p:txBody>
          <a:bodyPr>
            <a:spAutoFit/>
          </a:bodyPr>
          <a:lstStyle/>
          <a:p>
            <a:pPr algn="ctr"/>
            <a:r>
              <a:rPr lang="en-US" sz="2000" b="1">
                <a:latin typeface="Calibri" pitchFamily="34" charset="0"/>
              </a:rPr>
              <a:t>65</a:t>
            </a:r>
          </a:p>
        </p:txBody>
      </p:sp>
      <p:sp>
        <p:nvSpPr>
          <p:cNvPr id="40996" name="TextBox 41"/>
          <p:cNvSpPr txBox="1">
            <a:spLocks noChangeArrowheads="1"/>
          </p:cNvSpPr>
          <p:nvPr/>
        </p:nvSpPr>
        <p:spPr bwMode="auto">
          <a:xfrm>
            <a:off x="6156325" y="3019425"/>
            <a:ext cx="581025" cy="400050"/>
          </a:xfrm>
          <a:prstGeom prst="rect">
            <a:avLst/>
          </a:prstGeom>
          <a:noFill/>
          <a:ln w="9525">
            <a:noFill/>
            <a:miter lim="800000"/>
            <a:headEnd/>
            <a:tailEnd/>
          </a:ln>
        </p:spPr>
        <p:txBody>
          <a:bodyPr>
            <a:spAutoFit/>
          </a:bodyPr>
          <a:lstStyle/>
          <a:p>
            <a:pPr algn="ctr"/>
            <a:r>
              <a:rPr lang="en-US" sz="2000" b="1">
                <a:latin typeface="Calibri" pitchFamily="34" charset="0"/>
              </a:rPr>
              <a:t>64</a:t>
            </a:r>
          </a:p>
        </p:txBody>
      </p:sp>
      <p:sp>
        <p:nvSpPr>
          <p:cNvPr id="40997" name="TextBox 42"/>
          <p:cNvSpPr txBox="1">
            <a:spLocks noChangeArrowheads="1"/>
          </p:cNvSpPr>
          <p:nvPr/>
        </p:nvSpPr>
        <p:spPr bwMode="auto">
          <a:xfrm>
            <a:off x="5578475" y="3008313"/>
            <a:ext cx="582613" cy="400050"/>
          </a:xfrm>
          <a:prstGeom prst="rect">
            <a:avLst/>
          </a:prstGeom>
          <a:noFill/>
          <a:ln w="9525">
            <a:noFill/>
            <a:miter lim="800000"/>
            <a:headEnd/>
            <a:tailEnd/>
          </a:ln>
        </p:spPr>
        <p:txBody>
          <a:bodyPr>
            <a:spAutoFit/>
          </a:bodyPr>
          <a:lstStyle/>
          <a:p>
            <a:pPr algn="ctr"/>
            <a:r>
              <a:rPr lang="en-US" sz="2000" b="1">
                <a:latin typeface="Calibri" pitchFamily="34" charset="0"/>
              </a:rPr>
              <a:t>63</a:t>
            </a:r>
          </a:p>
        </p:txBody>
      </p:sp>
      <p:sp>
        <p:nvSpPr>
          <p:cNvPr id="40998" name="TextBox 43"/>
          <p:cNvSpPr txBox="1">
            <a:spLocks noChangeArrowheads="1"/>
          </p:cNvSpPr>
          <p:nvPr/>
        </p:nvSpPr>
        <p:spPr bwMode="auto">
          <a:xfrm>
            <a:off x="5029200" y="3008313"/>
            <a:ext cx="582613" cy="400050"/>
          </a:xfrm>
          <a:prstGeom prst="rect">
            <a:avLst/>
          </a:prstGeom>
          <a:noFill/>
          <a:ln w="9525">
            <a:noFill/>
            <a:miter lim="800000"/>
            <a:headEnd/>
            <a:tailEnd/>
          </a:ln>
        </p:spPr>
        <p:txBody>
          <a:bodyPr>
            <a:spAutoFit/>
          </a:bodyPr>
          <a:lstStyle/>
          <a:p>
            <a:pPr algn="ctr"/>
            <a:r>
              <a:rPr lang="en-US" sz="2000" b="1">
                <a:latin typeface="Calibri" pitchFamily="34" charset="0"/>
              </a:rPr>
              <a:t>62</a:t>
            </a:r>
          </a:p>
        </p:txBody>
      </p:sp>
      <p:sp>
        <p:nvSpPr>
          <p:cNvPr id="40999" name="TextBox 44"/>
          <p:cNvSpPr txBox="1">
            <a:spLocks noChangeArrowheads="1"/>
          </p:cNvSpPr>
          <p:nvPr/>
        </p:nvSpPr>
        <p:spPr bwMode="auto">
          <a:xfrm>
            <a:off x="4446588" y="3008313"/>
            <a:ext cx="582612" cy="400050"/>
          </a:xfrm>
          <a:prstGeom prst="rect">
            <a:avLst/>
          </a:prstGeom>
          <a:noFill/>
          <a:ln w="9525">
            <a:noFill/>
            <a:miter lim="800000"/>
            <a:headEnd/>
            <a:tailEnd/>
          </a:ln>
        </p:spPr>
        <p:txBody>
          <a:bodyPr>
            <a:spAutoFit/>
          </a:bodyPr>
          <a:lstStyle/>
          <a:p>
            <a:pPr algn="ctr"/>
            <a:r>
              <a:rPr lang="en-US" sz="2000" b="1">
                <a:latin typeface="Calibri" pitchFamily="34" charset="0"/>
              </a:rPr>
              <a:t>61</a:t>
            </a:r>
          </a:p>
        </p:txBody>
      </p:sp>
      <p:sp>
        <p:nvSpPr>
          <p:cNvPr id="41000" name="TextBox 45"/>
          <p:cNvSpPr txBox="1">
            <a:spLocks noChangeArrowheads="1"/>
          </p:cNvSpPr>
          <p:nvPr/>
        </p:nvSpPr>
        <p:spPr bwMode="auto">
          <a:xfrm>
            <a:off x="3897313" y="3008313"/>
            <a:ext cx="582612" cy="400050"/>
          </a:xfrm>
          <a:prstGeom prst="rect">
            <a:avLst/>
          </a:prstGeom>
          <a:noFill/>
          <a:ln w="9525">
            <a:noFill/>
            <a:miter lim="800000"/>
            <a:headEnd/>
            <a:tailEnd/>
          </a:ln>
        </p:spPr>
        <p:txBody>
          <a:bodyPr>
            <a:spAutoFit/>
          </a:bodyPr>
          <a:lstStyle/>
          <a:p>
            <a:pPr algn="ctr"/>
            <a:r>
              <a:rPr lang="en-US" sz="2000" b="1">
                <a:latin typeface="Calibri" pitchFamily="34" charset="0"/>
              </a:rPr>
              <a:t>60</a:t>
            </a:r>
          </a:p>
        </p:txBody>
      </p:sp>
      <p:sp>
        <p:nvSpPr>
          <p:cNvPr id="41001" name="TextBox 46"/>
          <p:cNvSpPr txBox="1">
            <a:spLocks noChangeArrowheads="1"/>
          </p:cNvSpPr>
          <p:nvPr/>
        </p:nvSpPr>
        <p:spPr bwMode="auto">
          <a:xfrm>
            <a:off x="3330575" y="3019425"/>
            <a:ext cx="582613" cy="400050"/>
          </a:xfrm>
          <a:prstGeom prst="rect">
            <a:avLst/>
          </a:prstGeom>
          <a:noFill/>
          <a:ln w="9525">
            <a:noFill/>
            <a:miter lim="800000"/>
            <a:headEnd/>
            <a:tailEnd/>
          </a:ln>
        </p:spPr>
        <p:txBody>
          <a:bodyPr>
            <a:spAutoFit/>
          </a:bodyPr>
          <a:lstStyle/>
          <a:p>
            <a:pPr algn="ctr"/>
            <a:r>
              <a:rPr lang="en-US" sz="2000" b="1">
                <a:latin typeface="Calibri" pitchFamily="34" charset="0"/>
              </a:rPr>
              <a:t>59</a:t>
            </a:r>
          </a:p>
        </p:txBody>
      </p:sp>
      <p:sp>
        <p:nvSpPr>
          <p:cNvPr id="41002" name="TextBox 47"/>
          <p:cNvSpPr txBox="1">
            <a:spLocks noChangeArrowheads="1"/>
          </p:cNvSpPr>
          <p:nvPr/>
        </p:nvSpPr>
        <p:spPr bwMode="auto">
          <a:xfrm>
            <a:off x="2781300" y="3019425"/>
            <a:ext cx="582613" cy="400050"/>
          </a:xfrm>
          <a:prstGeom prst="rect">
            <a:avLst/>
          </a:prstGeom>
          <a:noFill/>
          <a:ln w="9525">
            <a:noFill/>
            <a:miter lim="800000"/>
            <a:headEnd/>
            <a:tailEnd/>
          </a:ln>
        </p:spPr>
        <p:txBody>
          <a:bodyPr>
            <a:spAutoFit/>
          </a:bodyPr>
          <a:lstStyle/>
          <a:p>
            <a:pPr algn="ctr"/>
            <a:r>
              <a:rPr lang="en-US" sz="2000" b="1">
                <a:latin typeface="Calibri" pitchFamily="34" charset="0"/>
              </a:rPr>
              <a:t>58</a:t>
            </a:r>
          </a:p>
        </p:txBody>
      </p:sp>
      <p:sp>
        <p:nvSpPr>
          <p:cNvPr id="41003" name="TextBox 48"/>
          <p:cNvSpPr txBox="1">
            <a:spLocks noChangeArrowheads="1"/>
          </p:cNvSpPr>
          <p:nvPr/>
        </p:nvSpPr>
        <p:spPr bwMode="auto">
          <a:xfrm>
            <a:off x="2200275" y="3019425"/>
            <a:ext cx="581025" cy="400050"/>
          </a:xfrm>
          <a:prstGeom prst="rect">
            <a:avLst/>
          </a:prstGeom>
          <a:noFill/>
          <a:ln w="9525">
            <a:noFill/>
            <a:miter lim="800000"/>
            <a:headEnd/>
            <a:tailEnd/>
          </a:ln>
        </p:spPr>
        <p:txBody>
          <a:bodyPr>
            <a:spAutoFit/>
          </a:bodyPr>
          <a:lstStyle/>
          <a:p>
            <a:pPr algn="ctr"/>
            <a:r>
              <a:rPr lang="en-US" sz="2000" b="1">
                <a:latin typeface="Calibri" pitchFamily="34" charset="0"/>
              </a:rPr>
              <a:t>57</a:t>
            </a:r>
          </a:p>
        </p:txBody>
      </p:sp>
      <p:sp>
        <p:nvSpPr>
          <p:cNvPr id="41004" name="TextBox 49"/>
          <p:cNvSpPr txBox="1">
            <a:spLocks noChangeArrowheads="1"/>
          </p:cNvSpPr>
          <p:nvPr/>
        </p:nvSpPr>
        <p:spPr bwMode="auto">
          <a:xfrm>
            <a:off x="1651000" y="3019425"/>
            <a:ext cx="581025" cy="400050"/>
          </a:xfrm>
          <a:prstGeom prst="rect">
            <a:avLst/>
          </a:prstGeom>
          <a:noFill/>
          <a:ln w="9525">
            <a:noFill/>
            <a:miter lim="800000"/>
            <a:headEnd/>
            <a:tailEnd/>
          </a:ln>
        </p:spPr>
        <p:txBody>
          <a:bodyPr>
            <a:spAutoFit/>
          </a:bodyPr>
          <a:lstStyle/>
          <a:p>
            <a:pPr algn="ctr"/>
            <a:r>
              <a:rPr lang="en-US" sz="2000" b="1">
                <a:latin typeface="Calibri" pitchFamily="34" charset="0"/>
              </a:rPr>
              <a:t>56</a:t>
            </a:r>
          </a:p>
        </p:txBody>
      </p:sp>
      <p:sp>
        <p:nvSpPr>
          <p:cNvPr id="41005" name="TextBox 50"/>
          <p:cNvSpPr txBox="1">
            <a:spLocks noChangeArrowheads="1"/>
          </p:cNvSpPr>
          <p:nvPr/>
        </p:nvSpPr>
        <p:spPr bwMode="auto">
          <a:xfrm>
            <a:off x="7835900" y="3611563"/>
            <a:ext cx="582613" cy="400050"/>
          </a:xfrm>
          <a:prstGeom prst="rect">
            <a:avLst/>
          </a:prstGeom>
          <a:noFill/>
          <a:ln w="9525">
            <a:noFill/>
            <a:miter lim="800000"/>
            <a:headEnd/>
            <a:tailEnd/>
          </a:ln>
        </p:spPr>
        <p:txBody>
          <a:bodyPr>
            <a:spAutoFit/>
          </a:bodyPr>
          <a:lstStyle/>
          <a:p>
            <a:pPr algn="ctr"/>
            <a:r>
              <a:rPr lang="en-US" sz="2000" b="1">
                <a:latin typeface="Calibri" pitchFamily="34" charset="0"/>
              </a:rPr>
              <a:t>60</a:t>
            </a:r>
          </a:p>
        </p:txBody>
      </p:sp>
      <p:sp>
        <p:nvSpPr>
          <p:cNvPr id="41006" name="TextBox 51"/>
          <p:cNvSpPr txBox="1">
            <a:spLocks noChangeArrowheads="1"/>
          </p:cNvSpPr>
          <p:nvPr/>
        </p:nvSpPr>
        <p:spPr bwMode="auto">
          <a:xfrm>
            <a:off x="7286625" y="3611563"/>
            <a:ext cx="582613" cy="400050"/>
          </a:xfrm>
          <a:prstGeom prst="rect">
            <a:avLst/>
          </a:prstGeom>
          <a:noFill/>
          <a:ln w="9525">
            <a:noFill/>
            <a:miter lim="800000"/>
            <a:headEnd/>
            <a:tailEnd/>
          </a:ln>
        </p:spPr>
        <p:txBody>
          <a:bodyPr>
            <a:spAutoFit/>
          </a:bodyPr>
          <a:lstStyle/>
          <a:p>
            <a:pPr algn="ctr"/>
            <a:r>
              <a:rPr lang="en-US" sz="2000" b="1">
                <a:latin typeface="Calibri" pitchFamily="34" charset="0"/>
              </a:rPr>
              <a:t>59</a:t>
            </a:r>
          </a:p>
        </p:txBody>
      </p:sp>
      <p:sp>
        <p:nvSpPr>
          <p:cNvPr id="41007" name="TextBox 52"/>
          <p:cNvSpPr txBox="1">
            <a:spLocks noChangeArrowheads="1"/>
          </p:cNvSpPr>
          <p:nvPr/>
        </p:nvSpPr>
        <p:spPr bwMode="auto">
          <a:xfrm>
            <a:off x="6705600" y="3611563"/>
            <a:ext cx="581025" cy="400050"/>
          </a:xfrm>
          <a:prstGeom prst="rect">
            <a:avLst/>
          </a:prstGeom>
          <a:noFill/>
          <a:ln w="9525">
            <a:noFill/>
            <a:miter lim="800000"/>
            <a:headEnd/>
            <a:tailEnd/>
          </a:ln>
        </p:spPr>
        <p:txBody>
          <a:bodyPr>
            <a:spAutoFit/>
          </a:bodyPr>
          <a:lstStyle/>
          <a:p>
            <a:pPr algn="ctr"/>
            <a:r>
              <a:rPr lang="en-US" sz="2000" b="1">
                <a:latin typeface="Calibri" pitchFamily="34" charset="0"/>
              </a:rPr>
              <a:t>0</a:t>
            </a:r>
          </a:p>
        </p:txBody>
      </p:sp>
      <p:sp>
        <p:nvSpPr>
          <p:cNvPr id="41008" name="TextBox 53"/>
          <p:cNvSpPr txBox="1">
            <a:spLocks noChangeArrowheads="1"/>
          </p:cNvSpPr>
          <p:nvPr/>
        </p:nvSpPr>
        <p:spPr bwMode="auto">
          <a:xfrm>
            <a:off x="6156325" y="3611563"/>
            <a:ext cx="581025" cy="400050"/>
          </a:xfrm>
          <a:prstGeom prst="rect">
            <a:avLst/>
          </a:prstGeom>
          <a:noFill/>
          <a:ln w="9525">
            <a:noFill/>
            <a:miter lim="800000"/>
            <a:headEnd/>
            <a:tailEnd/>
          </a:ln>
        </p:spPr>
        <p:txBody>
          <a:bodyPr>
            <a:spAutoFit/>
          </a:bodyPr>
          <a:lstStyle/>
          <a:p>
            <a:pPr algn="ctr"/>
            <a:r>
              <a:rPr lang="en-US" sz="2000" b="1">
                <a:latin typeface="Calibri" pitchFamily="34" charset="0"/>
              </a:rPr>
              <a:t>0</a:t>
            </a:r>
          </a:p>
        </p:txBody>
      </p:sp>
      <p:sp>
        <p:nvSpPr>
          <p:cNvPr id="41009" name="TextBox 54"/>
          <p:cNvSpPr txBox="1">
            <a:spLocks noChangeArrowheads="1"/>
          </p:cNvSpPr>
          <p:nvPr/>
        </p:nvSpPr>
        <p:spPr bwMode="auto">
          <a:xfrm>
            <a:off x="5578475" y="3600450"/>
            <a:ext cx="582613" cy="400050"/>
          </a:xfrm>
          <a:prstGeom prst="rect">
            <a:avLst/>
          </a:prstGeom>
          <a:noFill/>
          <a:ln w="9525">
            <a:noFill/>
            <a:miter lim="800000"/>
            <a:headEnd/>
            <a:tailEnd/>
          </a:ln>
        </p:spPr>
        <p:txBody>
          <a:bodyPr>
            <a:spAutoFit/>
          </a:bodyPr>
          <a:lstStyle/>
          <a:p>
            <a:pPr algn="ctr"/>
            <a:r>
              <a:rPr lang="en-US" sz="2000" b="1">
                <a:latin typeface="Calibri" pitchFamily="34" charset="0"/>
              </a:rPr>
              <a:t>57</a:t>
            </a:r>
          </a:p>
        </p:txBody>
      </p:sp>
      <p:sp>
        <p:nvSpPr>
          <p:cNvPr id="41010" name="TextBox 55"/>
          <p:cNvSpPr txBox="1">
            <a:spLocks noChangeArrowheads="1"/>
          </p:cNvSpPr>
          <p:nvPr/>
        </p:nvSpPr>
        <p:spPr bwMode="auto">
          <a:xfrm>
            <a:off x="5029200" y="3600450"/>
            <a:ext cx="582613" cy="400050"/>
          </a:xfrm>
          <a:prstGeom prst="rect">
            <a:avLst/>
          </a:prstGeom>
          <a:noFill/>
          <a:ln w="9525">
            <a:noFill/>
            <a:miter lim="800000"/>
            <a:headEnd/>
            <a:tailEnd/>
          </a:ln>
        </p:spPr>
        <p:txBody>
          <a:bodyPr>
            <a:spAutoFit/>
          </a:bodyPr>
          <a:lstStyle/>
          <a:p>
            <a:pPr algn="ctr"/>
            <a:r>
              <a:rPr lang="en-US" sz="2000" b="1">
                <a:latin typeface="Calibri" pitchFamily="34" charset="0"/>
              </a:rPr>
              <a:t>56</a:t>
            </a:r>
          </a:p>
        </p:txBody>
      </p:sp>
      <p:sp>
        <p:nvSpPr>
          <p:cNvPr id="41011" name="TextBox 56"/>
          <p:cNvSpPr txBox="1">
            <a:spLocks noChangeArrowheads="1"/>
          </p:cNvSpPr>
          <p:nvPr/>
        </p:nvSpPr>
        <p:spPr bwMode="auto">
          <a:xfrm>
            <a:off x="4446588" y="3600450"/>
            <a:ext cx="582612" cy="400050"/>
          </a:xfrm>
          <a:prstGeom prst="rect">
            <a:avLst/>
          </a:prstGeom>
          <a:noFill/>
          <a:ln w="9525">
            <a:noFill/>
            <a:miter lim="800000"/>
            <a:headEnd/>
            <a:tailEnd/>
          </a:ln>
        </p:spPr>
        <p:txBody>
          <a:bodyPr>
            <a:spAutoFit/>
          </a:bodyPr>
          <a:lstStyle/>
          <a:p>
            <a:pPr algn="ctr"/>
            <a:r>
              <a:rPr lang="en-US" sz="2000" b="1">
                <a:latin typeface="Calibri" pitchFamily="34" charset="0"/>
              </a:rPr>
              <a:t>0</a:t>
            </a:r>
            <a:endParaRPr lang="en-US" sz="1600" b="1">
              <a:latin typeface="Calibri" pitchFamily="34" charset="0"/>
            </a:endParaRPr>
          </a:p>
        </p:txBody>
      </p:sp>
      <p:sp>
        <p:nvSpPr>
          <p:cNvPr id="41012" name="TextBox 57"/>
          <p:cNvSpPr txBox="1">
            <a:spLocks noChangeArrowheads="1"/>
          </p:cNvSpPr>
          <p:nvPr/>
        </p:nvSpPr>
        <p:spPr bwMode="auto">
          <a:xfrm>
            <a:off x="3897313" y="3600450"/>
            <a:ext cx="582612" cy="400050"/>
          </a:xfrm>
          <a:prstGeom prst="rect">
            <a:avLst/>
          </a:prstGeom>
          <a:noFill/>
          <a:ln w="9525">
            <a:noFill/>
            <a:miter lim="800000"/>
            <a:headEnd/>
            <a:tailEnd/>
          </a:ln>
        </p:spPr>
        <p:txBody>
          <a:bodyPr>
            <a:spAutoFit/>
          </a:bodyPr>
          <a:lstStyle/>
          <a:p>
            <a:pPr algn="ctr"/>
            <a:r>
              <a:rPr lang="en-US" sz="2000" b="1">
                <a:latin typeface="Calibri" pitchFamily="34" charset="0"/>
              </a:rPr>
              <a:t>63</a:t>
            </a:r>
          </a:p>
        </p:txBody>
      </p:sp>
      <p:sp>
        <p:nvSpPr>
          <p:cNvPr id="41013" name="TextBox 58"/>
          <p:cNvSpPr txBox="1">
            <a:spLocks noChangeArrowheads="1"/>
          </p:cNvSpPr>
          <p:nvPr/>
        </p:nvSpPr>
        <p:spPr bwMode="auto">
          <a:xfrm>
            <a:off x="3330575" y="3611563"/>
            <a:ext cx="582613" cy="584200"/>
          </a:xfrm>
          <a:prstGeom prst="rect">
            <a:avLst/>
          </a:prstGeom>
          <a:noFill/>
          <a:ln w="9525">
            <a:noFill/>
            <a:miter lim="800000"/>
            <a:headEnd/>
            <a:tailEnd/>
          </a:ln>
        </p:spPr>
        <p:txBody>
          <a:bodyPr>
            <a:spAutoFit/>
          </a:bodyPr>
          <a:lstStyle/>
          <a:p>
            <a:pPr algn="ctr"/>
            <a:r>
              <a:rPr lang="en-US" sz="1600" b="1">
                <a:latin typeface="Calibri" pitchFamily="34" charset="0"/>
              </a:rPr>
              <a:t>0xFFFF</a:t>
            </a:r>
          </a:p>
        </p:txBody>
      </p:sp>
      <p:sp>
        <p:nvSpPr>
          <p:cNvPr id="41014" name="TextBox 59"/>
          <p:cNvSpPr txBox="1">
            <a:spLocks noChangeArrowheads="1"/>
          </p:cNvSpPr>
          <p:nvPr/>
        </p:nvSpPr>
        <p:spPr bwMode="auto">
          <a:xfrm>
            <a:off x="2781300" y="3611563"/>
            <a:ext cx="582613" cy="400050"/>
          </a:xfrm>
          <a:prstGeom prst="rect">
            <a:avLst/>
          </a:prstGeom>
          <a:noFill/>
          <a:ln w="9525">
            <a:noFill/>
            <a:miter lim="800000"/>
            <a:headEnd/>
            <a:tailEnd/>
          </a:ln>
        </p:spPr>
        <p:txBody>
          <a:bodyPr>
            <a:spAutoFit/>
          </a:bodyPr>
          <a:lstStyle/>
          <a:p>
            <a:pPr algn="ctr"/>
            <a:r>
              <a:rPr lang="en-US" sz="2000" b="1">
                <a:latin typeface="Calibri" pitchFamily="34" charset="0"/>
              </a:rPr>
              <a:t>0</a:t>
            </a:r>
          </a:p>
        </p:txBody>
      </p:sp>
      <p:sp>
        <p:nvSpPr>
          <p:cNvPr id="41015" name="TextBox 60"/>
          <p:cNvSpPr txBox="1">
            <a:spLocks noChangeArrowheads="1"/>
          </p:cNvSpPr>
          <p:nvPr/>
        </p:nvSpPr>
        <p:spPr bwMode="auto">
          <a:xfrm>
            <a:off x="2200275" y="3611563"/>
            <a:ext cx="581025" cy="584200"/>
          </a:xfrm>
          <a:prstGeom prst="rect">
            <a:avLst/>
          </a:prstGeom>
          <a:noFill/>
          <a:ln w="9525">
            <a:noFill/>
            <a:miter lim="800000"/>
            <a:headEnd/>
            <a:tailEnd/>
          </a:ln>
        </p:spPr>
        <p:txBody>
          <a:bodyPr>
            <a:spAutoFit/>
          </a:bodyPr>
          <a:lstStyle/>
          <a:p>
            <a:pPr algn="ctr"/>
            <a:r>
              <a:rPr lang="en-US" sz="1600" b="1" dirty="0">
                <a:latin typeface="Calibri" pitchFamily="34" charset="0"/>
              </a:rPr>
              <a:t>0xFFFF</a:t>
            </a:r>
          </a:p>
        </p:txBody>
      </p:sp>
      <p:sp>
        <p:nvSpPr>
          <p:cNvPr id="41016" name="TextBox 61"/>
          <p:cNvSpPr txBox="1">
            <a:spLocks noChangeArrowheads="1"/>
          </p:cNvSpPr>
          <p:nvPr/>
        </p:nvSpPr>
        <p:spPr bwMode="auto">
          <a:xfrm>
            <a:off x="1651000" y="3611563"/>
            <a:ext cx="581025" cy="400050"/>
          </a:xfrm>
          <a:prstGeom prst="rect">
            <a:avLst/>
          </a:prstGeom>
          <a:noFill/>
          <a:ln w="9525">
            <a:noFill/>
            <a:miter lim="800000"/>
            <a:headEnd/>
            <a:tailEnd/>
          </a:ln>
        </p:spPr>
        <p:txBody>
          <a:bodyPr>
            <a:spAutoFit/>
          </a:bodyPr>
          <a:lstStyle/>
          <a:p>
            <a:pPr algn="ctr"/>
            <a:r>
              <a:rPr lang="en-US" sz="2000" b="1">
                <a:latin typeface="Calibri" pitchFamily="34" charset="0"/>
              </a:rPr>
              <a:t>67</a:t>
            </a:r>
          </a:p>
        </p:txBody>
      </p:sp>
      <p:sp>
        <p:nvSpPr>
          <p:cNvPr id="41017" name="TextBox 62"/>
          <p:cNvSpPr txBox="1">
            <a:spLocks noChangeArrowheads="1"/>
          </p:cNvSpPr>
          <p:nvPr/>
        </p:nvSpPr>
        <p:spPr bwMode="auto">
          <a:xfrm>
            <a:off x="8280400" y="5159375"/>
            <a:ext cx="581025" cy="400050"/>
          </a:xfrm>
          <a:prstGeom prst="rect">
            <a:avLst/>
          </a:prstGeom>
          <a:noFill/>
          <a:ln w="9525">
            <a:noFill/>
            <a:miter lim="800000"/>
            <a:headEnd/>
            <a:tailEnd/>
          </a:ln>
        </p:spPr>
        <p:txBody>
          <a:bodyPr>
            <a:spAutoFit/>
          </a:bodyPr>
          <a:lstStyle/>
          <a:p>
            <a:pPr algn="ctr"/>
            <a:r>
              <a:rPr lang="en-US" sz="2000" b="1">
                <a:latin typeface="Calibri" pitchFamily="34" charset="0"/>
              </a:rPr>
              <a:t>68</a:t>
            </a:r>
          </a:p>
        </p:txBody>
      </p:sp>
      <p:sp>
        <p:nvSpPr>
          <p:cNvPr id="41018" name="TextBox 63"/>
          <p:cNvSpPr txBox="1">
            <a:spLocks noChangeArrowheads="1"/>
          </p:cNvSpPr>
          <p:nvPr/>
        </p:nvSpPr>
        <p:spPr bwMode="auto">
          <a:xfrm>
            <a:off x="7635875" y="5159375"/>
            <a:ext cx="581025" cy="400050"/>
          </a:xfrm>
          <a:prstGeom prst="rect">
            <a:avLst/>
          </a:prstGeom>
          <a:noFill/>
          <a:ln w="9525">
            <a:noFill/>
            <a:miter lim="800000"/>
            <a:headEnd/>
            <a:tailEnd/>
          </a:ln>
        </p:spPr>
        <p:txBody>
          <a:bodyPr>
            <a:spAutoFit/>
          </a:bodyPr>
          <a:lstStyle/>
          <a:p>
            <a:pPr algn="ctr"/>
            <a:r>
              <a:rPr lang="en-US" sz="2000" b="1">
                <a:latin typeface="Calibri" pitchFamily="34" charset="0"/>
              </a:rPr>
              <a:t>67</a:t>
            </a:r>
          </a:p>
        </p:txBody>
      </p:sp>
      <p:sp>
        <p:nvSpPr>
          <p:cNvPr id="41019" name="TextBox 64"/>
          <p:cNvSpPr txBox="1">
            <a:spLocks noChangeArrowheads="1"/>
          </p:cNvSpPr>
          <p:nvPr/>
        </p:nvSpPr>
        <p:spPr bwMode="auto">
          <a:xfrm>
            <a:off x="6991350" y="5159375"/>
            <a:ext cx="582613" cy="400050"/>
          </a:xfrm>
          <a:prstGeom prst="rect">
            <a:avLst/>
          </a:prstGeom>
          <a:noFill/>
          <a:ln w="9525">
            <a:noFill/>
            <a:miter lim="800000"/>
            <a:headEnd/>
            <a:tailEnd/>
          </a:ln>
        </p:spPr>
        <p:txBody>
          <a:bodyPr>
            <a:spAutoFit/>
          </a:bodyPr>
          <a:lstStyle/>
          <a:p>
            <a:pPr algn="ctr"/>
            <a:r>
              <a:rPr lang="en-US" sz="2000" b="1">
                <a:latin typeface="Calibri" pitchFamily="34" charset="0"/>
              </a:rPr>
              <a:t>65</a:t>
            </a:r>
          </a:p>
        </p:txBody>
      </p:sp>
      <p:sp>
        <p:nvSpPr>
          <p:cNvPr id="41020" name="TextBox 65"/>
          <p:cNvSpPr txBox="1">
            <a:spLocks noChangeArrowheads="1"/>
          </p:cNvSpPr>
          <p:nvPr/>
        </p:nvSpPr>
        <p:spPr bwMode="auto">
          <a:xfrm>
            <a:off x="6346825" y="5159375"/>
            <a:ext cx="582613" cy="400050"/>
          </a:xfrm>
          <a:prstGeom prst="rect">
            <a:avLst/>
          </a:prstGeom>
          <a:noFill/>
          <a:ln w="9525">
            <a:noFill/>
            <a:miter lim="800000"/>
            <a:headEnd/>
            <a:tailEnd/>
          </a:ln>
        </p:spPr>
        <p:txBody>
          <a:bodyPr>
            <a:spAutoFit/>
          </a:bodyPr>
          <a:lstStyle/>
          <a:p>
            <a:pPr algn="ctr"/>
            <a:r>
              <a:rPr lang="en-US" sz="2000" b="1">
                <a:latin typeface="Calibri" pitchFamily="34" charset="0"/>
              </a:rPr>
              <a:t>64</a:t>
            </a:r>
          </a:p>
        </p:txBody>
      </p:sp>
      <p:sp>
        <p:nvSpPr>
          <p:cNvPr id="41021" name="TextBox 66"/>
          <p:cNvSpPr txBox="1">
            <a:spLocks noChangeArrowheads="1"/>
          </p:cNvSpPr>
          <p:nvPr/>
        </p:nvSpPr>
        <p:spPr bwMode="auto">
          <a:xfrm>
            <a:off x="5680075" y="5148263"/>
            <a:ext cx="582613" cy="400050"/>
          </a:xfrm>
          <a:prstGeom prst="rect">
            <a:avLst/>
          </a:prstGeom>
          <a:noFill/>
          <a:ln w="9525">
            <a:noFill/>
            <a:miter lim="800000"/>
            <a:headEnd/>
            <a:tailEnd/>
          </a:ln>
        </p:spPr>
        <p:txBody>
          <a:bodyPr>
            <a:spAutoFit/>
          </a:bodyPr>
          <a:lstStyle/>
          <a:p>
            <a:pPr algn="ctr"/>
            <a:r>
              <a:rPr lang="en-US" sz="2000" b="1">
                <a:latin typeface="Calibri" pitchFamily="34" charset="0"/>
              </a:rPr>
              <a:t>63</a:t>
            </a:r>
          </a:p>
        </p:txBody>
      </p:sp>
      <p:sp>
        <p:nvSpPr>
          <p:cNvPr id="41022" name="TextBox 67"/>
          <p:cNvSpPr txBox="1">
            <a:spLocks noChangeArrowheads="1"/>
          </p:cNvSpPr>
          <p:nvPr/>
        </p:nvSpPr>
        <p:spPr bwMode="auto">
          <a:xfrm>
            <a:off x="5049838" y="5148263"/>
            <a:ext cx="581025" cy="400050"/>
          </a:xfrm>
          <a:prstGeom prst="rect">
            <a:avLst/>
          </a:prstGeom>
          <a:noFill/>
          <a:ln w="9525">
            <a:noFill/>
            <a:miter lim="800000"/>
            <a:headEnd/>
            <a:tailEnd/>
          </a:ln>
        </p:spPr>
        <p:txBody>
          <a:bodyPr>
            <a:spAutoFit/>
          </a:bodyPr>
          <a:lstStyle/>
          <a:p>
            <a:pPr algn="ctr"/>
            <a:r>
              <a:rPr lang="en-US" sz="2000" b="1">
                <a:latin typeface="Calibri" pitchFamily="34" charset="0"/>
              </a:rPr>
              <a:t>62</a:t>
            </a:r>
          </a:p>
        </p:txBody>
      </p:sp>
      <p:sp>
        <p:nvSpPr>
          <p:cNvPr id="41023" name="TextBox 68"/>
          <p:cNvSpPr txBox="1">
            <a:spLocks noChangeArrowheads="1"/>
          </p:cNvSpPr>
          <p:nvPr/>
        </p:nvSpPr>
        <p:spPr bwMode="auto">
          <a:xfrm>
            <a:off x="4405313" y="5148263"/>
            <a:ext cx="582612" cy="400050"/>
          </a:xfrm>
          <a:prstGeom prst="rect">
            <a:avLst/>
          </a:prstGeom>
          <a:noFill/>
          <a:ln w="9525">
            <a:noFill/>
            <a:miter lim="800000"/>
            <a:headEnd/>
            <a:tailEnd/>
          </a:ln>
        </p:spPr>
        <p:txBody>
          <a:bodyPr>
            <a:spAutoFit/>
          </a:bodyPr>
          <a:lstStyle/>
          <a:p>
            <a:pPr algn="ctr"/>
            <a:r>
              <a:rPr lang="en-US" sz="2000" b="1">
                <a:latin typeface="Calibri" pitchFamily="34" charset="0"/>
              </a:rPr>
              <a:t>61</a:t>
            </a:r>
          </a:p>
        </p:txBody>
      </p:sp>
      <p:sp>
        <p:nvSpPr>
          <p:cNvPr id="41024" name="TextBox 69"/>
          <p:cNvSpPr txBox="1">
            <a:spLocks noChangeArrowheads="1"/>
          </p:cNvSpPr>
          <p:nvPr/>
        </p:nvSpPr>
        <p:spPr bwMode="auto">
          <a:xfrm>
            <a:off x="3767138" y="5148263"/>
            <a:ext cx="582612" cy="400050"/>
          </a:xfrm>
          <a:prstGeom prst="rect">
            <a:avLst/>
          </a:prstGeom>
          <a:noFill/>
          <a:ln w="9525">
            <a:noFill/>
            <a:miter lim="800000"/>
            <a:headEnd/>
            <a:tailEnd/>
          </a:ln>
        </p:spPr>
        <p:txBody>
          <a:bodyPr>
            <a:spAutoFit/>
          </a:bodyPr>
          <a:lstStyle/>
          <a:p>
            <a:pPr algn="ctr"/>
            <a:r>
              <a:rPr lang="en-US" sz="2000" b="1">
                <a:latin typeface="Calibri" pitchFamily="34" charset="0"/>
              </a:rPr>
              <a:t>60</a:t>
            </a:r>
          </a:p>
        </p:txBody>
      </p:sp>
      <p:sp>
        <p:nvSpPr>
          <p:cNvPr id="41025" name="TextBox 70"/>
          <p:cNvSpPr txBox="1">
            <a:spLocks noChangeArrowheads="1"/>
          </p:cNvSpPr>
          <p:nvPr/>
        </p:nvSpPr>
        <p:spPr bwMode="auto">
          <a:xfrm>
            <a:off x="3113088" y="5159375"/>
            <a:ext cx="581025" cy="400050"/>
          </a:xfrm>
          <a:prstGeom prst="rect">
            <a:avLst/>
          </a:prstGeom>
          <a:noFill/>
          <a:ln w="9525">
            <a:noFill/>
            <a:miter lim="800000"/>
            <a:headEnd/>
            <a:tailEnd/>
          </a:ln>
        </p:spPr>
        <p:txBody>
          <a:bodyPr>
            <a:spAutoFit/>
          </a:bodyPr>
          <a:lstStyle/>
          <a:p>
            <a:pPr algn="ctr"/>
            <a:r>
              <a:rPr lang="en-US" sz="2000" b="1">
                <a:latin typeface="Calibri" pitchFamily="34" charset="0"/>
              </a:rPr>
              <a:t>59</a:t>
            </a:r>
          </a:p>
        </p:txBody>
      </p:sp>
      <p:sp>
        <p:nvSpPr>
          <p:cNvPr id="41026" name="TextBox 71"/>
          <p:cNvSpPr txBox="1">
            <a:spLocks noChangeArrowheads="1"/>
          </p:cNvSpPr>
          <p:nvPr/>
        </p:nvSpPr>
        <p:spPr bwMode="auto">
          <a:xfrm>
            <a:off x="2460625" y="5159375"/>
            <a:ext cx="582613" cy="400050"/>
          </a:xfrm>
          <a:prstGeom prst="rect">
            <a:avLst/>
          </a:prstGeom>
          <a:noFill/>
          <a:ln w="9525">
            <a:noFill/>
            <a:miter lim="800000"/>
            <a:headEnd/>
            <a:tailEnd/>
          </a:ln>
        </p:spPr>
        <p:txBody>
          <a:bodyPr>
            <a:spAutoFit/>
          </a:bodyPr>
          <a:lstStyle/>
          <a:p>
            <a:pPr algn="ctr"/>
            <a:r>
              <a:rPr lang="en-US" sz="2000" b="1">
                <a:latin typeface="Calibri" pitchFamily="34" charset="0"/>
              </a:rPr>
              <a:t>58</a:t>
            </a:r>
          </a:p>
        </p:txBody>
      </p:sp>
      <p:sp>
        <p:nvSpPr>
          <p:cNvPr id="41027" name="TextBox 72"/>
          <p:cNvSpPr txBox="1">
            <a:spLocks noChangeArrowheads="1"/>
          </p:cNvSpPr>
          <p:nvPr/>
        </p:nvSpPr>
        <p:spPr bwMode="auto">
          <a:xfrm>
            <a:off x="1824038" y="5159375"/>
            <a:ext cx="582612" cy="400050"/>
          </a:xfrm>
          <a:prstGeom prst="rect">
            <a:avLst/>
          </a:prstGeom>
          <a:noFill/>
          <a:ln w="9525">
            <a:noFill/>
            <a:miter lim="800000"/>
            <a:headEnd/>
            <a:tailEnd/>
          </a:ln>
        </p:spPr>
        <p:txBody>
          <a:bodyPr>
            <a:spAutoFit/>
          </a:bodyPr>
          <a:lstStyle/>
          <a:p>
            <a:pPr algn="ctr"/>
            <a:r>
              <a:rPr lang="en-US" sz="2000" b="1">
                <a:latin typeface="Calibri" pitchFamily="34" charset="0"/>
              </a:rPr>
              <a:t>57</a:t>
            </a:r>
          </a:p>
        </p:txBody>
      </p:sp>
      <p:sp>
        <p:nvSpPr>
          <p:cNvPr id="41028" name="TextBox 73"/>
          <p:cNvSpPr txBox="1">
            <a:spLocks noChangeArrowheads="1"/>
          </p:cNvSpPr>
          <p:nvPr/>
        </p:nvSpPr>
        <p:spPr bwMode="auto">
          <a:xfrm>
            <a:off x="1192213" y="5159375"/>
            <a:ext cx="582612" cy="400050"/>
          </a:xfrm>
          <a:prstGeom prst="rect">
            <a:avLst/>
          </a:prstGeom>
          <a:noFill/>
          <a:ln w="9525">
            <a:noFill/>
            <a:miter lim="800000"/>
            <a:headEnd/>
            <a:tailEnd/>
          </a:ln>
        </p:spPr>
        <p:txBody>
          <a:bodyPr>
            <a:spAutoFit/>
          </a:bodyPr>
          <a:lstStyle/>
          <a:p>
            <a:pPr algn="ctr"/>
            <a:r>
              <a:rPr lang="en-US" sz="2000" b="1">
                <a:latin typeface="Calibri" pitchFamily="34" charset="0"/>
              </a:rPr>
              <a:t>56</a:t>
            </a:r>
          </a:p>
        </p:txBody>
      </p:sp>
      <p:sp>
        <p:nvSpPr>
          <p:cNvPr id="41029" name="TextBox 74"/>
          <p:cNvSpPr txBox="1">
            <a:spLocks noChangeArrowheads="1"/>
          </p:cNvSpPr>
          <p:nvPr/>
        </p:nvSpPr>
        <p:spPr bwMode="auto">
          <a:xfrm>
            <a:off x="841375" y="3570288"/>
            <a:ext cx="622300" cy="460375"/>
          </a:xfrm>
          <a:prstGeom prst="rect">
            <a:avLst/>
          </a:prstGeom>
          <a:noFill/>
          <a:ln w="9525">
            <a:noFill/>
            <a:miter lim="800000"/>
            <a:headEnd/>
            <a:tailEnd/>
          </a:ln>
        </p:spPr>
        <p:txBody>
          <a:bodyPr wrap="none">
            <a:spAutoFit/>
          </a:bodyPr>
          <a:lstStyle/>
          <a:p>
            <a:pPr algn="ctr"/>
            <a:r>
              <a:rPr lang="en-US" sz="2400" b="1">
                <a:latin typeface="Calibri" pitchFamily="34" charset="0"/>
              </a:rPr>
              <a:t>FAT</a:t>
            </a:r>
          </a:p>
        </p:txBody>
      </p:sp>
      <p:sp>
        <p:nvSpPr>
          <p:cNvPr id="41030" name="TextBox 75"/>
          <p:cNvSpPr txBox="1">
            <a:spLocks noChangeArrowheads="1"/>
          </p:cNvSpPr>
          <p:nvPr/>
        </p:nvSpPr>
        <p:spPr bwMode="auto">
          <a:xfrm>
            <a:off x="92075" y="5703888"/>
            <a:ext cx="993775" cy="461962"/>
          </a:xfrm>
          <a:prstGeom prst="rect">
            <a:avLst/>
          </a:prstGeom>
          <a:noFill/>
          <a:ln w="9525">
            <a:noFill/>
            <a:miter lim="800000"/>
            <a:headEnd/>
            <a:tailEnd/>
          </a:ln>
        </p:spPr>
        <p:txBody>
          <a:bodyPr wrap="none">
            <a:spAutoFit/>
          </a:bodyPr>
          <a:lstStyle/>
          <a:p>
            <a:pPr algn="ctr"/>
            <a:r>
              <a:rPr lang="en-US" sz="2400" b="1">
                <a:latin typeface="Calibri" pitchFamily="34" charset="0"/>
              </a:rPr>
              <a:t>Blocks</a:t>
            </a:r>
          </a:p>
        </p:txBody>
      </p:sp>
      <p:pic>
        <p:nvPicPr>
          <p:cNvPr id="41031" name="Picture 2" descr="D:\Pictures\soft-scraps icons\Folder-01.png"/>
          <p:cNvPicPr>
            <a:picLocks noChangeAspect="1" noChangeArrowheads="1"/>
          </p:cNvPicPr>
          <p:nvPr/>
        </p:nvPicPr>
        <p:blipFill>
          <a:blip r:embed="rId2"/>
          <a:srcRect/>
          <a:stretch>
            <a:fillRect/>
          </a:stretch>
        </p:blipFill>
        <p:spPr bwMode="auto">
          <a:xfrm>
            <a:off x="5716588" y="5688013"/>
            <a:ext cx="517525" cy="517525"/>
          </a:xfrm>
          <a:prstGeom prst="rect">
            <a:avLst/>
          </a:prstGeom>
          <a:noFill/>
          <a:ln w="9525">
            <a:noFill/>
            <a:miter lim="800000"/>
            <a:headEnd/>
            <a:tailEnd/>
          </a:ln>
        </p:spPr>
      </p:pic>
      <p:pic>
        <p:nvPicPr>
          <p:cNvPr id="41032" name="Picture 3" descr="D:\Pictures\soft-scraps icons\Document Text-01.png"/>
          <p:cNvPicPr>
            <a:picLocks noChangeAspect="1" noChangeArrowheads="1"/>
          </p:cNvPicPr>
          <p:nvPr/>
        </p:nvPicPr>
        <p:blipFill>
          <a:blip r:embed="rId3"/>
          <a:srcRect/>
          <a:stretch>
            <a:fillRect/>
          </a:stretch>
        </p:blipFill>
        <p:spPr bwMode="auto">
          <a:xfrm>
            <a:off x="1208088" y="5691188"/>
            <a:ext cx="509587" cy="511175"/>
          </a:xfrm>
          <a:prstGeom prst="rect">
            <a:avLst/>
          </a:prstGeom>
          <a:noFill/>
          <a:ln w="9525">
            <a:noFill/>
            <a:miter lim="800000"/>
            <a:headEnd/>
            <a:tailEnd/>
          </a:ln>
        </p:spPr>
      </p:pic>
      <p:pic>
        <p:nvPicPr>
          <p:cNvPr id="41033" name="Picture 3" descr="D:\Pictures\soft-scraps icons\Document Text-01.png"/>
          <p:cNvPicPr>
            <a:picLocks noChangeAspect="1" noChangeArrowheads="1"/>
          </p:cNvPicPr>
          <p:nvPr/>
        </p:nvPicPr>
        <p:blipFill>
          <a:blip r:embed="rId3"/>
          <a:srcRect/>
          <a:stretch>
            <a:fillRect/>
          </a:stretch>
        </p:blipFill>
        <p:spPr bwMode="auto">
          <a:xfrm>
            <a:off x="3148013" y="5691188"/>
            <a:ext cx="511175" cy="511175"/>
          </a:xfrm>
          <a:prstGeom prst="rect">
            <a:avLst/>
          </a:prstGeom>
          <a:noFill/>
          <a:ln w="9525">
            <a:noFill/>
            <a:miter lim="800000"/>
            <a:headEnd/>
            <a:tailEnd/>
          </a:ln>
        </p:spPr>
      </p:pic>
      <p:pic>
        <p:nvPicPr>
          <p:cNvPr id="41034" name="Picture 3" descr="D:\Pictures\soft-scraps icons\Document Text-01.png"/>
          <p:cNvPicPr>
            <a:picLocks noChangeAspect="1" noChangeArrowheads="1"/>
          </p:cNvPicPr>
          <p:nvPr/>
        </p:nvPicPr>
        <p:blipFill>
          <a:blip r:embed="rId3"/>
          <a:srcRect/>
          <a:stretch>
            <a:fillRect/>
          </a:stretch>
        </p:blipFill>
        <p:spPr bwMode="auto">
          <a:xfrm>
            <a:off x="5100638" y="5691188"/>
            <a:ext cx="511175" cy="511175"/>
          </a:xfrm>
          <a:prstGeom prst="rect">
            <a:avLst/>
          </a:prstGeom>
          <a:noFill/>
          <a:ln w="9525">
            <a:noFill/>
            <a:miter lim="800000"/>
            <a:headEnd/>
            <a:tailEnd/>
          </a:ln>
        </p:spPr>
      </p:pic>
      <p:pic>
        <p:nvPicPr>
          <p:cNvPr id="41035" name="Picture 3" descr="D:\Pictures\soft-scraps icons\Document Text-01.png"/>
          <p:cNvPicPr>
            <a:picLocks noChangeAspect="1" noChangeArrowheads="1"/>
          </p:cNvPicPr>
          <p:nvPr/>
        </p:nvPicPr>
        <p:blipFill>
          <a:blip r:embed="rId3"/>
          <a:srcRect/>
          <a:stretch>
            <a:fillRect/>
          </a:stretch>
        </p:blipFill>
        <p:spPr bwMode="auto">
          <a:xfrm>
            <a:off x="7635875" y="5691188"/>
            <a:ext cx="509588" cy="511175"/>
          </a:xfrm>
          <a:prstGeom prst="rect">
            <a:avLst/>
          </a:prstGeom>
          <a:noFill/>
          <a:ln w="9525">
            <a:noFill/>
            <a:miter lim="800000"/>
            <a:headEnd/>
            <a:tailEnd/>
          </a:ln>
        </p:spPr>
      </p:pic>
      <p:pic>
        <p:nvPicPr>
          <p:cNvPr id="41036" name="Picture 2" descr="D:\Pictures\soft-scraps icons\Folder-01.png"/>
          <p:cNvPicPr>
            <a:picLocks noChangeAspect="1" noChangeArrowheads="1"/>
          </p:cNvPicPr>
          <p:nvPr/>
        </p:nvPicPr>
        <p:blipFill>
          <a:blip r:embed="rId2"/>
          <a:srcRect/>
          <a:stretch>
            <a:fillRect/>
          </a:stretch>
        </p:blipFill>
        <p:spPr bwMode="auto">
          <a:xfrm>
            <a:off x="1855788" y="5688013"/>
            <a:ext cx="517525" cy="517525"/>
          </a:xfrm>
          <a:prstGeom prst="rect">
            <a:avLst/>
          </a:prstGeom>
          <a:noFill/>
          <a:ln w="9525">
            <a:noFill/>
            <a:miter lim="800000"/>
            <a:headEnd/>
            <a:tailEnd/>
          </a:ln>
        </p:spPr>
      </p:pic>
      <p:pic>
        <p:nvPicPr>
          <p:cNvPr id="41037" name="Picture 2" descr="D:\Pictures\soft-scraps icons\Folder-01.png"/>
          <p:cNvPicPr>
            <a:picLocks noChangeAspect="1" noChangeArrowheads="1"/>
          </p:cNvPicPr>
          <p:nvPr/>
        </p:nvPicPr>
        <p:blipFill>
          <a:blip r:embed="rId2"/>
          <a:srcRect/>
          <a:stretch>
            <a:fillRect/>
          </a:stretch>
        </p:blipFill>
        <p:spPr bwMode="auto">
          <a:xfrm>
            <a:off x="3800475" y="5688013"/>
            <a:ext cx="517525" cy="517525"/>
          </a:xfrm>
          <a:prstGeom prst="rect">
            <a:avLst/>
          </a:prstGeom>
          <a:noFill/>
          <a:ln w="9525">
            <a:noFill/>
            <a:miter lim="800000"/>
            <a:headEnd/>
            <a:tailEnd/>
          </a:ln>
        </p:spPr>
      </p:pic>
      <p:pic>
        <p:nvPicPr>
          <p:cNvPr id="41038" name="Picture 2" descr="D:\Pictures\soft-scraps icons\Folder-01.png"/>
          <p:cNvPicPr>
            <a:picLocks noChangeAspect="1" noChangeArrowheads="1"/>
          </p:cNvPicPr>
          <p:nvPr/>
        </p:nvPicPr>
        <p:blipFill>
          <a:blip r:embed="rId2"/>
          <a:srcRect/>
          <a:stretch>
            <a:fillRect/>
          </a:stretch>
        </p:blipFill>
        <p:spPr bwMode="auto">
          <a:xfrm>
            <a:off x="8318500" y="5688013"/>
            <a:ext cx="517525" cy="517525"/>
          </a:xfrm>
          <a:prstGeom prst="rect">
            <a:avLst/>
          </a:prstGeom>
          <a:noFill/>
          <a:ln w="9525">
            <a:noFill/>
            <a:miter lim="800000"/>
            <a:headEnd/>
            <a:tailEnd/>
          </a:ln>
        </p:spPr>
      </p:pic>
      <p:cxnSp>
        <p:nvCxnSpPr>
          <p:cNvPr id="98" name="Elbow Connector 97"/>
          <p:cNvCxnSpPr/>
          <p:nvPr/>
        </p:nvCxnSpPr>
        <p:spPr>
          <a:xfrm rot="5400000" flipH="1" flipV="1">
            <a:off x="4742658" y="586272"/>
            <a:ext cx="12700" cy="5637213"/>
          </a:xfrm>
          <a:prstGeom prst="bentConnector3">
            <a:avLst>
              <a:gd name="adj1" fmla="val 5346268"/>
            </a:avLst>
          </a:prstGeom>
          <a:ln w="57150">
            <a:solidFill>
              <a:schemeClr val="tx1">
                <a:lumMod val="50000"/>
                <a:lumOff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02" name="Elbow Connector 101"/>
          <p:cNvCxnSpPr>
            <a:stCxn id="37" idx="2"/>
            <a:endCxn id="30" idx="2"/>
          </p:cNvCxnSpPr>
          <p:nvPr/>
        </p:nvCxnSpPr>
        <p:spPr>
          <a:xfrm rot="5400000">
            <a:off x="5588001" y="2217737"/>
            <a:ext cx="12700" cy="3946525"/>
          </a:xfrm>
          <a:prstGeom prst="bentConnector3">
            <a:avLst>
              <a:gd name="adj1" fmla="val 5991047"/>
            </a:avLst>
          </a:prstGeom>
          <a:ln w="57150">
            <a:solidFill>
              <a:schemeClr val="tx1">
                <a:lumMod val="50000"/>
                <a:lumOff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06" name="Down Arrow 105"/>
          <p:cNvSpPr/>
          <p:nvPr/>
        </p:nvSpPr>
        <p:spPr>
          <a:xfrm>
            <a:off x="7840663" y="2805113"/>
            <a:ext cx="574675" cy="765175"/>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pic>
        <p:nvPicPr>
          <p:cNvPr id="41042" name="Picture 2" descr="D:\Pictures\soft-scraps icons\Folder-01.png"/>
          <p:cNvPicPr>
            <a:picLocks noChangeAspect="1" noChangeArrowheads="1"/>
          </p:cNvPicPr>
          <p:nvPr/>
        </p:nvPicPr>
        <p:blipFill>
          <a:blip r:embed="rId4"/>
          <a:srcRect/>
          <a:stretch>
            <a:fillRect/>
          </a:stretch>
        </p:blipFill>
        <p:spPr bwMode="auto">
          <a:xfrm>
            <a:off x="7970838" y="3971925"/>
            <a:ext cx="325437" cy="325438"/>
          </a:xfrm>
          <a:prstGeom prst="rect">
            <a:avLst/>
          </a:prstGeom>
          <a:noFill/>
          <a:ln w="9525">
            <a:noFill/>
            <a:miter lim="800000"/>
            <a:headEnd/>
            <a:tailEnd/>
          </a:ln>
        </p:spPr>
      </p:pic>
      <p:pic>
        <p:nvPicPr>
          <p:cNvPr id="41043" name="Picture 3" descr="D:\Pictures\soft-scraps icons\Document Text-01.png"/>
          <p:cNvPicPr>
            <a:picLocks noChangeAspect="1" noChangeArrowheads="1"/>
          </p:cNvPicPr>
          <p:nvPr/>
        </p:nvPicPr>
        <p:blipFill>
          <a:blip r:embed="rId5"/>
          <a:srcRect/>
          <a:stretch>
            <a:fillRect/>
          </a:stretch>
        </p:blipFill>
        <p:spPr bwMode="auto">
          <a:xfrm>
            <a:off x="5129213" y="3944938"/>
            <a:ext cx="354012" cy="354012"/>
          </a:xfrm>
          <a:prstGeom prst="rect">
            <a:avLst/>
          </a:prstGeom>
          <a:noFill/>
          <a:ln w="9525">
            <a:noFill/>
            <a:miter lim="800000"/>
            <a:headEnd/>
            <a:tailEnd/>
          </a:ln>
        </p:spPr>
      </p:pic>
      <p:sp>
        <p:nvSpPr>
          <p:cNvPr id="109" name="Rectangular Callout 108"/>
          <p:cNvSpPr/>
          <p:nvPr/>
        </p:nvSpPr>
        <p:spPr>
          <a:xfrm>
            <a:off x="5768975" y="307027"/>
            <a:ext cx="3125788" cy="1466850"/>
          </a:xfrm>
          <a:prstGeom prst="wedgeRectCallout">
            <a:avLst>
              <a:gd name="adj1" fmla="val 25706"/>
              <a:gd name="adj2" fmla="val 167758"/>
            </a:avLst>
          </a:prstGeom>
          <a:ln/>
        </p:spPr>
        <p:style>
          <a:lnRef idx="2">
            <a:schemeClr val="dk1"/>
          </a:lnRef>
          <a:fillRef idx="1">
            <a:schemeClr val="lt1"/>
          </a:fillRef>
          <a:effectRef idx="0">
            <a:schemeClr val="dk1"/>
          </a:effectRef>
          <a:fontRef idx="minor">
            <a:schemeClr val="dk1"/>
          </a:fontRef>
        </p:style>
        <p:txBody>
          <a:bodyPr anchor="ctr"/>
          <a:lstStyle/>
          <a:p>
            <a:pPr algn="ctr" fontAlgn="auto">
              <a:spcBef>
                <a:spcPts val="0"/>
              </a:spcBef>
              <a:spcAft>
                <a:spcPts val="0"/>
              </a:spcAft>
              <a:defRPr/>
            </a:pPr>
            <a:r>
              <a:rPr lang="en-US" sz="2400" dirty="0"/>
              <a:t>FAT may have very low spatial locality, thus a lot of random seeking</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106"/>
                                        </p:tgtEl>
                                        <p:attrNameLst>
                                          <p:attrName>style.visibility</p:attrName>
                                        </p:attrNameLst>
                                      </p:cBhvr>
                                      <p:to>
                                        <p:strVal val="visible"/>
                                      </p:to>
                                    </p:set>
                                    <p:animEffect transition="in" filter="barn(inVertical)">
                                      <p:cBhvr>
                                        <p:cTn id="7" dur="500"/>
                                        <p:tgtEl>
                                          <p:spTgt spid="106"/>
                                        </p:tgtEl>
                                      </p:cBhvr>
                                    </p:animEffect>
                                  </p:childTnLst>
                                </p:cTn>
                              </p:par>
                            </p:childTnLst>
                          </p:cTn>
                        </p:par>
                      </p:childTnLst>
                    </p:cTn>
                  </p:par>
                  <p:par>
                    <p:cTn id="8" fill="hold">
                      <p:stCondLst>
                        <p:cond delay="indefinite"/>
                      </p:stCondLst>
                      <p:childTnLst>
                        <p:par>
                          <p:cTn id="9" fill="hold">
                            <p:stCondLst>
                              <p:cond delay="0"/>
                            </p:stCondLst>
                            <p:childTnLst>
                              <p:par>
                                <p:cTn id="10" presetID="42" presetClass="path" presetSubtype="0" accel="50000" decel="50000" fill="hold" grpId="1" nodeType="clickEffect">
                                  <p:stCondLst>
                                    <p:cond delay="0"/>
                                  </p:stCondLst>
                                  <p:childTnLst>
                                    <p:animMotion origin="layout" path="M 1.11111E-6 -4.81481E-6 L -0.43142 0.00139 " pathEditMode="relative" rAng="0" ptsTypes="AA">
                                      <p:cBhvr>
                                        <p:cTn id="11" dur="1000" fill="hold"/>
                                        <p:tgtEl>
                                          <p:spTgt spid="106"/>
                                        </p:tgtEl>
                                        <p:attrNameLst>
                                          <p:attrName>ppt_x</p:attrName>
                                          <p:attrName>ppt_y</p:attrName>
                                        </p:attrNameLst>
                                      </p:cBhvr>
                                      <p:rCtr x="-21580" y="69"/>
                                    </p:animMotion>
                                  </p:childTnLst>
                                </p:cTn>
                              </p:par>
                            </p:childTnLst>
                          </p:cTn>
                        </p:par>
                        <p:par>
                          <p:cTn id="12" fill="hold">
                            <p:stCondLst>
                              <p:cond delay="1000"/>
                            </p:stCondLst>
                            <p:childTnLst>
                              <p:par>
                                <p:cTn id="13" presetID="42" presetClass="path" presetSubtype="0" accel="50000" decel="50000" fill="hold" grpId="2" nodeType="afterEffect">
                                  <p:stCondLst>
                                    <p:cond delay="0"/>
                                  </p:stCondLst>
                                  <p:childTnLst>
                                    <p:animMotion origin="layout" path="M -0.43142 0.00139 L -0.24479 0.0007 " pathEditMode="relative" rAng="0" ptsTypes="AA">
                                      <p:cBhvr>
                                        <p:cTn id="14" dur="1000" fill="hold"/>
                                        <p:tgtEl>
                                          <p:spTgt spid="106"/>
                                        </p:tgtEl>
                                        <p:attrNameLst>
                                          <p:attrName>ppt_x</p:attrName>
                                          <p:attrName>ppt_y</p:attrName>
                                        </p:attrNameLst>
                                      </p:cBhvr>
                                      <p:rCtr x="9323" y="-46"/>
                                    </p:animMotion>
                                  </p:childTnLst>
                                </p:cTn>
                              </p:par>
                            </p:childTnLst>
                          </p:cTn>
                        </p:par>
                        <p:par>
                          <p:cTn id="15" fill="hold">
                            <p:stCondLst>
                              <p:cond delay="2000"/>
                            </p:stCondLst>
                            <p:childTnLst>
                              <p:par>
                                <p:cTn id="16" presetID="42" presetClass="path" presetSubtype="0" accel="50000" decel="50000" fill="hold" grpId="3" nodeType="afterEffect">
                                  <p:stCondLst>
                                    <p:cond delay="0"/>
                                  </p:stCondLst>
                                  <p:childTnLst>
                                    <p:animMotion origin="layout" path="M -0.24479 0.0007 L -0.61649 0.00394 " pathEditMode="relative" rAng="0" ptsTypes="AA">
                                      <p:cBhvr>
                                        <p:cTn id="17" dur="1000" fill="hold"/>
                                        <p:tgtEl>
                                          <p:spTgt spid="106"/>
                                        </p:tgtEl>
                                        <p:attrNameLst>
                                          <p:attrName>ppt_x</p:attrName>
                                          <p:attrName>ppt_y</p:attrName>
                                        </p:attrNameLst>
                                      </p:cBhvr>
                                      <p:rCtr x="-18594" y="162"/>
                                    </p:animMotion>
                                  </p:childTnLst>
                                </p:cTn>
                              </p:par>
                            </p:childTnLst>
                          </p:cTn>
                        </p:par>
                      </p:childTnLst>
                    </p:cTn>
                  </p:par>
                  <p:par>
                    <p:cTn id="18" fill="hold">
                      <p:stCondLst>
                        <p:cond delay="indefinite"/>
                      </p:stCondLst>
                      <p:childTnLst>
                        <p:par>
                          <p:cTn id="19" fill="hold">
                            <p:stCondLst>
                              <p:cond delay="0"/>
                            </p:stCondLst>
                            <p:childTnLst>
                              <p:par>
                                <p:cTn id="20" presetID="42" presetClass="path" presetSubtype="0" accel="50000" decel="50000" fill="hold" grpId="4" nodeType="clickEffect">
                                  <p:stCondLst>
                                    <p:cond delay="0"/>
                                  </p:stCondLst>
                                  <p:childTnLst>
                                    <p:animMotion origin="layout" path="M -0.61649 0.00394 L -0.30903 0.00301 " pathEditMode="relative" rAng="0" ptsTypes="AA">
                                      <p:cBhvr>
                                        <p:cTn id="21" dur="1250" fill="hold"/>
                                        <p:tgtEl>
                                          <p:spTgt spid="106"/>
                                        </p:tgtEl>
                                        <p:attrNameLst>
                                          <p:attrName>ppt_x</p:attrName>
                                          <p:attrName>ppt_y</p:attrName>
                                        </p:attrNameLst>
                                      </p:cBhvr>
                                      <p:rCtr x="15365" y="-46"/>
                                    </p:animMotion>
                                  </p:childTnLst>
                                </p:cTn>
                              </p:par>
                            </p:childTnLst>
                          </p:cTn>
                        </p:par>
                      </p:childTnLst>
                    </p:cTn>
                  </p:par>
                  <p:par>
                    <p:cTn id="22" fill="hold">
                      <p:stCondLst>
                        <p:cond delay="indefinite"/>
                      </p:stCondLst>
                      <p:childTnLst>
                        <p:par>
                          <p:cTn id="23" fill="hold">
                            <p:stCondLst>
                              <p:cond delay="0"/>
                            </p:stCondLst>
                            <p:childTnLst>
                              <p:par>
                                <p:cTn id="24" presetID="42" presetClass="path" presetSubtype="0" accel="50000" decel="50000" fill="hold" grpId="5" nodeType="clickEffect">
                                  <p:stCondLst>
                                    <p:cond delay="0"/>
                                  </p:stCondLst>
                                  <p:childTnLst>
                                    <p:animMotion origin="layout" path="M -0.30903 0.00301 L -0.68073 0.00232 " pathEditMode="relative" rAng="0" ptsTypes="AA">
                                      <p:cBhvr>
                                        <p:cTn id="25" dur="1250" fill="hold"/>
                                        <p:tgtEl>
                                          <p:spTgt spid="106"/>
                                        </p:tgtEl>
                                        <p:attrNameLst>
                                          <p:attrName>ppt_x</p:attrName>
                                          <p:attrName>ppt_y</p:attrName>
                                        </p:attrNameLst>
                                      </p:cBhvr>
                                      <p:rCtr x="-18594" y="-46"/>
                                    </p:animMotion>
                                  </p:childTnLst>
                                </p:cTn>
                              </p:par>
                            </p:childTnLst>
                          </p:cTn>
                        </p:par>
                        <p:par>
                          <p:cTn id="26" fill="hold">
                            <p:stCondLst>
                              <p:cond delay="1250"/>
                            </p:stCondLst>
                            <p:childTnLst>
                              <p:par>
                                <p:cTn id="27" presetID="42" presetClass="path" presetSubtype="0" accel="50000" decel="50000" fill="hold" grpId="6" nodeType="afterEffect">
                                  <p:stCondLst>
                                    <p:cond delay="0"/>
                                  </p:stCondLst>
                                  <p:childTnLst>
                                    <p:animMotion origin="layout" path="M -0.68073 0.00232 L -0.06285 -0.00231 " pathEditMode="relative" rAng="0" ptsTypes="AA">
                                      <p:cBhvr>
                                        <p:cTn id="28" dur="1250" fill="hold"/>
                                        <p:tgtEl>
                                          <p:spTgt spid="106"/>
                                        </p:tgtEl>
                                        <p:attrNameLst>
                                          <p:attrName>ppt_x</p:attrName>
                                          <p:attrName>ppt_y</p:attrName>
                                        </p:attrNameLst>
                                      </p:cBhvr>
                                      <p:rCtr x="30885" y="-231"/>
                                    </p:animMotion>
                                  </p:childTnLst>
                                </p:cTn>
                              </p:par>
                            </p:childTnLst>
                          </p:cTn>
                        </p:par>
                        <p:par>
                          <p:cTn id="29" fill="hold">
                            <p:stCondLst>
                              <p:cond delay="2500"/>
                            </p:stCondLst>
                            <p:childTnLst>
                              <p:par>
                                <p:cTn id="30" presetID="42" presetClass="path" presetSubtype="0" accel="50000" decel="50000" fill="hold" grpId="7" nodeType="afterEffect">
                                  <p:stCondLst>
                                    <p:cond delay="0"/>
                                  </p:stCondLst>
                                  <p:childTnLst>
                                    <p:animMotion origin="layout" path="M -0.06285 -0.00231 L -0.4882 0.00093 " pathEditMode="relative" rAng="0" ptsTypes="AA">
                                      <p:cBhvr>
                                        <p:cTn id="31" dur="1250" fill="hold"/>
                                        <p:tgtEl>
                                          <p:spTgt spid="106"/>
                                        </p:tgtEl>
                                        <p:attrNameLst>
                                          <p:attrName>ppt_x</p:attrName>
                                          <p:attrName>ppt_y</p:attrName>
                                        </p:attrNameLst>
                                      </p:cBhvr>
                                      <p:rCtr x="-21267" y="162"/>
                                    </p:animMotion>
                                  </p:childTnLst>
                                </p:cTn>
                              </p:par>
                            </p:childTnLst>
                          </p:cTn>
                        </p:par>
                        <p:par>
                          <p:cTn id="32" fill="hold">
                            <p:stCondLst>
                              <p:cond delay="3750"/>
                            </p:stCondLst>
                            <p:childTnLst>
                              <p:par>
                                <p:cTn id="33" presetID="42" presetClass="entr" presetSubtype="0" fill="hold" grpId="0" nodeType="afterEffect">
                                  <p:stCondLst>
                                    <p:cond delay="0"/>
                                  </p:stCondLst>
                                  <p:childTnLst>
                                    <p:set>
                                      <p:cBhvr>
                                        <p:cTn id="34" dur="1" fill="hold">
                                          <p:stCondLst>
                                            <p:cond delay="0"/>
                                          </p:stCondLst>
                                        </p:cTn>
                                        <p:tgtEl>
                                          <p:spTgt spid="109"/>
                                        </p:tgtEl>
                                        <p:attrNameLst>
                                          <p:attrName>style.visibility</p:attrName>
                                        </p:attrNameLst>
                                      </p:cBhvr>
                                      <p:to>
                                        <p:strVal val="visible"/>
                                      </p:to>
                                    </p:set>
                                    <p:animEffect transition="in" filter="fade">
                                      <p:cBhvr>
                                        <p:cTn id="35" dur="500"/>
                                        <p:tgtEl>
                                          <p:spTgt spid="109"/>
                                        </p:tgtEl>
                                      </p:cBhvr>
                                    </p:animEffect>
                                    <p:anim calcmode="lin" valueType="num">
                                      <p:cBhvr>
                                        <p:cTn id="36" dur="500" fill="hold"/>
                                        <p:tgtEl>
                                          <p:spTgt spid="109"/>
                                        </p:tgtEl>
                                        <p:attrNameLst>
                                          <p:attrName>ppt_x</p:attrName>
                                        </p:attrNameLst>
                                      </p:cBhvr>
                                      <p:tavLst>
                                        <p:tav tm="0">
                                          <p:val>
                                            <p:strVal val="#ppt_x"/>
                                          </p:val>
                                        </p:tav>
                                        <p:tav tm="100000">
                                          <p:val>
                                            <p:strVal val="#ppt_x"/>
                                          </p:val>
                                        </p:tav>
                                      </p:tavLst>
                                    </p:anim>
                                    <p:anim calcmode="lin" valueType="num">
                                      <p:cBhvr>
                                        <p:cTn id="37" dur="500" fill="hold"/>
                                        <p:tgtEl>
                                          <p:spTgt spid="10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6" grpId="0" animBg="1"/>
      <p:bldP spid="106" grpId="1" animBg="1"/>
      <p:bldP spid="106" grpId="2" animBg="1"/>
      <p:bldP spid="106" grpId="3" animBg="1"/>
      <p:bldP spid="106" grpId="4" animBg="1"/>
      <p:bldP spid="106" grpId="5" animBg="1"/>
      <p:bldP spid="106" grpId="6" animBg="1"/>
      <p:bldP spid="106" grpId="7" animBg="1"/>
      <p:bldP spid="109" grpId="0" animBg="1"/>
    </p:bldLst>
  </p:timing>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cxnSp>
        <p:nvCxnSpPr>
          <p:cNvPr id="98" name="Elbow Connector 97"/>
          <p:cNvCxnSpPr>
            <a:stCxn id="168" idx="0"/>
            <a:endCxn id="113" idx="0"/>
          </p:cNvCxnSpPr>
          <p:nvPr/>
        </p:nvCxnSpPr>
        <p:spPr>
          <a:xfrm rot="16200000" flipH="1">
            <a:off x="4116388" y="4021137"/>
            <a:ext cx="6350" cy="2111375"/>
          </a:xfrm>
          <a:prstGeom prst="bentConnector3">
            <a:avLst>
              <a:gd name="adj1" fmla="val -11369725"/>
            </a:avLst>
          </a:prstGeom>
          <a:ln w="57150">
            <a:solidFill>
              <a:schemeClr val="tx1">
                <a:lumMod val="50000"/>
                <a:lumOff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74" name="Elbow Connector 173"/>
          <p:cNvCxnSpPr>
            <a:stCxn id="106" idx="0"/>
            <a:endCxn id="114" idx="0"/>
          </p:cNvCxnSpPr>
          <p:nvPr/>
        </p:nvCxnSpPr>
        <p:spPr>
          <a:xfrm rot="5400000" flipH="1" flipV="1">
            <a:off x="4632325" y="4022725"/>
            <a:ext cx="12700" cy="2114550"/>
          </a:xfrm>
          <a:prstGeom prst="bentConnector3">
            <a:avLst>
              <a:gd name="adj1" fmla="val 7280591"/>
            </a:avLst>
          </a:prstGeom>
          <a:ln w="57150">
            <a:solidFill>
              <a:schemeClr val="tx1">
                <a:lumMod val="50000"/>
                <a:lumOff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75" name="Elbow Connector 174"/>
          <p:cNvCxnSpPr>
            <a:stCxn id="170" idx="0"/>
            <a:endCxn id="115" idx="0"/>
          </p:cNvCxnSpPr>
          <p:nvPr/>
        </p:nvCxnSpPr>
        <p:spPr>
          <a:xfrm rot="16200000" flipH="1">
            <a:off x="5146675" y="4022725"/>
            <a:ext cx="3175" cy="2111375"/>
          </a:xfrm>
          <a:prstGeom prst="bentConnector3">
            <a:avLst>
              <a:gd name="adj1" fmla="val -27931403"/>
            </a:avLst>
          </a:prstGeom>
          <a:ln w="57150">
            <a:solidFill>
              <a:schemeClr val="tx1">
                <a:lumMod val="50000"/>
                <a:lumOff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76" name="Elbow Connector 175"/>
          <p:cNvCxnSpPr>
            <a:stCxn id="108" idx="0"/>
            <a:endCxn id="116" idx="0"/>
          </p:cNvCxnSpPr>
          <p:nvPr/>
        </p:nvCxnSpPr>
        <p:spPr>
          <a:xfrm rot="5400000" flipH="1" flipV="1">
            <a:off x="5660232" y="4021931"/>
            <a:ext cx="12700" cy="2116137"/>
          </a:xfrm>
          <a:prstGeom prst="bentConnector3">
            <a:avLst>
              <a:gd name="adj1" fmla="val 9644780"/>
            </a:avLst>
          </a:prstGeom>
          <a:ln w="57150">
            <a:solidFill>
              <a:schemeClr val="tx1">
                <a:lumMod val="50000"/>
                <a:lumOff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77" name="Elbow Connector 176"/>
          <p:cNvCxnSpPr>
            <a:stCxn id="108" idx="0"/>
            <a:endCxn id="117" idx="0"/>
          </p:cNvCxnSpPr>
          <p:nvPr/>
        </p:nvCxnSpPr>
        <p:spPr>
          <a:xfrm rot="5400000" flipH="1" flipV="1">
            <a:off x="5917407" y="3764756"/>
            <a:ext cx="12700" cy="2630487"/>
          </a:xfrm>
          <a:prstGeom prst="bentConnector3">
            <a:avLst>
              <a:gd name="adj1" fmla="val 9644780"/>
            </a:avLst>
          </a:prstGeom>
          <a:ln w="57150">
            <a:solidFill>
              <a:schemeClr val="tx1">
                <a:lumMod val="50000"/>
                <a:lumOff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78" name="Elbow Connector 177"/>
          <p:cNvCxnSpPr>
            <a:stCxn id="171" idx="0"/>
            <a:endCxn id="118" idx="0"/>
          </p:cNvCxnSpPr>
          <p:nvPr/>
        </p:nvCxnSpPr>
        <p:spPr>
          <a:xfrm rot="16200000" flipH="1">
            <a:off x="6175375" y="3505201"/>
            <a:ext cx="1587" cy="3148012"/>
          </a:xfrm>
          <a:prstGeom prst="bentConnector3">
            <a:avLst>
              <a:gd name="adj1" fmla="val -83764730"/>
            </a:avLst>
          </a:prstGeom>
          <a:ln w="57150">
            <a:solidFill>
              <a:schemeClr val="tx1">
                <a:lumMod val="50000"/>
                <a:lumOff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4" name="Slide Number Placeholder 3"/>
          <p:cNvSpPr>
            <a:spLocks noGrp="1"/>
          </p:cNvSpPr>
          <p:nvPr>
            <p:ph type="sldNum" sz="quarter" idx="12"/>
          </p:nvPr>
        </p:nvSpPr>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fld id="{CE2D5D8A-1B8C-4541-9904-816FD5F14C9D}" type="slidenum">
              <a:rPr lang="en-US" altLang="ru-RU">
                <a:solidFill>
                  <a:srgbClr val="898989"/>
                </a:solidFill>
              </a:rPr>
              <a:pPr/>
              <a:t>25</a:t>
            </a:fld>
            <a:endParaRPr lang="en-US" altLang="ru-RU">
              <a:solidFill>
                <a:srgbClr val="898989"/>
              </a:solidFill>
            </a:endParaRPr>
          </a:p>
        </p:txBody>
      </p:sp>
      <p:sp>
        <p:nvSpPr>
          <p:cNvPr id="5" name="Rectangle 4"/>
          <p:cNvSpPr/>
          <p:nvPr/>
        </p:nvSpPr>
        <p:spPr>
          <a:xfrm>
            <a:off x="112713" y="5080000"/>
            <a:ext cx="608012" cy="736600"/>
          </a:xfrm>
          <a:prstGeom prst="rect">
            <a:avLst/>
          </a:prstGeom>
          <a:solidFill>
            <a:schemeClr val="tx2">
              <a:lumMod val="75000"/>
            </a:schemeClr>
          </a:solid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dirty="0"/>
              <a:t>SB</a:t>
            </a:r>
          </a:p>
        </p:txBody>
      </p:sp>
      <p:pic>
        <p:nvPicPr>
          <p:cNvPr id="46090" name="Picture 2" descr="D:\Pictures\soft-scraps icons\Folder-01.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2713" y="790575"/>
            <a:ext cx="630237" cy="630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6091" name="Picture 3" descr="D:\Pictures\soft-scraps icons\Document Text-01.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62088" y="2289175"/>
            <a:ext cx="698500" cy="698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6092" name="Picture 2" descr="D:\Pictures\soft-scraps icons\Folder-01.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95425" y="211138"/>
            <a:ext cx="630238" cy="630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6093" name="Picture 2" descr="D:\Pictures\soft-scraps icons\Folder-01.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95425" y="1254125"/>
            <a:ext cx="630238"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6094" name="TextBox 39"/>
          <p:cNvSpPr txBox="1">
            <a:spLocks noChangeArrowheads="1"/>
          </p:cNvSpPr>
          <p:nvPr/>
        </p:nvSpPr>
        <p:spPr bwMode="auto">
          <a:xfrm>
            <a:off x="285750" y="1335088"/>
            <a:ext cx="28416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a:r>
              <a:rPr lang="en-US" altLang="ru-RU" sz="2000"/>
              <a:t>/</a:t>
            </a:r>
          </a:p>
        </p:txBody>
      </p:sp>
      <p:sp>
        <p:nvSpPr>
          <p:cNvPr id="46095" name="TextBox 40"/>
          <p:cNvSpPr txBox="1">
            <a:spLocks noChangeArrowheads="1"/>
          </p:cNvSpPr>
          <p:nvPr/>
        </p:nvSpPr>
        <p:spPr bwMode="auto">
          <a:xfrm>
            <a:off x="1554163" y="739775"/>
            <a:ext cx="51276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a:r>
              <a:rPr lang="en-US" altLang="ru-RU" sz="2000"/>
              <a:t>bin</a:t>
            </a:r>
          </a:p>
        </p:txBody>
      </p:sp>
      <p:sp>
        <p:nvSpPr>
          <p:cNvPr id="46096" name="TextBox 41"/>
          <p:cNvSpPr txBox="1">
            <a:spLocks noChangeArrowheads="1"/>
          </p:cNvSpPr>
          <p:nvPr/>
        </p:nvSpPr>
        <p:spPr bwMode="auto">
          <a:xfrm>
            <a:off x="1419225" y="1825625"/>
            <a:ext cx="7874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a:r>
              <a:rPr lang="en-US" altLang="ru-RU" sz="2000"/>
              <a:t>home</a:t>
            </a:r>
          </a:p>
        </p:txBody>
      </p:sp>
      <p:grpSp>
        <p:nvGrpSpPr>
          <p:cNvPr id="2" name="Group 42"/>
          <p:cNvGrpSpPr>
            <a:grpSpLocks/>
          </p:cNvGrpSpPr>
          <p:nvPr/>
        </p:nvGrpSpPr>
        <p:grpSpPr bwMode="auto">
          <a:xfrm>
            <a:off x="2843213" y="184150"/>
            <a:ext cx="688975" cy="688975"/>
            <a:chOff x="6581088" y="526057"/>
            <a:chExt cx="3251200" cy="3251201"/>
          </a:xfrm>
        </p:grpSpPr>
        <p:pic>
          <p:nvPicPr>
            <p:cNvPr id="46202" name="Picture 5" descr="D:\Pictures\soft-scraps icons\Document Blank-01.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81088" y="526057"/>
              <a:ext cx="3251200" cy="32512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6203" name="Picture 4" descr="D:\Pictures\soft-scraps icons\Gear-01.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135491" y="1100287"/>
              <a:ext cx="2142393" cy="21423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cxnSp>
        <p:nvCxnSpPr>
          <p:cNvPr id="46" name="Elbow Connector 45"/>
          <p:cNvCxnSpPr/>
          <p:nvPr/>
        </p:nvCxnSpPr>
        <p:spPr>
          <a:xfrm flipV="1">
            <a:off x="742950" y="525463"/>
            <a:ext cx="752475" cy="579437"/>
          </a:xfrm>
          <a:prstGeom prst="bentConnector3">
            <a:avLst>
              <a:gd name="adj1" fmla="val 50000"/>
            </a:avLst>
          </a:prstGeom>
          <a:ln w="57150">
            <a:solidFill>
              <a:schemeClr val="tx1">
                <a:lumMod val="50000"/>
                <a:lumOff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7" name="Elbow Connector 46"/>
          <p:cNvCxnSpPr/>
          <p:nvPr/>
        </p:nvCxnSpPr>
        <p:spPr>
          <a:xfrm>
            <a:off x="742950" y="1104900"/>
            <a:ext cx="752475" cy="463550"/>
          </a:xfrm>
          <a:prstGeom prst="bentConnector3">
            <a:avLst>
              <a:gd name="adj1" fmla="val 50000"/>
            </a:avLst>
          </a:prstGeom>
          <a:ln w="57150">
            <a:solidFill>
              <a:schemeClr val="tx1">
                <a:lumMod val="50000"/>
                <a:lumOff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8" name="Elbow Connector 47"/>
          <p:cNvCxnSpPr/>
          <p:nvPr/>
        </p:nvCxnSpPr>
        <p:spPr>
          <a:xfrm>
            <a:off x="742950" y="1104900"/>
            <a:ext cx="719138" cy="1533525"/>
          </a:xfrm>
          <a:prstGeom prst="bentConnector3">
            <a:avLst>
              <a:gd name="adj1" fmla="val 50000"/>
            </a:avLst>
          </a:prstGeom>
          <a:ln w="57150">
            <a:solidFill>
              <a:schemeClr val="tx1">
                <a:lumMod val="50000"/>
                <a:lumOff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9" name="Elbow Connector 48"/>
          <p:cNvCxnSpPr/>
          <p:nvPr/>
        </p:nvCxnSpPr>
        <p:spPr>
          <a:xfrm>
            <a:off x="2125663" y="525463"/>
            <a:ext cx="717550" cy="3175"/>
          </a:xfrm>
          <a:prstGeom prst="bentConnector3">
            <a:avLst>
              <a:gd name="adj1" fmla="val 50000"/>
            </a:avLst>
          </a:prstGeom>
          <a:ln w="57150">
            <a:solidFill>
              <a:schemeClr val="tx1">
                <a:lumMod val="50000"/>
                <a:lumOff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pic>
        <p:nvPicPr>
          <p:cNvPr id="51" name="Picture 2" descr="D:\Pictures\soft-scraps icons\Folder-01.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49563" y="1246188"/>
            <a:ext cx="630237" cy="630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2" name="TextBox 51"/>
          <p:cNvSpPr txBox="1">
            <a:spLocks noChangeArrowheads="1"/>
          </p:cNvSpPr>
          <p:nvPr/>
        </p:nvSpPr>
        <p:spPr bwMode="auto">
          <a:xfrm>
            <a:off x="2859088" y="1763713"/>
            <a:ext cx="6096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a:r>
              <a:rPr lang="en-US" altLang="ru-RU" sz="2000"/>
              <a:t>cbw</a:t>
            </a:r>
          </a:p>
        </p:txBody>
      </p:sp>
      <p:cxnSp>
        <p:nvCxnSpPr>
          <p:cNvPr id="53" name="Elbow Connector 52"/>
          <p:cNvCxnSpPr>
            <a:endCxn id="51" idx="1"/>
          </p:cNvCxnSpPr>
          <p:nvPr/>
        </p:nvCxnSpPr>
        <p:spPr>
          <a:xfrm flipV="1">
            <a:off x="2125663" y="1562100"/>
            <a:ext cx="723900" cy="6350"/>
          </a:xfrm>
          <a:prstGeom prst="bentConnector3">
            <a:avLst>
              <a:gd name="adj1" fmla="val 50000"/>
            </a:avLst>
          </a:prstGeom>
          <a:ln w="57150">
            <a:solidFill>
              <a:schemeClr val="tx1">
                <a:lumMod val="50000"/>
                <a:lumOff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nvGrpSpPr>
          <p:cNvPr id="46105" name="Group 82"/>
          <p:cNvGrpSpPr>
            <a:grpSpLocks/>
          </p:cNvGrpSpPr>
          <p:nvPr/>
        </p:nvGrpSpPr>
        <p:grpSpPr bwMode="auto">
          <a:xfrm>
            <a:off x="736600" y="4371975"/>
            <a:ext cx="8299450" cy="1643063"/>
            <a:chOff x="445806" y="3645753"/>
            <a:chExt cx="8300096" cy="1642756"/>
          </a:xfrm>
        </p:grpSpPr>
        <p:sp>
          <p:nvSpPr>
            <p:cNvPr id="88" name="Rectangle 87"/>
            <p:cNvSpPr/>
            <p:nvPr/>
          </p:nvSpPr>
          <p:spPr>
            <a:xfrm>
              <a:off x="445806" y="4353646"/>
              <a:ext cx="231793" cy="368231"/>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2400"/>
            </a:p>
          </p:txBody>
        </p:sp>
        <p:sp>
          <p:nvSpPr>
            <p:cNvPr id="89" name="Rectangle 88"/>
            <p:cNvSpPr/>
            <p:nvPr/>
          </p:nvSpPr>
          <p:spPr>
            <a:xfrm>
              <a:off x="693475" y="4353646"/>
              <a:ext cx="231793" cy="368231"/>
            </a:xfrm>
            <a:prstGeom prst="rec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2400"/>
            </a:p>
          </p:txBody>
        </p:sp>
        <p:sp>
          <p:nvSpPr>
            <p:cNvPr id="90" name="Rectangle 89"/>
            <p:cNvSpPr/>
            <p:nvPr/>
          </p:nvSpPr>
          <p:spPr>
            <a:xfrm>
              <a:off x="939557" y="4353646"/>
              <a:ext cx="233380" cy="368231"/>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2400"/>
            </a:p>
          </p:txBody>
        </p:sp>
        <p:sp>
          <p:nvSpPr>
            <p:cNvPr id="91" name="Rectangle 90"/>
            <p:cNvSpPr/>
            <p:nvPr/>
          </p:nvSpPr>
          <p:spPr>
            <a:xfrm>
              <a:off x="1187227" y="4353646"/>
              <a:ext cx="231793" cy="368231"/>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2400"/>
            </a:p>
          </p:txBody>
        </p:sp>
        <p:sp>
          <p:nvSpPr>
            <p:cNvPr id="92" name="Rectangle 91"/>
            <p:cNvSpPr/>
            <p:nvPr/>
          </p:nvSpPr>
          <p:spPr>
            <a:xfrm>
              <a:off x="445806" y="4721877"/>
              <a:ext cx="231793" cy="368231"/>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2400"/>
            </a:p>
          </p:txBody>
        </p:sp>
        <p:sp>
          <p:nvSpPr>
            <p:cNvPr id="93" name="Rectangle 92"/>
            <p:cNvSpPr/>
            <p:nvPr/>
          </p:nvSpPr>
          <p:spPr>
            <a:xfrm>
              <a:off x="693475" y="4721877"/>
              <a:ext cx="231793" cy="368231"/>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2400"/>
            </a:p>
          </p:txBody>
        </p:sp>
        <p:sp>
          <p:nvSpPr>
            <p:cNvPr id="94" name="Rectangle 93"/>
            <p:cNvSpPr/>
            <p:nvPr/>
          </p:nvSpPr>
          <p:spPr>
            <a:xfrm>
              <a:off x="939557" y="4721877"/>
              <a:ext cx="233380" cy="368231"/>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2400"/>
            </a:p>
          </p:txBody>
        </p:sp>
        <p:sp>
          <p:nvSpPr>
            <p:cNvPr id="95" name="Rectangle 94"/>
            <p:cNvSpPr/>
            <p:nvPr/>
          </p:nvSpPr>
          <p:spPr>
            <a:xfrm>
              <a:off x="1187227" y="4721877"/>
              <a:ext cx="231793" cy="368231"/>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2400"/>
            </a:p>
          </p:txBody>
        </p:sp>
        <p:sp>
          <p:nvSpPr>
            <p:cNvPr id="96" name="Rectangle 95"/>
            <p:cNvSpPr/>
            <p:nvPr/>
          </p:nvSpPr>
          <p:spPr>
            <a:xfrm>
              <a:off x="1482525" y="4353646"/>
              <a:ext cx="231793" cy="368231"/>
            </a:xfrm>
            <a:prstGeom prst="rect">
              <a:avLst/>
            </a:prstGeom>
            <a:solidFill>
              <a:schemeClr val="accent3">
                <a:lumMod val="20000"/>
                <a:lumOff val="80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2400"/>
            </a:p>
          </p:txBody>
        </p:sp>
        <p:sp>
          <p:nvSpPr>
            <p:cNvPr id="97" name="Rectangle 96"/>
            <p:cNvSpPr/>
            <p:nvPr/>
          </p:nvSpPr>
          <p:spPr>
            <a:xfrm>
              <a:off x="1730194" y="4353646"/>
              <a:ext cx="231793" cy="368231"/>
            </a:xfrm>
            <a:prstGeom prst="rect">
              <a:avLst/>
            </a:prstGeom>
            <a:solidFill>
              <a:schemeClr val="accent3">
                <a:lumMod val="20000"/>
                <a:lumOff val="80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2400"/>
            </a:p>
          </p:txBody>
        </p:sp>
        <p:sp>
          <p:nvSpPr>
            <p:cNvPr id="99" name="Rectangle 98"/>
            <p:cNvSpPr/>
            <p:nvPr/>
          </p:nvSpPr>
          <p:spPr>
            <a:xfrm>
              <a:off x="1977863" y="4353646"/>
              <a:ext cx="231793" cy="368231"/>
            </a:xfrm>
            <a:prstGeom prst="rect">
              <a:avLst/>
            </a:prstGeom>
            <a:solidFill>
              <a:schemeClr val="accent3">
                <a:lumMod val="20000"/>
                <a:lumOff val="80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2400"/>
            </a:p>
          </p:txBody>
        </p:sp>
        <p:sp>
          <p:nvSpPr>
            <p:cNvPr id="100" name="Rectangle 99"/>
            <p:cNvSpPr/>
            <p:nvPr/>
          </p:nvSpPr>
          <p:spPr>
            <a:xfrm>
              <a:off x="2223944" y="4353646"/>
              <a:ext cx="233381" cy="368231"/>
            </a:xfrm>
            <a:prstGeom prst="rect">
              <a:avLst/>
            </a:prstGeom>
            <a:solidFill>
              <a:schemeClr val="accent3">
                <a:lumMod val="20000"/>
                <a:lumOff val="80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2400"/>
            </a:p>
          </p:txBody>
        </p:sp>
        <p:sp>
          <p:nvSpPr>
            <p:cNvPr id="101" name="Rectangle 100"/>
            <p:cNvSpPr/>
            <p:nvPr/>
          </p:nvSpPr>
          <p:spPr>
            <a:xfrm>
              <a:off x="1482525" y="4721877"/>
              <a:ext cx="231793" cy="368231"/>
            </a:xfrm>
            <a:prstGeom prst="rect">
              <a:avLst/>
            </a:prstGeom>
            <a:solidFill>
              <a:schemeClr val="accent3">
                <a:lumMod val="20000"/>
                <a:lumOff val="80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2400"/>
            </a:p>
          </p:txBody>
        </p:sp>
        <p:sp>
          <p:nvSpPr>
            <p:cNvPr id="102" name="Rectangle 101"/>
            <p:cNvSpPr/>
            <p:nvPr/>
          </p:nvSpPr>
          <p:spPr>
            <a:xfrm>
              <a:off x="1730194" y="4721877"/>
              <a:ext cx="231793" cy="368231"/>
            </a:xfrm>
            <a:prstGeom prst="rect">
              <a:avLst/>
            </a:prstGeom>
            <a:solidFill>
              <a:schemeClr val="accent3">
                <a:lumMod val="20000"/>
                <a:lumOff val="80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2400"/>
            </a:p>
          </p:txBody>
        </p:sp>
        <p:sp>
          <p:nvSpPr>
            <p:cNvPr id="103" name="Rectangle 102"/>
            <p:cNvSpPr/>
            <p:nvPr/>
          </p:nvSpPr>
          <p:spPr>
            <a:xfrm>
              <a:off x="1977863" y="4721877"/>
              <a:ext cx="231793" cy="368231"/>
            </a:xfrm>
            <a:prstGeom prst="rect">
              <a:avLst/>
            </a:prstGeom>
            <a:solidFill>
              <a:schemeClr val="accent3">
                <a:lumMod val="20000"/>
                <a:lumOff val="80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2400"/>
            </a:p>
          </p:txBody>
        </p:sp>
        <p:sp>
          <p:nvSpPr>
            <p:cNvPr id="104" name="Rectangle 103"/>
            <p:cNvSpPr/>
            <p:nvPr/>
          </p:nvSpPr>
          <p:spPr>
            <a:xfrm>
              <a:off x="2223944" y="4721877"/>
              <a:ext cx="233381" cy="368231"/>
            </a:xfrm>
            <a:prstGeom prst="rect">
              <a:avLst/>
            </a:prstGeom>
            <a:solidFill>
              <a:schemeClr val="accent3">
                <a:lumMod val="20000"/>
                <a:lumOff val="80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2400"/>
            </a:p>
          </p:txBody>
        </p:sp>
        <p:sp>
          <p:nvSpPr>
            <p:cNvPr id="105" name="Rectangle 104"/>
            <p:cNvSpPr/>
            <p:nvPr/>
          </p:nvSpPr>
          <p:spPr>
            <a:xfrm>
              <a:off x="2512892" y="4353646"/>
              <a:ext cx="514390" cy="368231"/>
            </a:xfrm>
            <a:prstGeom prst="rect">
              <a:avLst/>
            </a:prstGeom>
            <a:solidFill>
              <a:schemeClr val="tx2">
                <a:lumMod val="40000"/>
                <a:lumOff val="60000"/>
              </a:schemeClr>
            </a:solid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2400" dirty="0"/>
            </a:p>
          </p:txBody>
        </p:sp>
        <p:sp>
          <p:nvSpPr>
            <p:cNvPr id="106" name="Rectangle 105"/>
            <p:cNvSpPr/>
            <p:nvPr/>
          </p:nvSpPr>
          <p:spPr>
            <a:xfrm>
              <a:off x="3027282" y="4353646"/>
              <a:ext cx="514390" cy="368231"/>
            </a:xfrm>
            <a:prstGeom prst="rect">
              <a:avLst/>
            </a:prstGeom>
            <a:solidFill>
              <a:schemeClr val="tx2">
                <a:lumMod val="40000"/>
                <a:lumOff val="60000"/>
              </a:schemeClr>
            </a:solid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2400" dirty="0"/>
            </a:p>
          </p:txBody>
        </p:sp>
        <p:sp>
          <p:nvSpPr>
            <p:cNvPr id="107" name="Rectangle 106"/>
            <p:cNvSpPr/>
            <p:nvPr/>
          </p:nvSpPr>
          <p:spPr>
            <a:xfrm>
              <a:off x="3541672" y="4353646"/>
              <a:ext cx="514390" cy="368231"/>
            </a:xfrm>
            <a:prstGeom prst="rect">
              <a:avLst/>
            </a:prstGeom>
            <a:solidFill>
              <a:schemeClr val="tx2">
                <a:lumMod val="40000"/>
                <a:lumOff val="60000"/>
              </a:schemeClr>
            </a:solid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2400"/>
            </a:p>
          </p:txBody>
        </p:sp>
        <p:sp>
          <p:nvSpPr>
            <p:cNvPr id="108" name="Rectangle 107"/>
            <p:cNvSpPr/>
            <p:nvPr/>
          </p:nvSpPr>
          <p:spPr>
            <a:xfrm>
              <a:off x="4056062" y="4353646"/>
              <a:ext cx="514390" cy="368231"/>
            </a:xfrm>
            <a:prstGeom prst="rect">
              <a:avLst/>
            </a:prstGeom>
            <a:solidFill>
              <a:schemeClr val="tx2">
                <a:lumMod val="40000"/>
                <a:lumOff val="60000"/>
              </a:schemeClr>
            </a:solid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2400"/>
            </a:p>
          </p:txBody>
        </p:sp>
        <p:sp>
          <p:nvSpPr>
            <p:cNvPr id="109" name="Rectangle 108"/>
            <p:cNvSpPr/>
            <p:nvPr/>
          </p:nvSpPr>
          <p:spPr>
            <a:xfrm>
              <a:off x="2512892" y="4721877"/>
              <a:ext cx="514390" cy="368231"/>
            </a:xfrm>
            <a:prstGeom prst="rect">
              <a:avLst/>
            </a:prstGeom>
            <a:solidFill>
              <a:schemeClr val="tx2">
                <a:lumMod val="40000"/>
                <a:lumOff val="60000"/>
              </a:schemeClr>
            </a:solid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2400"/>
            </a:p>
          </p:txBody>
        </p:sp>
        <p:sp>
          <p:nvSpPr>
            <p:cNvPr id="110" name="Rectangle 109"/>
            <p:cNvSpPr/>
            <p:nvPr/>
          </p:nvSpPr>
          <p:spPr>
            <a:xfrm>
              <a:off x="3027282" y="4721877"/>
              <a:ext cx="514390" cy="368231"/>
            </a:xfrm>
            <a:prstGeom prst="rect">
              <a:avLst/>
            </a:prstGeom>
            <a:solidFill>
              <a:schemeClr val="tx2">
                <a:lumMod val="40000"/>
                <a:lumOff val="60000"/>
              </a:schemeClr>
            </a:solid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2400"/>
            </a:p>
          </p:txBody>
        </p:sp>
        <p:sp>
          <p:nvSpPr>
            <p:cNvPr id="111" name="Rectangle 110"/>
            <p:cNvSpPr/>
            <p:nvPr/>
          </p:nvSpPr>
          <p:spPr>
            <a:xfrm>
              <a:off x="3541672" y="4721877"/>
              <a:ext cx="514390" cy="368231"/>
            </a:xfrm>
            <a:prstGeom prst="rect">
              <a:avLst/>
            </a:prstGeom>
            <a:solidFill>
              <a:schemeClr val="tx2">
                <a:lumMod val="40000"/>
                <a:lumOff val="60000"/>
              </a:schemeClr>
            </a:solid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2400"/>
            </a:p>
          </p:txBody>
        </p:sp>
        <p:sp>
          <p:nvSpPr>
            <p:cNvPr id="112" name="Rectangle 111"/>
            <p:cNvSpPr/>
            <p:nvPr/>
          </p:nvSpPr>
          <p:spPr>
            <a:xfrm>
              <a:off x="4056062" y="4721877"/>
              <a:ext cx="514390" cy="368231"/>
            </a:xfrm>
            <a:prstGeom prst="rect">
              <a:avLst/>
            </a:prstGeom>
            <a:solidFill>
              <a:schemeClr val="tx2">
                <a:lumMod val="40000"/>
                <a:lumOff val="60000"/>
              </a:schemeClr>
            </a:solid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2400"/>
            </a:p>
          </p:txBody>
        </p:sp>
        <p:sp>
          <p:nvSpPr>
            <p:cNvPr id="113" name="Rectangle 112"/>
            <p:cNvSpPr/>
            <p:nvPr/>
          </p:nvSpPr>
          <p:spPr>
            <a:xfrm>
              <a:off x="4629195" y="4353646"/>
              <a:ext cx="514390" cy="736462"/>
            </a:xfrm>
            <a:prstGeom prst="rect">
              <a:avLst/>
            </a:prstGeom>
            <a:solidFill>
              <a:schemeClr val="accent4">
                <a:lumMod val="20000"/>
                <a:lumOff val="80000"/>
              </a:schemeClr>
            </a:solid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2400" baseline="-25000" dirty="0"/>
            </a:p>
          </p:txBody>
        </p:sp>
        <p:sp>
          <p:nvSpPr>
            <p:cNvPr id="114" name="Rectangle 113"/>
            <p:cNvSpPr/>
            <p:nvPr/>
          </p:nvSpPr>
          <p:spPr>
            <a:xfrm>
              <a:off x="5143585" y="4353646"/>
              <a:ext cx="512802" cy="736462"/>
            </a:xfrm>
            <a:prstGeom prst="rect">
              <a:avLst/>
            </a:prstGeom>
            <a:solidFill>
              <a:schemeClr val="accent4">
                <a:lumMod val="20000"/>
                <a:lumOff val="80000"/>
              </a:schemeClr>
            </a:solid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2400" baseline="-25000" dirty="0"/>
            </a:p>
          </p:txBody>
        </p:sp>
        <p:sp>
          <p:nvSpPr>
            <p:cNvPr id="115" name="Rectangle 114"/>
            <p:cNvSpPr/>
            <p:nvPr/>
          </p:nvSpPr>
          <p:spPr>
            <a:xfrm>
              <a:off x="5656387" y="4353646"/>
              <a:ext cx="514390" cy="736462"/>
            </a:xfrm>
            <a:prstGeom prst="rect">
              <a:avLst/>
            </a:prstGeom>
            <a:solidFill>
              <a:schemeClr val="accent4">
                <a:lumMod val="20000"/>
                <a:lumOff val="80000"/>
              </a:schemeClr>
            </a:solid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2400" baseline="-25000" dirty="0"/>
            </a:p>
          </p:txBody>
        </p:sp>
        <p:sp>
          <p:nvSpPr>
            <p:cNvPr id="116" name="Rectangle 115"/>
            <p:cNvSpPr/>
            <p:nvPr/>
          </p:nvSpPr>
          <p:spPr>
            <a:xfrm>
              <a:off x="6170777" y="4353646"/>
              <a:ext cx="514390" cy="736462"/>
            </a:xfrm>
            <a:prstGeom prst="rect">
              <a:avLst/>
            </a:prstGeom>
            <a:solidFill>
              <a:schemeClr val="accent4">
                <a:lumMod val="20000"/>
                <a:lumOff val="80000"/>
              </a:schemeClr>
            </a:solid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2400" baseline="-25000" dirty="0"/>
            </a:p>
          </p:txBody>
        </p:sp>
        <p:sp>
          <p:nvSpPr>
            <p:cNvPr id="117" name="Rectangle 116"/>
            <p:cNvSpPr/>
            <p:nvPr/>
          </p:nvSpPr>
          <p:spPr>
            <a:xfrm>
              <a:off x="6685167" y="4353646"/>
              <a:ext cx="514390" cy="736462"/>
            </a:xfrm>
            <a:prstGeom prst="rect">
              <a:avLst/>
            </a:prstGeom>
            <a:solidFill>
              <a:schemeClr val="accent4">
                <a:lumMod val="20000"/>
                <a:lumOff val="80000"/>
              </a:schemeClr>
            </a:solid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2400" baseline="-25000" dirty="0"/>
            </a:p>
          </p:txBody>
        </p:sp>
        <p:sp>
          <p:nvSpPr>
            <p:cNvPr id="118" name="Rectangle 117"/>
            <p:cNvSpPr/>
            <p:nvPr/>
          </p:nvSpPr>
          <p:spPr>
            <a:xfrm>
              <a:off x="7204320" y="4353646"/>
              <a:ext cx="512802" cy="736462"/>
            </a:xfrm>
            <a:prstGeom prst="rect">
              <a:avLst/>
            </a:prstGeom>
            <a:solidFill>
              <a:schemeClr val="accent4">
                <a:lumMod val="20000"/>
                <a:lumOff val="80000"/>
              </a:schemeClr>
            </a:solid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2400" baseline="-25000" dirty="0"/>
            </a:p>
          </p:txBody>
        </p:sp>
        <p:sp>
          <p:nvSpPr>
            <p:cNvPr id="121" name="Rectangle 120"/>
            <p:cNvSpPr/>
            <p:nvPr/>
          </p:nvSpPr>
          <p:spPr>
            <a:xfrm>
              <a:off x="7717122" y="4353646"/>
              <a:ext cx="514390" cy="736462"/>
            </a:xfrm>
            <a:prstGeom prst="rect">
              <a:avLst/>
            </a:prstGeom>
            <a:solidFill>
              <a:schemeClr val="accent4">
                <a:lumMod val="20000"/>
                <a:lumOff val="80000"/>
              </a:schemeClr>
            </a:solid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2400" baseline="-25000" dirty="0"/>
            </a:p>
          </p:txBody>
        </p:sp>
        <p:sp>
          <p:nvSpPr>
            <p:cNvPr id="122" name="Rectangle 121"/>
            <p:cNvSpPr/>
            <p:nvPr/>
          </p:nvSpPr>
          <p:spPr>
            <a:xfrm>
              <a:off x="8231512" y="4353646"/>
              <a:ext cx="514390" cy="736462"/>
            </a:xfrm>
            <a:prstGeom prst="rect">
              <a:avLst/>
            </a:prstGeom>
            <a:solidFill>
              <a:schemeClr val="accent4">
                <a:lumMod val="20000"/>
                <a:lumOff val="80000"/>
              </a:schemeClr>
            </a:solid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2400" baseline="-25000" dirty="0"/>
            </a:p>
          </p:txBody>
        </p:sp>
        <p:sp>
          <p:nvSpPr>
            <p:cNvPr id="46195" name="TextBox 122"/>
            <p:cNvSpPr txBox="1">
              <a:spLocks noChangeArrowheads="1"/>
            </p:cNvSpPr>
            <p:nvPr/>
          </p:nvSpPr>
          <p:spPr bwMode="auto">
            <a:xfrm>
              <a:off x="466842" y="3645753"/>
              <a:ext cx="952505"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a:r>
                <a:rPr lang="en-US" altLang="ru-RU" sz="2000" b="1" dirty="0" err="1"/>
                <a:t>Inode</a:t>
              </a:r>
              <a:endParaRPr lang="en-US" altLang="ru-RU" sz="2000" b="1" dirty="0"/>
            </a:p>
            <a:p>
              <a:pPr algn="ctr"/>
              <a:r>
                <a:rPr lang="en-US" altLang="ru-RU" sz="2000" b="1" dirty="0"/>
                <a:t>Bitmap</a:t>
              </a:r>
            </a:p>
          </p:txBody>
        </p:sp>
        <p:sp>
          <p:nvSpPr>
            <p:cNvPr id="46196" name="TextBox 123"/>
            <p:cNvSpPr txBox="1">
              <a:spLocks noChangeArrowheads="1"/>
            </p:cNvSpPr>
            <p:nvPr/>
          </p:nvSpPr>
          <p:spPr bwMode="auto">
            <a:xfrm>
              <a:off x="1515447" y="3645753"/>
              <a:ext cx="952505"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a:r>
                <a:rPr lang="en-US" altLang="ru-RU" sz="2000" b="1"/>
                <a:t>Data</a:t>
              </a:r>
            </a:p>
            <a:p>
              <a:pPr algn="ctr"/>
              <a:r>
                <a:rPr lang="en-US" altLang="ru-RU" sz="2000" b="1"/>
                <a:t>Bitmap</a:t>
              </a:r>
            </a:p>
          </p:txBody>
        </p:sp>
        <p:sp>
          <p:nvSpPr>
            <p:cNvPr id="46197" name="TextBox 124"/>
            <p:cNvSpPr txBox="1">
              <a:spLocks noChangeArrowheads="1"/>
            </p:cNvSpPr>
            <p:nvPr/>
          </p:nvSpPr>
          <p:spPr bwMode="auto">
            <a:xfrm>
              <a:off x="3091768" y="3799641"/>
              <a:ext cx="89960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a:r>
                <a:rPr lang="en-US" altLang="ru-RU" sz="2000" b="1"/>
                <a:t>Inodes</a:t>
              </a:r>
            </a:p>
          </p:txBody>
        </p:sp>
        <p:sp>
          <p:nvSpPr>
            <p:cNvPr id="46198" name="TextBox 125"/>
            <p:cNvSpPr txBox="1">
              <a:spLocks noChangeArrowheads="1"/>
            </p:cNvSpPr>
            <p:nvPr/>
          </p:nvSpPr>
          <p:spPr bwMode="auto">
            <a:xfrm>
              <a:off x="5975410" y="3799641"/>
              <a:ext cx="141679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a:r>
                <a:rPr lang="en-US" altLang="ru-RU" sz="2000" b="1"/>
                <a:t>Data Blocks</a:t>
              </a:r>
            </a:p>
          </p:txBody>
        </p:sp>
        <p:cxnSp>
          <p:nvCxnSpPr>
            <p:cNvPr id="134" name="Straight Connector 133"/>
            <p:cNvCxnSpPr/>
            <p:nvPr/>
          </p:nvCxnSpPr>
          <p:spPr>
            <a:xfrm>
              <a:off x="1455535" y="3691782"/>
              <a:ext cx="0" cy="1596727"/>
            </a:xfrm>
            <a:prstGeom prst="line">
              <a:avLst/>
            </a:prstGeom>
            <a:ln w="3810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135" name="Straight Connector 134"/>
            <p:cNvCxnSpPr/>
            <p:nvPr/>
          </p:nvCxnSpPr>
          <p:spPr>
            <a:xfrm>
              <a:off x="2484315" y="3691782"/>
              <a:ext cx="0" cy="1596727"/>
            </a:xfrm>
            <a:prstGeom prst="line">
              <a:avLst/>
            </a:prstGeom>
            <a:ln w="3810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136" name="Straight Connector 135"/>
            <p:cNvCxnSpPr/>
            <p:nvPr/>
          </p:nvCxnSpPr>
          <p:spPr>
            <a:xfrm>
              <a:off x="4597442" y="3691782"/>
              <a:ext cx="0" cy="1596727"/>
            </a:xfrm>
            <a:prstGeom prst="line">
              <a:avLst/>
            </a:prstGeom>
            <a:ln w="3810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grpSp>
      <p:sp>
        <p:nvSpPr>
          <p:cNvPr id="139" name="Rectangle 138"/>
          <p:cNvSpPr/>
          <p:nvPr/>
        </p:nvSpPr>
        <p:spPr>
          <a:xfrm>
            <a:off x="1781175" y="5076825"/>
            <a:ext cx="231775" cy="368300"/>
          </a:xfrm>
          <a:prstGeom prst="rect">
            <a:avLst/>
          </a:prstGeom>
          <a:solidFill>
            <a:schemeClr val="accent3"/>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2400"/>
          </a:p>
        </p:txBody>
      </p:sp>
      <p:pic>
        <p:nvPicPr>
          <p:cNvPr id="84" name="Picture 2" descr="D:\Pictures\soft-scraps icons\Folder-01.pn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8588375" y="5272088"/>
            <a:ext cx="3810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9" name="Picture 2" descr="D:\Pictures\soft-scraps icons\Folder-01.pn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4984750" y="5272088"/>
            <a:ext cx="382588"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0" name="Picture 2" descr="D:\Pictures\soft-scraps icons\Folder-01.pn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5499100" y="5272088"/>
            <a:ext cx="3810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1" name="Picture 2" descr="D:\Pictures\soft-scraps icons\Folder-01.pn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6021388" y="5272088"/>
            <a:ext cx="3810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2" name="Picture 3" descr="D:\Pictures\soft-scraps icons\Document Text-01.png"/>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7043738" y="5273675"/>
            <a:ext cx="376237" cy="377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 name="Group 84"/>
          <p:cNvGrpSpPr>
            <a:grpSpLocks/>
          </p:cNvGrpSpPr>
          <p:nvPr/>
        </p:nvGrpSpPr>
        <p:grpSpPr bwMode="auto">
          <a:xfrm>
            <a:off x="8081963" y="5268913"/>
            <a:ext cx="385762" cy="387350"/>
            <a:chOff x="6581088" y="526057"/>
            <a:chExt cx="3251200" cy="3251201"/>
          </a:xfrm>
        </p:grpSpPr>
        <p:pic>
          <p:nvPicPr>
            <p:cNvPr id="46161" name="Picture 5" descr="D:\Pictures\soft-scraps icons\Document Blank-01.png"/>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581088" y="526057"/>
              <a:ext cx="3251200" cy="32512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6162" name="Picture 4" descr="D:\Pictures\soft-scraps icons\Gear-01.png"/>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135491" y="1100287"/>
              <a:ext cx="2142393" cy="21423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119" name="Picture 3" descr="D:\Pictures\soft-scraps icons\Document Text-01.png"/>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6538913" y="5273675"/>
            <a:ext cx="376237" cy="377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0" name="Picture 3" descr="D:\Pictures\soft-scraps icons\Document Text-01.png"/>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7562850" y="5273675"/>
            <a:ext cx="376238" cy="377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 name="Rectangular Callout 30"/>
          <p:cNvSpPr/>
          <p:nvPr/>
        </p:nvSpPr>
        <p:spPr>
          <a:xfrm>
            <a:off x="155575" y="6137275"/>
            <a:ext cx="2111375" cy="531813"/>
          </a:xfrm>
          <a:prstGeom prst="wedgeRectCallout">
            <a:avLst>
              <a:gd name="adj1" fmla="val -32899"/>
              <a:gd name="adj2" fmla="val -96658"/>
            </a:avLst>
          </a:prstGeom>
          <a:solidFill>
            <a:schemeClr val="tx2"/>
          </a:solidFill>
          <a:ln w="57150">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2400" dirty="0"/>
              <a:t>Root </a:t>
            </a:r>
            <a:r>
              <a:rPr lang="en-US" sz="2400" dirty="0" err="1"/>
              <a:t>inode</a:t>
            </a:r>
            <a:r>
              <a:rPr lang="en-US" sz="2400" dirty="0"/>
              <a:t> = 0</a:t>
            </a:r>
          </a:p>
        </p:txBody>
      </p:sp>
      <p:sp>
        <p:nvSpPr>
          <p:cNvPr id="140" name="Rectangle 139"/>
          <p:cNvSpPr/>
          <p:nvPr/>
        </p:nvSpPr>
        <p:spPr>
          <a:xfrm>
            <a:off x="741363" y="5075238"/>
            <a:ext cx="231775" cy="369887"/>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2400"/>
          </a:p>
        </p:txBody>
      </p:sp>
      <p:sp>
        <p:nvSpPr>
          <p:cNvPr id="141" name="Rectangle 140"/>
          <p:cNvSpPr/>
          <p:nvPr/>
        </p:nvSpPr>
        <p:spPr>
          <a:xfrm>
            <a:off x="982663" y="5076825"/>
            <a:ext cx="233362" cy="368300"/>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2400"/>
          </a:p>
        </p:txBody>
      </p:sp>
      <p:sp>
        <p:nvSpPr>
          <p:cNvPr id="142" name="Rectangle 141"/>
          <p:cNvSpPr/>
          <p:nvPr/>
        </p:nvSpPr>
        <p:spPr>
          <a:xfrm>
            <a:off x="1228725" y="5080000"/>
            <a:ext cx="231775" cy="368300"/>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2400"/>
          </a:p>
        </p:txBody>
      </p:sp>
      <p:sp>
        <p:nvSpPr>
          <p:cNvPr id="155" name="Rectangle 154"/>
          <p:cNvSpPr/>
          <p:nvPr/>
        </p:nvSpPr>
        <p:spPr>
          <a:xfrm>
            <a:off x="1470025" y="5073650"/>
            <a:ext cx="231775" cy="368300"/>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2400"/>
          </a:p>
        </p:txBody>
      </p:sp>
      <p:sp>
        <p:nvSpPr>
          <p:cNvPr id="156" name="Rectangle 155"/>
          <p:cNvSpPr/>
          <p:nvPr/>
        </p:nvSpPr>
        <p:spPr>
          <a:xfrm>
            <a:off x="741363" y="5441950"/>
            <a:ext cx="231775" cy="368300"/>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2400"/>
          </a:p>
        </p:txBody>
      </p:sp>
      <p:sp>
        <p:nvSpPr>
          <p:cNvPr id="157" name="Rectangle 156"/>
          <p:cNvSpPr/>
          <p:nvPr/>
        </p:nvSpPr>
        <p:spPr>
          <a:xfrm>
            <a:off x="982663" y="5435600"/>
            <a:ext cx="231775" cy="368300"/>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2400"/>
          </a:p>
        </p:txBody>
      </p:sp>
      <p:sp>
        <p:nvSpPr>
          <p:cNvPr id="158" name="Rectangle 157"/>
          <p:cNvSpPr/>
          <p:nvPr/>
        </p:nvSpPr>
        <p:spPr>
          <a:xfrm>
            <a:off x="2022475" y="5073650"/>
            <a:ext cx="231775" cy="368300"/>
          </a:xfrm>
          <a:prstGeom prst="rect">
            <a:avLst/>
          </a:prstGeom>
          <a:solidFill>
            <a:schemeClr val="accent3"/>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2400"/>
          </a:p>
        </p:txBody>
      </p:sp>
      <p:sp>
        <p:nvSpPr>
          <p:cNvPr id="159" name="Rectangle 158"/>
          <p:cNvSpPr/>
          <p:nvPr/>
        </p:nvSpPr>
        <p:spPr>
          <a:xfrm>
            <a:off x="2265363" y="5078413"/>
            <a:ext cx="231775" cy="368300"/>
          </a:xfrm>
          <a:prstGeom prst="rect">
            <a:avLst/>
          </a:prstGeom>
          <a:solidFill>
            <a:schemeClr val="accent3"/>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2400"/>
          </a:p>
        </p:txBody>
      </p:sp>
      <p:sp>
        <p:nvSpPr>
          <p:cNvPr id="163" name="Rectangle 162"/>
          <p:cNvSpPr/>
          <p:nvPr/>
        </p:nvSpPr>
        <p:spPr>
          <a:xfrm>
            <a:off x="2506663" y="5075238"/>
            <a:ext cx="231775" cy="369887"/>
          </a:xfrm>
          <a:prstGeom prst="rect">
            <a:avLst/>
          </a:prstGeom>
          <a:solidFill>
            <a:schemeClr val="accent3"/>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2400"/>
          </a:p>
        </p:txBody>
      </p:sp>
      <p:sp>
        <p:nvSpPr>
          <p:cNvPr id="164" name="Rectangle 163"/>
          <p:cNvSpPr/>
          <p:nvPr/>
        </p:nvSpPr>
        <p:spPr>
          <a:xfrm>
            <a:off x="1774825" y="5440363"/>
            <a:ext cx="231775" cy="369887"/>
          </a:xfrm>
          <a:prstGeom prst="rect">
            <a:avLst/>
          </a:prstGeom>
          <a:solidFill>
            <a:schemeClr val="accent3"/>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2400"/>
          </a:p>
        </p:txBody>
      </p:sp>
      <p:sp>
        <p:nvSpPr>
          <p:cNvPr id="165" name="Rectangle 164"/>
          <p:cNvSpPr/>
          <p:nvPr/>
        </p:nvSpPr>
        <p:spPr>
          <a:xfrm>
            <a:off x="2016125" y="5438775"/>
            <a:ext cx="231775" cy="368300"/>
          </a:xfrm>
          <a:prstGeom prst="rect">
            <a:avLst/>
          </a:prstGeom>
          <a:solidFill>
            <a:schemeClr val="accent3"/>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2400"/>
          </a:p>
        </p:txBody>
      </p:sp>
      <p:sp>
        <p:nvSpPr>
          <p:cNvPr id="166" name="Rectangle 165"/>
          <p:cNvSpPr/>
          <p:nvPr/>
        </p:nvSpPr>
        <p:spPr>
          <a:xfrm>
            <a:off x="2260600" y="5437188"/>
            <a:ext cx="231775" cy="368300"/>
          </a:xfrm>
          <a:prstGeom prst="rect">
            <a:avLst/>
          </a:prstGeom>
          <a:solidFill>
            <a:schemeClr val="accent3"/>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2400"/>
          </a:p>
        </p:txBody>
      </p:sp>
      <p:sp>
        <p:nvSpPr>
          <p:cNvPr id="167" name="Rectangle 166"/>
          <p:cNvSpPr/>
          <p:nvPr/>
        </p:nvSpPr>
        <p:spPr>
          <a:xfrm>
            <a:off x="2500313" y="5440363"/>
            <a:ext cx="231775" cy="368300"/>
          </a:xfrm>
          <a:prstGeom prst="rect">
            <a:avLst/>
          </a:prstGeom>
          <a:solidFill>
            <a:schemeClr val="accent3"/>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2400"/>
          </a:p>
        </p:txBody>
      </p:sp>
      <p:sp>
        <p:nvSpPr>
          <p:cNvPr id="168" name="Rectangle 167"/>
          <p:cNvSpPr/>
          <p:nvPr/>
        </p:nvSpPr>
        <p:spPr>
          <a:xfrm>
            <a:off x="2806700" y="5073650"/>
            <a:ext cx="514350" cy="368300"/>
          </a:xfrm>
          <a:prstGeom prst="rect">
            <a:avLst/>
          </a:prstGeom>
          <a:solidFill>
            <a:schemeClr val="tx2"/>
          </a:solid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2400" dirty="0"/>
          </a:p>
        </p:txBody>
      </p:sp>
      <p:sp>
        <p:nvSpPr>
          <p:cNvPr id="169" name="Rectangle 168"/>
          <p:cNvSpPr/>
          <p:nvPr/>
        </p:nvSpPr>
        <p:spPr>
          <a:xfrm>
            <a:off x="3317875" y="5075238"/>
            <a:ext cx="514350" cy="369887"/>
          </a:xfrm>
          <a:prstGeom prst="rect">
            <a:avLst/>
          </a:prstGeom>
          <a:solidFill>
            <a:schemeClr val="tx2"/>
          </a:solid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2400" dirty="0"/>
          </a:p>
        </p:txBody>
      </p:sp>
      <p:sp>
        <p:nvSpPr>
          <p:cNvPr id="170" name="Rectangle 169"/>
          <p:cNvSpPr/>
          <p:nvPr/>
        </p:nvSpPr>
        <p:spPr>
          <a:xfrm>
            <a:off x="3835400" y="5076825"/>
            <a:ext cx="514350" cy="368300"/>
          </a:xfrm>
          <a:prstGeom prst="rect">
            <a:avLst/>
          </a:prstGeom>
          <a:solidFill>
            <a:schemeClr val="tx2"/>
          </a:solid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2400" dirty="0"/>
          </a:p>
        </p:txBody>
      </p:sp>
      <p:sp>
        <p:nvSpPr>
          <p:cNvPr id="171" name="Rectangle 170"/>
          <p:cNvSpPr/>
          <p:nvPr/>
        </p:nvSpPr>
        <p:spPr>
          <a:xfrm>
            <a:off x="4344988" y="5078413"/>
            <a:ext cx="514350" cy="368300"/>
          </a:xfrm>
          <a:prstGeom prst="rect">
            <a:avLst/>
          </a:prstGeom>
          <a:solidFill>
            <a:schemeClr val="tx2"/>
          </a:solid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2400" dirty="0"/>
          </a:p>
        </p:txBody>
      </p:sp>
      <p:sp>
        <p:nvSpPr>
          <p:cNvPr id="172" name="Rectangle 171"/>
          <p:cNvSpPr/>
          <p:nvPr/>
        </p:nvSpPr>
        <p:spPr>
          <a:xfrm>
            <a:off x="2803525" y="5438775"/>
            <a:ext cx="514350" cy="368300"/>
          </a:xfrm>
          <a:prstGeom prst="rect">
            <a:avLst/>
          </a:prstGeom>
          <a:solidFill>
            <a:schemeClr val="tx2"/>
          </a:solid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2400" dirty="0"/>
          </a:p>
        </p:txBody>
      </p:sp>
      <p:sp>
        <p:nvSpPr>
          <p:cNvPr id="173" name="Rectangle 172"/>
          <p:cNvSpPr/>
          <p:nvPr/>
        </p:nvSpPr>
        <p:spPr>
          <a:xfrm>
            <a:off x="3314700" y="5440363"/>
            <a:ext cx="512763" cy="368300"/>
          </a:xfrm>
          <a:prstGeom prst="rect">
            <a:avLst/>
          </a:prstGeom>
          <a:solidFill>
            <a:schemeClr val="tx2"/>
          </a:solid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2400" dirty="0"/>
          </a:p>
        </p:txBody>
      </p:sp>
      <p:sp>
        <p:nvSpPr>
          <p:cNvPr id="131" name="Rectangular Callout 130"/>
          <p:cNvSpPr/>
          <p:nvPr/>
        </p:nvSpPr>
        <p:spPr>
          <a:xfrm>
            <a:off x="3282156" y="46759"/>
            <a:ext cx="3405187" cy="3168650"/>
          </a:xfrm>
          <a:prstGeom prst="wedgeRectCallout">
            <a:avLst>
              <a:gd name="adj1" fmla="val 73"/>
              <a:gd name="adj2" fmla="val 108228"/>
            </a:avLst>
          </a:prstGeom>
          <a:solidFill>
            <a:schemeClr val="accent1"/>
          </a:solidFill>
          <a:ln w="5715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lstStyle/>
          <a:p>
            <a:pPr marL="342900" indent="-342900" fontAlgn="auto">
              <a:spcBef>
                <a:spcPts val="0"/>
              </a:spcBef>
              <a:spcAft>
                <a:spcPts val="0"/>
              </a:spcAft>
              <a:buFont typeface="Arial" panose="020B0604020202020204" pitchFamily="34" charset="0"/>
              <a:buChar char="•"/>
              <a:defRPr/>
            </a:pPr>
            <a:r>
              <a:rPr lang="en-US" sz="2400" dirty="0"/>
              <a:t>Directories are files</a:t>
            </a:r>
          </a:p>
          <a:p>
            <a:pPr marL="342900" indent="-342900" fontAlgn="auto">
              <a:spcBef>
                <a:spcPts val="0"/>
              </a:spcBef>
              <a:spcAft>
                <a:spcPts val="0"/>
              </a:spcAft>
              <a:buFont typeface="Arial" panose="020B0604020202020204" pitchFamily="34" charset="0"/>
              <a:buChar char="•"/>
              <a:defRPr/>
            </a:pPr>
            <a:r>
              <a:rPr lang="en-US" sz="2400" dirty="0"/>
              <a:t>Contains the list of entries in the directory</a:t>
            </a:r>
          </a:p>
        </p:txBody>
      </p:sp>
      <p:graphicFrame>
        <p:nvGraphicFramePr>
          <p:cNvPr id="132" name="Table 131"/>
          <p:cNvGraphicFramePr>
            <a:graphicFrameLocks noGrp="1"/>
          </p:cNvGraphicFramePr>
          <p:nvPr/>
        </p:nvGraphicFramePr>
        <p:xfrm>
          <a:off x="4256088" y="1336675"/>
          <a:ext cx="2058987" cy="2123712"/>
        </p:xfrm>
        <a:graphic>
          <a:graphicData uri="http://schemas.openxmlformats.org/drawingml/2006/table">
            <a:tbl>
              <a:tblPr firstRow="1" bandRow="1">
                <a:tableStyleId>{5C22544A-7EE6-4342-B048-85BDC9FD1C3A}</a:tableStyleId>
              </a:tblPr>
              <a:tblGrid>
                <a:gridCol w="1303843">
                  <a:extLst>
                    <a:ext uri="{9D8B030D-6E8A-4147-A177-3AD203B41FA5}">
                      <a16:colId xmlns:a16="http://schemas.microsoft.com/office/drawing/2014/main" val="20000"/>
                    </a:ext>
                  </a:extLst>
                </a:gridCol>
                <a:gridCol w="755144">
                  <a:extLst>
                    <a:ext uri="{9D8B030D-6E8A-4147-A177-3AD203B41FA5}">
                      <a16:colId xmlns:a16="http://schemas.microsoft.com/office/drawing/2014/main" val="20001"/>
                    </a:ext>
                  </a:extLst>
                </a:gridCol>
              </a:tblGrid>
              <a:tr h="365823">
                <a:tc>
                  <a:txBody>
                    <a:bodyPr/>
                    <a:lstStyle/>
                    <a:p>
                      <a:r>
                        <a:rPr lang="en-US" sz="1800" dirty="0"/>
                        <a:t>Name</a:t>
                      </a:r>
                    </a:p>
                  </a:txBody>
                  <a:tcPr marL="91386" marR="91386" marT="45728" marB="45728"/>
                </a:tc>
                <a:tc>
                  <a:txBody>
                    <a:bodyPr/>
                    <a:lstStyle/>
                    <a:p>
                      <a:r>
                        <a:rPr lang="en-US" sz="1800" dirty="0" err="1"/>
                        <a:t>inode</a:t>
                      </a:r>
                      <a:endParaRPr lang="en-US" sz="1800" dirty="0"/>
                    </a:p>
                  </a:txBody>
                  <a:tcPr marL="91386" marR="91386" marT="45728" marB="45728"/>
                </a:tc>
                <a:extLst>
                  <a:ext uri="{0D108BD9-81ED-4DB2-BD59-A6C34878D82A}">
                    <a16:rowId xmlns:a16="http://schemas.microsoft.com/office/drawing/2014/main" val="10000"/>
                  </a:ext>
                </a:extLst>
              </a:tr>
              <a:tr h="370904">
                <a:tc>
                  <a:txBody>
                    <a:bodyPr/>
                    <a:lstStyle/>
                    <a:p>
                      <a:r>
                        <a:rPr lang="en-US" sz="1800" dirty="0"/>
                        <a:t>.</a:t>
                      </a:r>
                    </a:p>
                  </a:txBody>
                  <a:tcPr marL="91386" marR="91386" marT="45728" marB="45728"/>
                </a:tc>
                <a:tc>
                  <a:txBody>
                    <a:bodyPr/>
                    <a:lstStyle/>
                    <a:p>
                      <a:r>
                        <a:rPr lang="en-US" sz="1800" dirty="0"/>
                        <a:t>0</a:t>
                      </a:r>
                    </a:p>
                  </a:txBody>
                  <a:tcPr marL="91386" marR="91386" marT="45728" marB="45728"/>
                </a:tc>
                <a:extLst>
                  <a:ext uri="{0D108BD9-81ED-4DB2-BD59-A6C34878D82A}">
                    <a16:rowId xmlns:a16="http://schemas.microsoft.com/office/drawing/2014/main" val="10001"/>
                  </a:ext>
                </a:extLst>
              </a:tr>
              <a:tr h="370904">
                <a:tc>
                  <a:txBody>
                    <a:bodyPr/>
                    <a:lstStyle/>
                    <a:p>
                      <a:r>
                        <a:rPr lang="en-US" sz="1800" dirty="0"/>
                        <a:t>bin</a:t>
                      </a:r>
                    </a:p>
                  </a:txBody>
                  <a:tcPr marL="91386" marR="91386" marT="45728" marB="45728"/>
                </a:tc>
                <a:tc>
                  <a:txBody>
                    <a:bodyPr/>
                    <a:lstStyle/>
                    <a:p>
                      <a:r>
                        <a:rPr lang="en-US" sz="1800" dirty="0"/>
                        <a:t>1</a:t>
                      </a:r>
                    </a:p>
                  </a:txBody>
                  <a:tcPr marL="91386" marR="91386" marT="45728" marB="45728"/>
                </a:tc>
                <a:extLst>
                  <a:ext uri="{0D108BD9-81ED-4DB2-BD59-A6C34878D82A}">
                    <a16:rowId xmlns:a16="http://schemas.microsoft.com/office/drawing/2014/main" val="10002"/>
                  </a:ext>
                </a:extLst>
              </a:tr>
              <a:tr h="370904">
                <a:tc>
                  <a:txBody>
                    <a:bodyPr/>
                    <a:lstStyle/>
                    <a:p>
                      <a:r>
                        <a:rPr lang="en-US" sz="1800" dirty="0"/>
                        <a:t>home</a:t>
                      </a:r>
                    </a:p>
                  </a:txBody>
                  <a:tcPr marL="91386" marR="91386" marT="45728" marB="45728"/>
                </a:tc>
                <a:tc>
                  <a:txBody>
                    <a:bodyPr/>
                    <a:lstStyle/>
                    <a:p>
                      <a:r>
                        <a:rPr lang="en-US" sz="1800" dirty="0"/>
                        <a:t>2</a:t>
                      </a:r>
                    </a:p>
                  </a:txBody>
                  <a:tcPr marL="91386" marR="91386" marT="45728" marB="45728"/>
                </a:tc>
                <a:extLst>
                  <a:ext uri="{0D108BD9-81ED-4DB2-BD59-A6C34878D82A}">
                    <a16:rowId xmlns:a16="http://schemas.microsoft.com/office/drawing/2014/main" val="10003"/>
                  </a:ext>
                </a:extLst>
              </a:tr>
              <a:tr h="370904">
                <a:tc>
                  <a:txBody>
                    <a:bodyPr/>
                    <a:lstStyle/>
                    <a:p>
                      <a:r>
                        <a:rPr lang="en-US" sz="1800" dirty="0" err="1"/>
                        <a:t>initrd.img</a:t>
                      </a:r>
                      <a:endParaRPr lang="en-US" sz="1800" dirty="0"/>
                    </a:p>
                  </a:txBody>
                  <a:tcPr marL="91386" marR="91386" marT="45728" marB="45728"/>
                </a:tc>
                <a:tc>
                  <a:txBody>
                    <a:bodyPr/>
                    <a:lstStyle/>
                    <a:p>
                      <a:r>
                        <a:rPr lang="en-US" sz="1800" dirty="0"/>
                        <a:t>3</a:t>
                      </a:r>
                    </a:p>
                  </a:txBody>
                  <a:tcPr marL="91386" marR="91386" marT="45728" marB="45728"/>
                </a:tc>
                <a:extLst>
                  <a:ext uri="{0D108BD9-81ED-4DB2-BD59-A6C34878D82A}">
                    <a16:rowId xmlns:a16="http://schemas.microsoft.com/office/drawing/2014/main" val="10004"/>
                  </a:ext>
                </a:extLst>
              </a:tr>
            </a:tbl>
          </a:graphicData>
        </a:graphic>
      </p:graphicFrame>
      <p:cxnSp>
        <p:nvCxnSpPr>
          <p:cNvPr id="179" name="Elbow Connector 178"/>
          <p:cNvCxnSpPr>
            <a:stCxn id="109" idx="2"/>
            <a:endCxn id="121" idx="2"/>
          </p:cNvCxnSpPr>
          <p:nvPr/>
        </p:nvCxnSpPr>
        <p:spPr>
          <a:xfrm rot="16200000" flipH="1">
            <a:off x="5662613" y="3214687"/>
            <a:ext cx="12700" cy="5203825"/>
          </a:xfrm>
          <a:prstGeom prst="bentConnector3">
            <a:avLst>
              <a:gd name="adj1" fmla="val 2444780"/>
            </a:avLst>
          </a:prstGeom>
          <a:ln w="57150">
            <a:solidFill>
              <a:schemeClr val="tx1">
                <a:lumMod val="50000"/>
                <a:lumOff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46" name="Down Arrow 145"/>
          <p:cNvSpPr/>
          <p:nvPr/>
        </p:nvSpPr>
        <p:spPr>
          <a:xfrm rot="1969089">
            <a:off x="5775325" y="4675188"/>
            <a:ext cx="490538" cy="641350"/>
          </a:xfrm>
          <a:prstGeom prst="downArrow">
            <a:avLst/>
          </a:prstGeom>
          <a:solidFill>
            <a:schemeClr val="accent2"/>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cxnSp>
        <p:nvCxnSpPr>
          <p:cNvPr id="180" name="Elbow Connector 179"/>
          <p:cNvCxnSpPr>
            <a:stCxn id="110" idx="2"/>
            <a:endCxn id="122" idx="2"/>
          </p:cNvCxnSpPr>
          <p:nvPr/>
        </p:nvCxnSpPr>
        <p:spPr>
          <a:xfrm rot="16200000" flipH="1">
            <a:off x="6176963" y="3214687"/>
            <a:ext cx="12700" cy="5203825"/>
          </a:xfrm>
          <a:prstGeom prst="bentConnector3">
            <a:avLst>
              <a:gd name="adj1" fmla="val 3626866"/>
            </a:avLst>
          </a:prstGeom>
          <a:ln w="57150">
            <a:solidFill>
              <a:schemeClr val="tx1">
                <a:lumMod val="50000"/>
                <a:lumOff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81" name="Down Arrow 180"/>
          <p:cNvSpPr/>
          <p:nvPr/>
        </p:nvSpPr>
        <p:spPr>
          <a:xfrm rot="1969089">
            <a:off x="6289675" y="4687888"/>
            <a:ext cx="490538" cy="641350"/>
          </a:xfrm>
          <a:prstGeom prst="downArrow">
            <a:avLst/>
          </a:prstGeom>
          <a:solidFill>
            <a:schemeClr val="accent2"/>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62" name="Rectangular Callout 161"/>
          <p:cNvSpPr/>
          <p:nvPr/>
        </p:nvSpPr>
        <p:spPr>
          <a:xfrm>
            <a:off x="4159250" y="1301750"/>
            <a:ext cx="4876800" cy="2041525"/>
          </a:xfrm>
          <a:prstGeom prst="wedgeRectCallout">
            <a:avLst>
              <a:gd name="adj1" fmla="val 16232"/>
              <a:gd name="adj2" fmla="val 72822"/>
            </a:avLst>
          </a:prstGeom>
          <a:solidFill>
            <a:schemeClr val="accent1"/>
          </a:solidFill>
          <a:ln w="5715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342900" indent="-342900" fontAlgn="auto">
              <a:spcBef>
                <a:spcPts val="0"/>
              </a:spcBef>
              <a:spcAft>
                <a:spcPts val="0"/>
              </a:spcAft>
              <a:buFont typeface="Arial" panose="020B0604020202020204" pitchFamily="34" charset="0"/>
              <a:buChar char="•"/>
              <a:defRPr/>
            </a:pPr>
            <a:r>
              <a:rPr lang="en-US" sz="2400" dirty="0"/>
              <a:t>Each </a:t>
            </a:r>
            <a:r>
              <a:rPr lang="en-US" sz="2400" dirty="0" err="1"/>
              <a:t>inode</a:t>
            </a:r>
            <a:r>
              <a:rPr lang="en-US" sz="2400" dirty="0"/>
              <a:t> can directly point to 12 blocks</a:t>
            </a:r>
          </a:p>
          <a:p>
            <a:pPr marL="342900" indent="-342900" fontAlgn="auto">
              <a:spcBef>
                <a:spcPts val="0"/>
              </a:spcBef>
              <a:spcAft>
                <a:spcPts val="0"/>
              </a:spcAft>
              <a:buFont typeface="Arial" panose="020B0604020202020204" pitchFamily="34" charset="0"/>
              <a:buChar char="•"/>
              <a:defRPr/>
            </a:pPr>
            <a:r>
              <a:rPr lang="en-US" sz="2400" dirty="0"/>
              <a:t>Can also indirectly point to blocks at 1, 2, and 3 levels of depth</a:t>
            </a:r>
          </a:p>
        </p:txBody>
      </p:sp>
    </p:spTree>
    <p:extLst>
      <p:ext uri="{BB962C8B-B14F-4D97-AF65-F5344CB8AC3E}">
        <p14:creationId xmlns:p14="http://schemas.microsoft.com/office/powerpoint/2010/main" val="298612640"/>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6" presetClass="entr" presetSubtype="21" fill="hold" nodeType="clickEffect">
                                  <p:stCondLst>
                                    <p:cond delay="0"/>
                                  </p:stCondLst>
                                  <p:childTnLst>
                                    <p:set>
                                      <p:cBhvr>
                                        <p:cTn id="6" dur="1" fill="hold">
                                          <p:stCondLst>
                                            <p:cond delay="0"/>
                                          </p:stCondLst>
                                        </p:cTn>
                                        <p:tgtEl>
                                          <p:spTgt spid="79"/>
                                        </p:tgtEl>
                                        <p:attrNameLst>
                                          <p:attrName>style.visibility</p:attrName>
                                        </p:attrNameLst>
                                      </p:cBhvr>
                                      <p:to>
                                        <p:strVal val="visible"/>
                                      </p:to>
                                    </p:set>
                                    <p:animEffect transition="in" filter="barn(inVertical)">
                                      <p:cBhvr>
                                        <p:cTn id="7" dur="500"/>
                                        <p:tgtEl>
                                          <p:spTgt spid="79"/>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139"/>
                                        </p:tgtEl>
                                        <p:attrNameLst>
                                          <p:attrName>style.visibility</p:attrName>
                                        </p:attrNameLst>
                                      </p:cBhvr>
                                      <p:to>
                                        <p:strVal val="visible"/>
                                      </p:to>
                                    </p:set>
                                    <p:animEffect transition="in" filter="barn(inVertical)">
                                      <p:cBhvr>
                                        <p:cTn id="10" dur="500"/>
                                        <p:tgtEl>
                                          <p:spTgt spid="139"/>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16" presetClass="entr" presetSubtype="21" fill="hold" grpId="0" nodeType="clickEffect">
                                  <p:stCondLst>
                                    <p:cond delay="0"/>
                                  </p:stCondLst>
                                  <p:childTnLst>
                                    <p:set>
                                      <p:cBhvr>
                                        <p:cTn id="14" dur="1" fill="hold">
                                          <p:stCondLst>
                                            <p:cond delay="0"/>
                                          </p:stCondLst>
                                        </p:cTn>
                                        <p:tgtEl>
                                          <p:spTgt spid="140"/>
                                        </p:tgtEl>
                                        <p:attrNameLst>
                                          <p:attrName>style.visibility</p:attrName>
                                        </p:attrNameLst>
                                      </p:cBhvr>
                                      <p:to>
                                        <p:strVal val="visible"/>
                                      </p:to>
                                    </p:set>
                                    <p:animEffect transition="in" filter="barn(inVertical)">
                                      <p:cBhvr>
                                        <p:cTn id="15" dur="500"/>
                                        <p:tgtEl>
                                          <p:spTgt spid="140"/>
                                        </p:tgtEl>
                                      </p:cBhvr>
                                    </p:animEffect>
                                  </p:childTnLst>
                                </p:cTn>
                              </p:par>
                              <p:par>
                                <p:cTn id="16" presetID="16" presetClass="entr" presetSubtype="21" fill="hold" grpId="0" nodeType="withEffect">
                                  <p:stCondLst>
                                    <p:cond delay="0"/>
                                  </p:stCondLst>
                                  <p:childTnLst>
                                    <p:set>
                                      <p:cBhvr>
                                        <p:cTn id="17" dur="1" fill="hold">
                                          <p:stCondLst>
                                            <p:cond delay="0"/>
                                          </p:stCondLst>
                                        </p:cTn>
                                        <p:tgtEl>
                                          <p:spTgt spid="168"/>
                                        </p:tgtEl>
                                        <p:attrNameLst>
                                          <p:attrName>style.visibility</p:attrName>
                                        </p:attrNameLst>
                                      </p:cBhvr>
                                      <p:to>
                                        <p:strVal val="visible"/>
                                      </p:to>
                                    </p:set>
                                    <p:animEffect transition="in" filter="barn(inVertical)">
                                      <p:cBhvr>
                                        <p:cTn id="18" dur="500"/>
                                        <p:tgtEl>
                                          <p:spTgt spid="168"/>
                                        </p:tgtEl>
                                      </p:cBhvr>
                                    </p:animEffect>
                                  </p:childTnLst>
                                </p:cTn>
                              </p:par>
                            </p:childTnLst>
                          </p:cTn>
                        </p:par>
                        <p:par>
                          <p:cTn id="19" fill="hold" nodeType="afterGroup">
                            <p:stCondLst>
                              <p:cond delay="500"/>
                            </p:stCondLst>
                            <p:childTnLst>
                              <p:par>
                                <p:cTn id="20" presetID="22" presetClass="entr" presetSubtype="8" fill="hold" nodeType="afterEffect">
                                  <p:stCondLst>
                                    <p:cond delay="0"/>
                                  </p:stCondLst>
                                  <p:childTnLst>
                                    <p:set>
                                      <p:cBhvr>
                                        <p:cTn id="21" dur="1" fill="hold">
                                          <p:stCondLst>
                                            <p:cond delay="0"/>
                                          </p:stCondLst>
                                        </p:cTn>
                                        <p:tgtEl>
                                          <p:spTgt spid="98"/>
                                        </p:tgtEl>
                                        <p:attrNameLst>
                                          <p:attrName>style.visibility</p:attrName>
                                        </p:attrNameLst>
                                      </p:cBhvr>
                                      <p:to>
                                        <p:strVal val="visible"/>
                                      </p:to>
                                    </p:set>
                                    <p:animEffect transition="in" filter="wipe(left)">
                                      <p:cBhvr>
                                        <p:cTn id="22" dur="500"/>
                                        <p:tgtEl>
                                          <p:spTgt spid="98"/>
                                        </p:tgtEl>
                                      </p:cBhvr>
                                    </p:animEffect>
                                  </p:childTnLst>
                                </p:cTn>
                              </p:par>
                            </p:childTnLst>
                          </p:cTn>
                        </p:par>
                        <p:par>
                          <p:cTn id="23" fill="hold" nodeType="afterGroup">
                            <p:stCondLst>
                              <p:cond delay="1000"/>
                            </p:stCondLst>
                            <p:childTnLst>
                              <p:par>
                                <p:cTn id="24" presetID="42" presetClass="entr" presetSubtype="0" fill="hold" nodeType="afterEffect">
                                  <p:stCondLst>
                                    <p:cond delay="0"/>
                                  </p:stCondLst>
                                  <p:childTnLst>
                                    <p:set>
                                      <p:cBhvr>
                                        <p:cTn id="25" dur="1" fill="hold">
                                          <p:stCondLst>
                                            <p:cond delay="0"/>
                                          </p:stCondLst>
                                        </p:cTn>
                                        <p:tgtEl>
                                          <p:spTgt spid="132"/>
                                        </p:tgtEl>
                                        <p:attrNameLst>
                                          <p:attrName>style.visibility</p:attrName>
                                        </p:attrNameLst>
                                      </p:cBhvr>
                                      <p:to>
                                        <p:strVal val="visible"/>
                                      </p:to>
                                    </p:set>
                                    <p:animEffect transition="in" filter="fade">
                                      <p:cBhvr>
                                        <p:cTn id="26" dur="500"/>
                                        <p:tgtEl>
                                          <p:spTgt spid="132"/>
                                        </p:tgtEl>
                                      </p:cBhvr>
                                    </p:animEffect>
                                    <p:anim calcmode="lin" valueType="num">
                                      <p:cBhvr>
                                        <p:cTn id="27" dur="500" fill="hold"/>
                                        <p:tgtEl>
                                          <p:spTgt spid="132"/>
                                        </p:tgtEl>
                                        <p:attrNameLst>
                                          <p:attrName>ppt_x</p:attrName>
                                        </p:attrNameLst>
                                      </p:cBhvr>
                                      <p:tavLst>
                                        <p:tav tm="0">
                                          <p:val>
                                            <p:strVal val="#ppt_x"/>
                                          </p:val>
                                        </p:tav>
                                        <p:tav tm="100000">
                                          <p:val>
                                            <p:strVal val="#ppt_x"/>
                                          </p:val>
                                        </p:tav>
                                      </p:tavLst>
                                    </p:anim>
                                    <p:anim calcmode="lin" valueType="num">
                                      <p:cBhvr>
                                        <p:cTn id="28" dur="500" fill="hold"/>
                                        <p:tgtEl>
                                          <p:spTgt spid="132"/>
                                        </p:tgtEl>
                                        <p:attrNameLst>
                                          <p:attrName>ppt_y</p:attrName>
                                        </p:attrNameLst>
                                      </p:cBhvr>
                                      <p:tavLst>
                                        <p:tav tm="0">
                                          <p:val>
                                            <p:strVal val="#ppt_y+.1"/>
                                          </p:val>
                                        </p:tav>
                                        <p:tav tm="100000">
                                          <p:val>
                                            <p:strVal val="#ppt_y"/>
                                          </p:val>
                                        </p:tav>
                                      </p:tavLst>
                                    </p:anim>
                                  </p:childTnLst>
                                </p:cTn>
                              </p:par>
                              <p:par>
                                <p:cTn id="29" presetID="42" presetClass="entr" presetSubtype="0" fill="hold" grpId="0" nodeType="withEffect">
                                  <p:stCondLst>
                                    <p:cond delay="0"/>
                                  </p:stCondLst>
                                  <p:childTnLst>
                                    <p:set>
                                      <p:cBhvr>
                                        <p:cTn id="30" dur="1" fill="hold">
                                          <p:stCondLst>
                                            <p:cond delay="0"/>
                                          </p:stCondLst>
                                        </p:cTn>
                                        <p:tgtEl>
                                          <p:spTgt spid="131"/>
                                        </p:tgtEl>
                                        <p:attrNameLst>
                                          <p:attrName>style.visibility</p:attrName>
                                        </p:attrNameLst>
                                      </p:cBhvr>
                                      <p:to>
                                        <p:strVal val="visible"/>
                                      </p:to>
                                    </p:set>
                                    <p:animEffect transition="in" filter="fade">
                                      <p:cBhvr>
                                        <p:cTn id="31" dur="500"/>
                                        <p:tgtEl>
                                          <p:spTgt spid="131"/>
                                        </p:tgtEl>
                                      </p:cBhvr>
                                    </p:animEffect>
                                    <p:anim calcmode="lin" valueType="num">
                                      <p:cBhvr>
                                        <p:cTn id="32" dur="500" fill="hold"/>
                                        <p:tgtEl>
                                          <p:spTgt spid="131"/>
                                        </p:tgtEl>
                                        <p:attrNameLst>
                                          <p:attrName>ppt_x</p:attrName>
                                        </p:attrNameLst>
                                      </p:cBhvr>
                                      <p:tavLst>
                                        <p:tav tm="0">
                                          <p:val>
                                            <p:strVal val="#ppt_x"/>
                                          </p:val>
                                        </p:tav>
                                        <p:tav tm="100000">
                                          <p:val>
                                            <p:strVal val="#ppt_x"/>
                                          </p:val>
                                        </p:tav>
                                      </p:tavLst>
                                    </p:anim>
                                    <p:anim calcmode="lin" valueType="num">
                                      <p:cBhvr>
                                        <p:cTn id="33" dur="500" fill="hold"/>
                                        <p:tgtEl>
                                          <p:spTgt spid="131"/>
                                        </p:tgtEl>
                                        <p:attrNameLst>
                                          <p:attrName>ppt_y</p:attrName>
                                        </p:attrNameLst>
                                      </p:cBhvr>
                                      <p:tavLst>
                                        <p:tav tm="0">
                                          <p:val>
                                            <p:strVal val="#ppt_y+.1"/>
                                          </p:val>
                                        </p:tav>
                                        <p:tav tm="100000">
                                          <p:val>
                                            <p:strVal val="#ppt_y"/>
                                          </p:val>
                                        </p:tav>
                                      </p:tavLst>
                                    </p:anim>
                                  </p:childTnLst>
                                </p:cTn>
                              </p:par>
                            </p:childTnLst>
                          </p:cTn>
                        </p:par>
                      </p:childTnLst>
                    </p:cTn>
                  </p:par>
                  <p:par>
                    <p:cTn id="34" fill="hold" nodeType="clickPar">
                      <p:stCondLst>
                        <p:cond delay="indefinite"/>
                      </p:stCondLst>
                      <p:childTnLst>
                        <p:par>
                          <p:cTn id="35" fill="hold" nodeType="withGroup">
                            <p:stCondLst>
                              <p:cond delay="0"/>
                            </p:stCondLst>
                            <p:childTnLst>
                              <p:par>
                                <p:cTn id="36" presetID="16" presetClass="entr" presetSubtype="21" fill="hold" nodeType="clickEffect">
                                  <p:stCondLst>
                                    <p:cond delay="0"/>
                                  </p:stCondLst>
                                  <p:childTnLst>
                                    <p:set>
                                      <p:cBhvr>
                                        <p:cTn id="37" dur="1" fill="hold">
                                          <p:stCondLst>
                                            <p:cond delay="0"/>
                                          </p:stCondLst>
                                        </p:cTn>
                                        <p:tgtEl>
                                          <p:spTgt spid="80"/>
                                        </p:tgtEl>
                                        <p:attrNameLst>
                                          <p:attrName>style.visibility</p:attrName>
                                        </p:attrNameLst>
                                      </p:cBhvr>
                                      <p:to>
                                        <p:strVal val="visible"/>
                                      </p:to>
                                    </p:set>
                                    <p:animEffect transition="in" filter="barn(inVertical)">
                                      <p:cBhvr>
                                        <p:cTn id="38" dur="500"/>
                                        <p:tgtEl>
                                          <p:spTgt spid="80"/>
                                        </p:tgtEl>
                                      </p:cBhvr>
                                    </p:animEffect>
                                  </p:childTnLst>
                                </p:cTn>
                              </p:par>
                              <p:par>
                                <p:cTn id="39" presetID="16" presetClass="entr" presetSubtype="21" fill="hold" grpId="0" nodeType="withEffect">
                                  <p:stCondLst>
                                    <p:cond delay="0"/>
                                  </p:stCondLst>
                                  <p:childTnLst>
                                    <p:set>
                                      <p:cBhvr>
                                        <p:cTn id="40" dur="1" fill="hold">
                                          <p:stCondLst>
                                            <p:cond delay="0"/>
                                          </p:stCondLst>
                                        </p:cTn>
                                        <p:tgtEl>
                                          <p:spTgt spid="158"/>
                                        </p:tgtEl>
                                        <p:attrNameLst>
                                          <p:attrName>style.visibility</p:attrName>
                                        </p:attrNameLst>
                                      </p:cBhvr>
                                      <p:to>
                                        <p:strVal val="visible"/>
                                      </p:to>
                                    </p:set>
                                    <p:animEffect transition="in" filter="barn(inVertical)">
                                      <p:cBhvr>
                                        <p:cTn id="41" dur="500"/>
                                        <p:tgtEl>
                                          <p:spTgt spid="158"/>
                                        </p:tgtEl>
                                      </p:cBhvr>
                                    </p:animEffect>
                                  </p:childTnLst>
                                </p:cTn>
                              </p:par>
                            </p:childTnLst>
                          </p:cTn>
                        </p:par>
                        <p:par>
                          <p:cTn id="42" fill="hold" nodeType="afterGroup">
                            <p:stCondLst>
                              <p:cond delay="500"/>
                            </p:stCondLst>
                            <p:childTnLst>
                              <p:par>
                                <p:cTn id="43" presetID="16" presetClass="entr" presetSubtype="21" fill="hold" grpId="0" nodeType="afterEffect">
                                  <p:stCondLst>
                                    <p:cond delay="0"/>
                                  </p:stCondLst>
                                  <p:childTnLst>
                                    <p:set>
                                      <p:cBhvr>
                                        <p:cTn id="44" dur="1" fill="hold">
                                          <p:stCondLst>
                                            <p:cond delay="0"/>
                                          </p:stCondLst>
                                        </p:cTn>
                                        <p:tgtEl>
                                          <p:spTgt spid="169"/>
                                        </p:tgtEl>
                                        <p:attrNameLst>
                                          <p:attrName>style.visibility</p:attrName>
                                        </p:attrNameLst>
                                      </p:cBhvr>
                                      <p:to>
                                        <p:strVal val="visible"/>
                                      </p:to>
                                    </p:set>
                                    <p:animEffect transition="in" filter="barn(inVertical)">
                                      <p:cBhvr>
                                        <p:cTn id="45" dur="500"/>
                                        <p:tgtEl>
                                          <p:spTgt spid="169"/>
                                        </p:tgtEl>
                                      </p:cBhvr>
                                    </p:animEffect>
                                  </p:childTnLst>
                                </p:cTn>
                              </p:par>
                              <p:par>
                                <p:cTn id="46" presetID="16" presetClass="entr" presetSubtype="21" fill="hold" grpId="0" nodeType="withEffect">
                                  <p:stCondLst>
                                    <p:cond delay="0"/>
                                  </p:stCondLst>
                                  <p:childTnLst>
                                    <p:set>
                                      <p:cBhvr>
                                        <p:cTn id="47" dur="1" fill="hold">
                                          <p:stCondLst>
                                            <p:cond delay="0"/>
                                          </p:stCondLst>
                                        </p:cTn>
                                        <p:tgtEl>
                                          <p:spTgt spid="141"/>
                                        </p:tgtEl>
                                        <p:attrNameLst>
                                          <p:attrName>style.visibility</p:attrName>
                                        </p:attrNameLst>
                                      </p:cBhvr>
                                      <p:to>
                                        <p:strVal val="visible"/>
                                      </p:to>
                                    </p:set>
                                    <p:animEffect transition="in" filter="barn(inVertical)">
                                      <p:cBhvr>
                                        <p:cTn id="48" dur="500"/>
                                        <p:tgtEl>
                                          <p:spTgt spid="141"/>
                                        </p:tgtEl>
                                      </p:cBhvr>
                                    </p:animEffect>
                                  </p:childTnLst>
                                </p:cTn>
                              </p:par>
                            </p:childTnLst>
                          </p:cTn>
                        </p:par>
                        <p:par>
                          <p:cTn id="49" fill="hold" nodeType="afterGroup">
                            <p:stCondLst>
                              <p:cond delay="1000"/>
                            </p:stCondLst>
                            <p:childTnLst>
                              <p:par>
                                <p:cTn id="50" presetID="22" presetClass="entr" presetSubtype="8" fill="hold" nodeType="afterEffect">
                                  <p:stCondLst>
                                    <p:cond delay="0"/>
                                  </p:stCondLst>
                                  <p:childTnLst>
                                    <p:set>
                                      <p:cBhvr>
                                        <p:cTn id="51" dur="1" fill="hold">
                                          <p:stCondLst>
                                            <p:cond delay="0"/>
                                          </p:stCondLst>
                                        </p:cTn>
                                        <p:tgtEl>
                                          <p:spTgt spid="174"/>
                                        </p:tgtEl>
                                        <p:attrNameLst>
                                          <p:attrName>style.visibility</p:attrName>
                                        </p:attrNameLst>
                                      </p:cBhvr>
                                      <p:to>
                                        <p:strVal val="visible"/>
                                      </p:to>
                                    </p:set>
                                    <p:animEffect transition="in" filter="wipe(left)">
                                      <p:cBhvr>
                                        <p:cTn id="52" dur="500"/>
                                        <p:tgtEl>
                                          <p:spTgt spid="174"/>
                                        </p:tgtEl>
                                      </p:cBhvr>
                                    </p:animEffect>
                                  </p:childTnLst>
                                </p:cTn>
                              </p:par>
                            </p:childTnLst>
                          </p:cTn>
                        </p:par>
                        <p:par>
                          <p:cTn id="53" fill="hold" nodeType="afterGroup">
                            <p:stCondLst>
                              <p:cond delay="1500"/>
                            </p:stCondLst>
                            <p:childTnLst>
                              <p:par>
                                <p:cTn id="54" presetID="16" presetClass="entr" presetSubtype="21" fill="hold" nodeType="afterEffect">
                                  <p:stCondLst>
                                    <p:cond delay="0"/>
                                  </p:stCondLst>
                                  <p:childTnLst>
                                    <p:set>
                                      <p:cBhvr>
                                        <p:cTn id="55" dur="1" fill="hold">
                                          <p:stCondLst>
                                            <p:cond delay="0"/>
                                          </p:stCondLst>
                                        </p:cTn>
                                        <p:tgtEl>
                                          <p:spTgt spid="81"/>
                                        </p:tgtEl>
                                        <p:attrNameLst>
                                          <p:attrName>style.visibility</p:attrName>
                                        </p:attrNameLst>
                                      </p:cBhvr>
                                      <p:to>
                                        <p:strVal val="visible"/>
                                      </p:to>
                                    </p:set>
                                    <p:animEffect transition="in" filter="barn(inVertical)">
                                      <p:cBhvr>
                                        <p:cTn id="56" dur="500"/>
                                        <p:tgtEl>
                                          <p:spTgt spid="81"/>
                                        </p:tgtEl>
                                      </p:cBhvr>
                                    </p:animEffect>
                                  </p:childTnLst>
                                </p:cTn>
                              </p:par>
                              <p:par>
                                <p:cTn id="57" presetID="16" presetClass="entr" presetSubtype="21" fill="hold" grpId="0" nodeType="withEffect">
                                  <p:stCondLst>
                                    <p:cond delay="0"/>
                                  </p:stCondLst>
                                  <p:childTnLst>
                                    <p:set>
                                      <p:cBhvr>
                                        <p:cTn id="58" dur="1" fill="hold">
                                          <p:stCondLst>
                                            <p:cond delay="0"/>
                                          </p:stCondLst>
                                        </p:cTn>
                                        <p:tgtEl>
                                          <p:spTgt spid="159"/>
                                        </p:tgtEl>
                                        <p:attrNameLst>
                                          <p:attrName>style.visibility</p:attrName>
                                        </p:attrNameLst>
                                      </p:cBhvr>
                                      <p:to>
                                        <p:strVal val="visible"/>
                                      </p:to>
                                    </p:set>
                                    <p:animEffect transition="in" filter="barn(inVertical)">
                                      <p:cBhvr>
                                        <p:cTn id="59" dur="500"/>
                                        <p:tgtEl>
                                          <p:spTgt spid="159"/>
                                        </p:tgtEl>
                                      </p:cBhvr>
                                    </p:animEffect>
                                  </p:childTnLst>
                                </p:cTn>
                              </p:par>
                            </p:childTnLst>
                          </p:cTn>
                        </p:par>
                        <p:par>
                          <p:cTn id="60" fill="hold" nodeType="afterGroup">
                            <p:stCondLst>
                              <p:cond delay="2000"/>
                            </p:stCondLst>
                            <p:childTnLst>
                              <p:par>
                                <p:cTn id="61" presetID="16" presetClass="entr" presetSubtype="21" fill="hold" grpId="0" nodeType="afterEffect">
                                  <p:stCondLst>
                                    <p:cond delay="0"/>
                                  </p:stCondLst>
                                  <p:childTnLst>
                                    <p:set>
                                      <p:cBhvr>
                                        <p:cTn id="62" dur="1" fill="hold">
                                          <p:stCondLst>
                                            <p:cond delay="0"/>
                                          </p:stCondLst>
                                        </p:cTn>
                                        <p:tgtEl>
                                          <p:spTgt spid="170"/>
                                        </p:tgtEl>
                                        <p:attrNameLst>
                                          <p:attrName>style.visibility</p:attrName>
                                        </p:attrNameLst>
                                      </p:cBhvr>
                                      <p:to>
                                        <p:strVal val="visible"/>
                                      </p:to>
                                    </p:set>
                                    <p:animEffect transition="in" filter="barn(inVertical)">
                                      <p:cBhvr>
                                        <p:cTn id="63" dur="500"/>
                                        <p:tgtEl>
                                          <p:spTgt spid="170"/>
                                        </p:tgtEl>
                                      </p:cBhvr>
                                    </p:animEffect>
                                  </p:childTnLst>
                                </p:cTn>
                              </p:par>
                              <p:par>
                                <p:cTn id="64" presetID="16" presetClass="entr" presetSubtype="21" fill="hold" grpId="0" nodeType="withEffect">
                                  <p:stCondLst>
                                    <p:cond delay="0"/>
                                  </p:stCondLst>
                                  <p:childTnLst>
                                    <p:set>
                                      <p:cBhvr>
                                        <p:cTn id="65" dur="1" fill="hold">
                                          <p:stCondLst>
                                            <p:cond delay="0"/>
                                          </p:stCondLst>
                                        </p:cTn>
                                        <p:tgtEl>
                                          <p:spTgt spid="142"/>
                                        </p:tgtEl>
                                        <p:attrNameLst>
                                          <p:attrName>style.visibility</p:attrName>
                                        </p:attrNameLst>
                                      </p:cBhvr>
                                      <p:to>
                                        <p:strVal val="visible"/>
                                      </p:to>
                                    </p:set>
                                    <p:animEffect transition="in" filter="barn(inVertical)">
                                      <p:cBhvr>
                                        <p:cTn id="66" dur="500"/>
                                        <p:tgtEl>
                                          <p:spTgt spid="142"/>
                                        </p:tgtEl>
                                      </p:cBhvr>
                                    </p:animEffect>
                                  </p:childTnLst>
                                </p:cTn>
                              </p:par>
                            </p:childTnLst>
                          </p:cTn>
                        </p:par>
                        <p:par>
                          <p:cTn id="67" fill="hold" nodeType="afterGroup">
                            <p:stCondLst>
                              <p:cond delay="2500"/>
                            </p:stCondLst>
                            <p:childTnLst>
                              <p:par>
                                <p:cTn id="68" presetID="22" presetClass="entr" presetSubtype="8" fill="hold" nodeType="afterEffect">
                                  <p:stCondLst>
                                    <p:cond delay="0"/>
                                  </p:stCondLst>
                                  <p:childTnLst>
                                    <p:set>
                                      <p:cBhvr>
                                        <p:cTn id="69" dur="1" fill="hold">
                                          <p:stCondLst>
                                            <p:cond delay="0"/>
                                          </p:stCondLst>
                                        </p:cTn>
                                        <p:tgtEl>
                                          <p:spTgt spid="175"/>
                                        </p:tgtEl>
                                        <p:attrNameLst>
                                          <p:attrName>style.visibility</p:attrName>
                                        </p:attrNameLst>
                                      </p:cBhvr>
                                      <p:to>
                                        <p:strVal val="visible"/>
                                      </p:to>
                                    </p:set>
                                    <p:animEffect transition="in" filter="wipe(left)">
                                      <p:cBhvr>
                                        <p:cTn id="70" dur="500"/>
                                        <p:tgtEl>
                                          <p:spTgt spid="175"/>
                                        </p:tgtEl>
                                      </p:cBhvr>
                                    </p:animEffect>
                                  </p:childTnLst>
                                </p:cTn>
                              </p:par>
                            </p:childTnLst>
                          </p:cTn>
                        </p:par>
                      </p:childTnLst>
                    </p:cTn>
                  </p:par>
                  <p:par>
                    <p:cTn id="71" fill="hold" nodeType="clickPar">
                      <p:stCondLst>
                        <p:cond delay="indefinite"/>
                      </p:stCondLst>
                      <p:childTnLst>
                        <p:par>
                          <p:cTn id="72" fill="hold" nodeType="withGroup">
                            <p:stCondLst>
                              <p:cond delay="0"/>
                            </p:stCondLst>
                            <p:childTnLst>
                              <p:par>
                                <p:cTn id="73" presetID="42" presetClass="exit" presetSubtype="0" fill="hold" nodeType="clickEffect">
                                  <p:stCondLst>
                                    <p:cond delay="0"/>
                                  </p:stCondLst>
                                  <p:childTnLst>
                                    <p:animEffect transition="out" filter="fade">
                                      <p:cBhvr>
                                        <p:cTn id="74" dur="500"/>
                                        <p:tgtEl>
                                          <p:spTgt spid="132"/>
                                        </p:tgtEl>
                                      </p:cBhvr>
                                    </p:animEffect>
                                    <p:anim calcmode="lin" valueType="num">
                                      <p:cBhvr>
                                        <p:cTn id="75" dur="500"/>
                                        <p:tgtEl>
                                          <p:spTgt spid="132"/>
                                        </p:tgtEl>
                                        <p:attrNameLst>
                                          <p:attrName>ppt_x</p:attrName>
                                        </p:attrNameLst>
                                      </p:cBhvr>
                                      <p:tavLst>
                                        <p:tav tm="0">
                                          <p:val>
                                            <p:strVal val="ppt_x"/>
                                          </p:val>
                                        </p:tav>
                                        <p:tav tm="100000">
                                          <p:val>
                                            <p:strVal val="ppt_x"/>
                                          </p:val>
                                        </p:tav>
                                      </p:tavLst>
                                    </p:anim>
                                    <p:anim calcmode="lin" valueType="num">
                                      <p:cBhvr>
                                        <p:cTn id="76" dur="500"/>
                                        <p:tgtEl>
                                          <p:spTgt spid="132"/>
                                        </p:tgtEl>
                                        <p:attrNameLst>
                                          <p:attrName>ppt_y</p:attrName>
                                        </p:attrNameLst>
                                      </p:cBhvr>
                                      <p:tavLst>
                                        <p:tav tm="0">
                                          <p:val>
                                            <p:strVal val="ppt_y"/>
                                          </p:val>
                                        </p:tav>
                                        <p:tav tm="100000">
                                          <p:val>
                                            <p:strVal val="ppt_y+.1"/>
                                          </p:val>
                                        </p:tav>
                                      </p:tavLst>
                                    </p:anim>
                                    <p:set>
                                      <p:cBhvr>
                                        <p:cTn id="77" dur="1" fill="hold">
                                          <p:stCondLst>
                                            <p:cond delay="499"/>
                                          </p:stCondLst>
                                        </p:cTn>
                                        <p:tgtEl>
                                          <p:spTgt spid="132"/>
                                        </p:tgtEl>
                                        <p:attrNameLst>
                                          <p:attrName>style.visibility</p:attrName>
                                        </p:attrNameLst>
                                      </p:cBhvr>
                                      <p:to>
                                        <p:strVal val="hidden"/>
                                      </p:to>
                                    </p:set>
                                  </p:childTnLst>
                                </p:cTn>
                              </p:par>
                              <p:par>
                                <p:cTn id="78" presetID="42" presetClass="exit" presetSubtype="0" fill="hold" grpId="1" nodeType="withEffect">
                                  <p:stCondLst>
                                    <p:cond delay="0"/>
                                  </p:stCondLst>
                                  <p:childTnLst>
                                    <p:animEffect transition="out" filter="fade">
                                      <p:cBhvr>
                                        <p:cTn id="79" dur="500"/>
                                        <p:tgtEl>
                                          <p:spTgt spid="131"/>
                                        </p:tgtEl>
                                      </p:cBhvr>
                                    </p:animEffect>
                                    <p:anim calcmode="lin" valueType="num">
                                      <p:cBhvr>
                                        <p:cTn id="80" dur="500"/>
                                        <p:tgtEl>
                                          <p:spTgt spid="131"/>
                                        </p:tgtEl>
                                        <p:attrNameLst>
                                          <p:attrName>ppt_x</p:attrName>
                                        </p:attrNameLst>
                                      </p:cBhvr>
                                      <p:tavLst>
                                        <p:tav tm="0">
                                          <p:val>
                                            <p:strVal val="ppt_x"/>
                                          </p:val>
                                        </p:tav>
                                        <p:tav tm="100000">
                                          <p:val>
                                            <p:strVal val="ppt_x"/>
                                          </p:val>
                                        </p:tav>
                                      </p:tavLst>
                                    </p:anim>
                                    <p:anim calcmode="lin" valueType="num">
                                      <p:cBhvr>
                                        <p:cTn id="81" dur="500"/>
                                        <p:tgtEl>
                                          <p:spTgt spid="131"/>
                                        </p:tgtEl>
                                        <p:attrNameLst>
                                          <p:attrName>ppt_y</p:attrName>
                                        </p:attrNameLst>
                                      </p:cBhvr>
                                      <p:tavLst>
                                        <p:tav tm="0">
                                          <p:val>
                                            <p:strVal val="ppt_y"/>
                                          </p:val>
                                        </p:tav>
                                        <p:tav tm="100000">
                                          <p:val>
                                            <p:strVal val="ppt_y+.1"/>
                                          </p:val>
                                        </p:tav>
                                      </p:tavLst>
                                    </p:anim>
                                    <p:set>
                                      <p:cBhvr>
                                        <p:cTn id="82" dur="1" fill="hold">
                                          <p:stCondLst>
                                            <p:cond delay="499"/>
                                          </p:stCondLst>
                                        </p:cTn>
                                        <p:tgtEl>
                                          <p:spTgt spid="131"/>
                                        </p:tgtEl>
                                        <p:attrNameLst>
                                          <p:attrName>style.visibility</p:attrName>
                                        </p:attrNameLst>
                                      </p:cBhvr>
                                      <p:to>
                                        <p:strVal val="hidden"/>
                                      </p:to>
                                    </p:set>
                                  </p:childTnLst>
                                </p:cTn>
                              </p:par>
                            </p:childTnLst>
                          </p:cTn>
                        </p:par>
                        <p:par>
                          <p:cTn id="83" fill="hold" nodeType="afterGroup">
                            <p:stCondLst>
                              <p:cond delay="500"/>
                            </p:stCondLst>
                            <p:childTnLst>
                              <p:par>
                                <p:cTn id="84" presetID="16" presetClass="entr" presetSubtype="21" fill="hold" nodeType="afterEffect">
                                  <p:stCondLst>
                                    <p:cond delay="0"/>
                                  </p:stCondLst>
                                  <p:childTnLst>
                                    <p:set>
                                      <p:cBhvr>
                                        <p:cTn id="85" dur="1" fill="hold">
                                          <p:stCondLst>
                                            <p:cond delay="0"/>
                                          </p:stCondLst>
                                        </p:cTn>
                                        <p:tgtEl>
                                          <p:spTgt spid="119"/>
                                        </p:tgtEl>
                                        <p:attrNameLst>
                                          <p:attrName>style.visibility</p:attrName>
                                        </p:attrNameLst>
                                      </p:cBhvr>
                                      <p:to>
                                        <p:strVal val="visible"/>
                                      </p:to>
                                    </p:set>
                                    <p:animEffect transition="in" filter="barn(inVertical)">
                                      <p:cBhvr>
                                        <p:cTn id="86" dur="500"/>
                                        <p:tgtEl>
                                          <p:spTgt spid="119"/>
                                        </p:tgtEl>
                                      </p:cBhvr>
                                    </p:animEffect>
                                  </p:childTnLst>
                                </p:cTn>
                              </p:par>
                              <p:par>
                                <p:cTn id="87" presetID="16" presetClass="entr" presetSubtype="21" fill="hold" nodeType="withEffect">
                                  <p:stCondLst>
                                    <p:cond delay="0"/>
                                  </p:stCondLst>
                                  <p:childTnLst>
                                    <p:set>
                                      <p:cBhvr>
                                        <p:cTn id="88" dur="1" fill="hold">
                                          <p:stCondLst>
                                            <p:cond delay="0"/>
                                          </p:stCondLst>
                                        </p:cTn>
                                        <p:tgtEl>
                                          <p:spTgt spid="82"/>
                                        </p:tgtEl>
                                        <p:attrNameLst>
                                          <p:attrName>style.visibility</p:attrName>
                                        </p:attrNameLst>
                                      </p:cBhvr>
                                      <p:to>
                                        <p:strVal val="visible"/>
                                      </p:to>
                                    </p:set>
                                    <p:animEffect transition="in" filter="barn(inVertical)">
                                      <p:cBhvr>
                                        <p:cTn id="89" dur="500"/>
                                        <p:tgtEl>
                                          <p:spTgt spid="82"/>
                                        </p:tgtEl>
                                      </p:cBhvr>
                                    </p:animEffect>
                                  </p:childTnLst>
                                </p:cTn>
                              </p:par>
                              <p:par>
                                <p:cTn id="90" presetID="16" presetClass="entr" presetSubtype="21" fill="hold" nodeType="withEffect">
                                  <p:stCondLst>
                                    <p:cond delay="0"/>
                                  </p:stCondLst>
                                  <p:childTnLst>
                                    <p:set>
                                      <p:cBhvr>
                                        <p:cTn id="91" dur="1" fill="hold">
                                          <p:stCondLst>
                                            <p:cond delay="0"/>
                                          </p:stCondLst>
                                        </p:cTn>
                                        <p:tgtEl>
                                          <p:spTgt spid="120"/>
                                        </p:tgtEl>
                                        <p:attrNameLst>
                                          <p:attrName>style.visibility</p:attrName>
                                        </p:attrNameLst>
                                      </p:cBhvr>
                                      <p:to>
                                        <p:strVal val="visible"/>
                                      </p:to>
                                    </p:set>
                                    <p:animEffect transition="in" filter="barn(inVertical)">
                                      <p:cBhvr>
                                        <p:cTn id="92" dur="500"/>
                                        <p:tgtEl>
                                          <p:spTgt spid="120"/>
                                        </p:tgtEl>
                                      </p:cBhvr>
                                    </p:animEffect>
                                  </p:childTnLst>
                                </p:cTn>
                              </p:par>
                              <p:par>
                                <p:cTn id="93" presetID="16" presetClass="entr" presetSubtype="21" fill="hold" grpId="0" nodeType="withEffect">
                                  <p:stCondLst>
                                    <p:cond delay="0"/>
                                  </p:stCondLst>
                                  <p:childTnLst>
                                    <p:set>
                                      <p:cBhvr>
                                        <p:cTn id="94" dur="1" fill="hold">
                                          <p:stCondLst>
                                            <p:cond delay="0"/>
                                          </p:stCondLst>
                                        </p:cTn>
                                        <p:tgtEl>
                                          <p:spTgt spid="163"/>
                                        </p:tgtEl>
                                        <p:attrNameLst>
                                          <p:attrName>style.visibility</p:attrName>
                                        </p:attrNameLst>
                                      </p:cBhvr>
                                      <p:to>
                                        <p:strVal val="visible"/>
                                      </p:to>
                                    </p:set>
                                    <p:animEffect transition="in" filter="barn(inVertical)">
                                      <p:cBhvr>
                                        <p:cTn id="95" dur="500"/>
                                        <p:tgtEl>
                                          <p:spTgt spid="163"/>
                                        </p:tgtEl>
                                      </p:cBhvr>
                                    </p:animEffect>
                                  </p:childTnLst>
                                </p:cTn>
                              </p:par>
                              <p:par>
                                <p:cTn id="96" presetID="16" presetClass="entr" presetSubtype="21" fill="hold" grpId="0" nodeType="withEffect">
                                  <p:stCondLst>
                                    <p:cond delay="0"/>
                                  </p:stCondLst>
                                  <p:childTnLst>
                                    <p:set>
                                      <p:cBhvr>
                                        <p:cTn id="97" dur="1" fill="hold">
                                          <p:stCondLst>
                                            <p:cond delay="0"/>
                                          </p:stCondLst>
                                        </p:cTn>
                                        <p:tgtEl>
                                          <p:spTgt spid="164"/>
                                        </p:tgtEl>
                                        <p:attrNameLst>
                                          <p:attrName>style.visibility</p:attrName>
                                        </p:attrNameLst>
                                      </p:cBhvr>
                                      <p:to>
                                        <p:strVal val="visible"/>
                                      </p:to>
                                    </p:set>
                                    <p:animEffect transition="in" filter="barn(inVertical)">
                                      <p:cBhvr>
                                        <p:cTn id="98" dur="500"/>
                                        <p:tgtEl>
                                          <p:spTgt spid="164"/>
                                        </p:tgtEl>
                                      </p:cBhvr>
                                    </p:animEffect>
                                  </p:childTnLst>
                                </p:cTn>
                              </p:par>
                              <p:par>
                                <p:cTn id="99" presetID="16" presetClass="entr" presetSubtype="21" fill="hold" grpId="0" nodeType="withEffect">
                                  <p:stCondLst>
                                    <p:cond delay="0"/>
                                  </p:stCondLst>
                                  <p:childTnLst>
                                    <p:set>
                                      <p:cBhvr>
                                        <p:cTn id="100" dur="1" fill="hold">
                                          <p:stCondLst>
                                            <p:cond delay="0"/>
                                          </p:stCondLst>
                                        </p:cTn>
                                        <p:tgtEl>
                                          <p:spTgt spid="165"/>
                                        </p:tgtEl>
                                        <p:attrNameLst>
                                          <p:attrName>style.visibility</p:attrName>
                                        </p:attrNameLst>
                                      </p:cBhvr>
                                      <p:to>
                                        <p:strVal val="visible"/>
                                      </p:to>
                                    </p:set>
                                    <p:animEffect transition="in" filter="barn(inVertical)">
                                      <p:cBhvr>
                                        <p:cTn id="101" dur="500"/>
                                        <p:tgtEl>
                                          <p:spTgt spid="165"/>
                                        </p:tgtEl>
                                      </p:cBhvr>
                                    </p:animEffect>
                                  </p:childTnLst>
                                </p:cTn>
                              </p:par>
                            </p:childTnLst>
                          </p:cTn>
                        </p:par>
                        <p:par>
                          <p:cTn id="102" fill="hold" nodeType="afterGroup">
                            <p:stCondLst>
                              <p:cond delay="1000"/>
                            </p:stCondLst>
                            <p:childTnLst>
                              <p:par>
                                <p:cTn id="103" presetID="16" presetClass="entr" presetSubtype="21" fill="hold" grpId="0" nodeType="afterEffect">
                                  <p:stCondLst>
                                    <p:cond delay="0"/>
                                  </p:stCondLst>
                                  <p:childTnLst>
                                    <p:set>
                                      <p:cBhvr>
                                        <p:cTn id="104" dur="1" fill="hold">
                                          <p:stCondLst>
                                            <p:cond delay="0"/>
                                          </p:stCondLst>
                                        </p:cTn>
                                        <p:tgtEl>
                                          <p:spTgt spid="171"/>
                                        </p:tgtEl>
                                        <p:attrNameLst>
                                          <p:attrName>style.visibility</p:attrName>
                                        </p:attrNameLst>
                                      </p:cBhvr>
                                      <p:to>
                                        <p:strVal val="visible"/>
                                      </p:to>
                                    </p:set>
                                    <p:animEffect transition="in" filter="barn(inVertical)">
                                      <p:cBhvr>
                                        <p:cTn id="105" dur="500"/>
                                        <p:tgtEl>
                                          <p:spTgt spid="171"/>
                                        </p:tgtEl>
                                      </p:cBhvr>
                                    </p:animEffect>
                                  </p:childTnLst>
                                </p:cTn>
                              </p:par>
                              <p:par>
                                <p:cTn id="106" presetID="16" presetClass="entr" presetSubtype="21" fill="hold" grpId="0" nodeType="withEffect">
                                  <p:stCondLst>
                                    <p:cond delay="0"/>
                                  </p:stCondLst>
                                  <p:childTnLst>
                                    <p:set>
                                      <p:cBhvr>
                                        <p:cTn id="107" dur="1" fill="hold">
                                          <p:stCondLst>
                                            <p:cond delay="0"/>
                                          </p:stCondLst>
                                        </p:cTn>
                                        <p:tgtEl>
                                          <p:spTgt spid="155"/>
                                        </p:tgtEl>
                                        <p:attrNameLst>
                                          <p:attrName>style.visibility</p:attrName>
                                        </p:attrNameLst>
                                      </p:cBhvr>
                                      <p:to>
                                        <p:strVal val="visible"/>
                                      </p:to>
                                    </p:set>
                                    <p:animEffect transition="in" filter="barn(inVertical)">
                                      <p:cBhvr>
                                        <p:cTn id="108" dur="500"/>
                                        <p:tgtEl>
                                          <p:spTgt spid="155"/>
                                        </p:tgtEl>
                                      </p:cBhvr>
                                    </p:animEffect>
                                  </p:childTnLst>
                                </p:cTn>
                              </p:par>
                            </p:childTnLst>
                          </p:cTn>
                        </p:par>
                        <p:par>
                          <p:cTn id="109" fill="hold" nodeType="afterGroup">
                            <p:stCondLst>
                              <p:cond delay="1500"/>
                            </p:stCondLst>
                            <p:childTnLst>
                              <p:par>
                                <p:cTn id="110" presetID="22" presetClass="entr" presetSubtype="8" fill="hold" nodeType="afterEffect">
                                  <p:stCondLst>
                                    <p:cond delay="0"/>
                                  </p:stCondLst>
                                  <p:childTnLst>
                                    <p:set>
                                      <p:cBhvr>
                                        <p:cTn id="111" dur="1" fill="hold">
                                          <p:stCondLst>
                                            <p:cond delay="0"/>
                                          </p:stCondLst>
                                        </p:cTn>
                                        <p:tgtEl>
                                          <p:spTgt spid="176"/>
                                        </p:tgtEl>
                                        <p:attrNameLst>
                                          <p:attrName>style.visibility</p:attrName>
                                        </p:attrNameLst>
                                      </p:cBhvr>
                                      <p:to>
                                        <p:strVal val="visible"/>
                                      </p:to>
                                    </p:set>
                                    <p:animEffect transition="in" filter="wipe(left)">
                                      <p:cBhvr>
                                        <p:cTn id="112" dur="500"/>
                                        <p:tgtEl>
                                          <p:spTgt spid="176"/>
                                        </p:tgtEl>
                                      </p:cBhvr>
                                    </p:animEffect>
                                  </p:childTnLst>
                                </p:cTn>
                              </p:par>
                              <p:par>
                                <p:cTn id="113" presetID="22" presetClass="entr" presetSubtype="8" fill="hold" nodeType="withEffect">
                                  <p:stCondLst>
                                    <p:cond delay="0"/>
                                  </p:stCondLst>
                                  <p:childTnLst>
                                    <p:set>
                                      <p:cBhvr>
                                        <p:cTn id="114" dur="1" fill="hold">
                                          <p:stCondLst>
                                            <p:cond delay="0"/>
                                          </p:stCondLst>
                                        </p:cTn>
                                        <p:tgtEl>
                                          <p:spTgt spid="177"/>
                                        </p:tgtEl>
                                        <p:attrNameLst>
                                          <p:attrName>style.visibility</p:attrName>
                                        </p:attrNameLst>
                                      </p:cBhvr>
                                      <p:to>
                                        <p:strVal val="visible"/>
                                      </p:to>
                                    </p:set>
                                    <p:animEffect transition="in" filter="wipe(left)">
                                      <p:cBhvr>
                                        <p:cTn id="115" dur="500"/>
                                        <p:tgtEl>
                                          <p:spTgt spid="177"/>
                                        </p:tgtEl>
                                      </p:cBhvr>
                                    </p:animEffect>
                                  </p:childTnLst>
                                </p:cTn>
                              </p:par>
                              <p:par>
                                <p:cTn id="116" presetID="22" presetClass="entr" presetSubtype="8" fill="hold" nodeType="withEffect">
                                  <p:stCondLst>
                                    <p:cond delay="0"/>
                                  </p:stCondLst>
                                  <p:childTnLst>
                                    <p:set>
                                      <p:cBhvr>
                                        <p:cTn id="117" dur="1" fill="hold">
                                          <p:stCondLst>
                                            <p:cond delay="0"/>
                                          </p:stCondLst>
                                        </p:cTn>
                                        <p:tgtEl>
                                          <p:spTgt spid="178"/>
                                        </p:tgtEl>
                                        <p:attrNameLst>
                                          <p:attrName>style.visibility</p:attrName>
                                        </p:attrNameLst>
                                      </p:cBhvr>
                                      <p:to>
                                        <p:strVal val="visible"/>
                                      </p:to>
                                    </p:set>
                                    <p:animEffect transition="in" filter="wipe(left)">
                                      <p:cBhvr>
                                        <p:cTn id="118" dur="500"/>
                                        <p:tgtEl>
                                          <p:spTgt spid="178"/>
                                        </p:tgtEl>
                                      </p:cBhvr>
                                    </p:animEffect>
                                  </p:childTnLst>
                                </p:cTn>
                              </p:par>
                            </p:childTnLst>
                          </p:cTn>
                        </p:par>
                        <p:par>
                          <p:cTn id="119" fill="hold" nodeType="afterGroup">
                            <p:stCondLst>
                              <p:cond delay="2000"/>
                            </p:stCondLst>
                            <p:childTnLst>
                              <p:par>
                                <p:cTn id="120" presetID="42" presetClass="entr" presetSubtype="0" fill="hold" grpId="0" nodeType="afterEffect">
                                  <p:stCondLst>
                                    <p:cond delay="0"/>
                                  </p:stCondLst>
                                  <p:childTnLst>
                                    <p:set>
                                      <p:cBhvr>
                                        <p:cTn id="121" dur="1" fill="hold">
                                          <p:stCondLst>
                                            <p:cond delay="0"/>
                                          </p:stCondLst>
                                        </p:cTn>
                                        <p:tgtEl>
                                          <p:spTgt spid="162"/>
                                        </p:tgtEl>
                                        <p:attrNameLst>
                                          <p:attrName>style.visibility</p:attrName>
                                        </p:attrNameLst>
                                      </p:cBhvr>
                                      <p:to>
                                        <p:strVal val="visible"/>
                                      </p:to>
                                    </p:set>
                                    <p:animEffect transition="in" filter="fade">
                                      <p:cBhvr>
                                        <p:cTn id="122" dur="500"/>
                                        <p:tgtEl>
                                          <p:spTgt spid="162"/>
                                        </p:tgtEl>
                                      </p:cBhvr>
                                    </p:animEffect>
                                    <p:anim calcmode="lin" valueType="num">
                                      <p:cBhvr>
                                        <p:cTn id="123" dur="500" fill="hold"/>
                                        <p:tgtEl>
                                          <p:spTgt spid="162"/>
                                        </p:tgtEl>
                                        <p:attrNameLst>
                                          <p:attrName>ppt_x</p:attrName>
                                        </p:attrNameLst>
                                      </p:cBhvr>
                                      <p:tavLst>
                                        <p:tav tm="0">
                                          <p:val>
                                            <p:strVal val="#ppt_x"/>
                                          </p:val>
                                        </p:tav>
                                        <p:tav tm="100000">
                                          <p:val>
                                            <p:strVal val="#ppt_x"/>
                                          </p:val>
                                        </p:tav>
                                      </p:tavLst>
                                    </p:anim>
                                    <p:anim calcmode="lin" valueType="num">
                                      <p:cBhvr>
                                        <p:cTn id="124" dur="500" fill="hold"/>
                                        <p:tgtEl>
                                          <p:spTgt spid="162"/>
                                        </p:tgtEl>
                                        <p:attrNameLst>
                                          <p:attrName>ppt_y</p:attrName>
                                        </p:attrNameLst>
                                      </p:cBhvr>
                                      <p:tavLst>
                                        <p:tav tm="0">
                                          <p:val>
                                            <p:strVal val="#ppt_y+.1"/>
                                          </p:val>
                                        </p:tav>
                                        <p:tav tm="100000">
                                          <p:val>
                                            <p:strVal val="#ppt_y"/>
                                          </p:val>
                                        </p:tav>
                                      </p:tavLst>
                                    </p:anim>
                                  </p:childTnLst>
                                </p:cTn>
                              </p:par>
                            </p:childTnLst>
                          </p:cTn>
                        </p:par>
                      </p:childTnLst>
                    </p:cTn>
                  </p:par>
                  <p:par>
                    <p:cTn id="125" fill="hold" nodeType="clickPar">
                      <p:stCondLst>
                        <p:cond delay="indefinite"/>
                      </p:stCondLst>
                      <p:childTnLst>
                        <p:par>
                          <p:cTn id="126" fill="hold" nodeType="withGroup">
                            <p:stCondLst>
                              <p:cond delay="0"/>
                            </p:stCondLst>
                            <p:childTnLst>
                              <p:par>
                                <p:cTn id="127" presetID="16" presetClass="entr" presetSubtype="21" fill="hold" nodeType="clickEffect">
                                  <p:stCondLst>
                                    <p:cond delay="0"/>
                                  </p:stCondLst>
                                  <p:childTnLst>
                                    <p:set>
                                      <p:cBhvr>
                                        <p:cTn id="128" dur="1" fill="hold">
                                          <p:stCondLst>
                                            <p:cond delay="0"/>
                                          </p:stCondLst>
                                        </p:cTn>
                                        <p:tgtEl>
                                          <p:spTgt spid="6"/>
                                        </p:tgtEl>
                                        <p:attrNameLst>
                                          <p:attrName>style.visibility</p:attrName>
                                        </p:attrNameLst>
                                      </p:cBhvr>
                                      <p:to>
                                        <p:strVal val="visible"/>
                                      </p:to>
                                    </p:set>
                                    <p:animEffect transition="in" filter="barn(inVertical)">
                                      <p:cBhvr>
                                        <p:cTn id="129" dur="500"/>
                                        <p:tgtEl>
                                          <p:spTgt spid="6"/>
                                        </p:tgtEl>
                                      </p:cBhvr>
                                    </p:animEffect>
                                  </p:childTnLst>
                                </p:cTn>
                              </p:par>
                              <p:par>
                                <p:cTn id="130" presetID="16" presetClass="entr" presetSubtype="21" fill="hold" nodeType="withEffect">
                                  <p:stCondLst>
                                    <p:cond delay="0"/>
                                  </p:stCondLst>
                                  <p:childTnLst>
                                    <p:set>
                                      <p:cBhvr>
                                        <p:cTn id="131" dur="1" fill="hold">
                                          <p:stCondLst>
                                            <p:cond delay="0"/>
                                          </p:stCondLst>
                                        </p:cTn>
                                        <p:tgtEl>
                                          <p:spTgt spid="2"/>
                                        </p:tgtEl>
                                        <p:attrNameLst>
                                          <p:attrName>style.visibility</p:attrName>
                                        </p:attrNameLst>
                                      </p:cBhvr>
                                      <p:to>
                                        <p:strVal val="visible"/>
                                      </p:to>
                                    </p:set>
                                    <p:animEffect transition="in" filter="barn(inVertical)">
                                      <p:cBhvr>
                                        <p:cTn id="132" dur="500"/>
                                        <p:tgtEl>
                                          <p:spTgt spid="2"/>
                                        </p:tgtEl>
                                      </p:cBhvr>
                                    </p:animEffect>
                                  </p:childTnLst>
                                </p:cTn>
                              </p:par>
                              <p:par>
                                <p:cTn id="133" presetID="16" presetClass="entr" presetSubtype="21" fill="hold" grpId="0" nodeType="withEffect">
                                  <p:stCondLst>
                                    <p:cond delay="0"/>
                                  </p:stCondLst>
                                  <p:childTnLst>
                                    <p:set>
                                      <p:cBhvr>
                                        <p:cTn id="134" dur="1" fill="hold">
                                          <p:stCondLst>
                                            <p:cond delay="0"/>
                                          </p:stCondLst>
                                        </p:cTn>
                                        <p:tgtEl>
                                          <p:spTgt spid="166"/>
                                        </p:tgtEl>
                                        <p:attrNameLst>
                                          <p:attrName>style.visibility</p:attrName>
                                        </p:attrNameLst>
                                      </p:cBhvr>
                                      <p:to>
                                        <p:strVal val="visible"/>
                                      </p:to>
                                    </p:set>
                                    <p:animEffect transition="in" filter="barn(inVertical)">
                                      <p:cBhvr>
                                        <p:cTn id="135" dur="500"/>
                                        <p:tgtEl>
                                          <p:spTgt spid="166"/>
                                        </p:tgtEl>
                                      </p:cBhvr>
                                    </p:animEffect>
                                  </p:childTnLst>
                                </p:cTn>
                              </p:par>
                            </p:childTnLst>
                          </p:cTn>
                        </p:par>
                        <p:par>
                          <p:cTn id="136" fill="hold" nodeType="afterGroup">
                            <p:stCondLst>
                              <p:cond delay="500"/>
                            </p:stCondLst>
                            <p:childTnLst>
                              <p:par>
                                <p:cTn id="137" presetID="16" presetClass="entr" presetSubtype="21" fill="hold" grpId="0" nodeType="afterEffect">
                                  <p:stCondLst>
                                    <p:cond delay="0"/>
                                  </p:stCondLst>
                                  <p:childTnLst>
                                    <p:set>
                                      <p:cBhvr>
                                        <p:cTn id="138" dur="1" fill="hold">
                                          <p:stCondLst>
                                            <p:cond delay="0"/>
                                          </p:stCondLst>
                                        </p:cTn>
                                        <p:tgtEl>
                                          <p:spTgt spid="172"/>
                                        </p:tgtEl>
                                        <p:attrNameLst>
                                          <p:attrName>style.visibility</p:attrName>
                                        </p:attrNameLst>
                                      </p:cBhvr>
                                      <p:to>
                                        <p:strVal val="visible"/>
                                      </p:to>
                                    </p:set>
                                    <p:animEffect transition="in" filter="barn(inVertical)">
                                      <p:cBhvr>
                                        <p:cTn id="139" dur="500"/>
                                        <p:tgtEl>
                                          <p:spTgt spid="172"/>
                                        </p:tgtEl>
                                      </p:cBhvr>
                                    </p:animEffect>
                                  </p:childTnLst>
                                </p:cTn>
                              </p:par>
                              <p:par>
                                <p:cTn id="140" presetID="16" presetClass="entr" presetSubtype="21" fill="hold" grpId="0" nodeType="withEffect">
                                  <p:stCondLst>
                                    <p:cond delay="0"/>
                                  </p:stCondLst>
                                  <p:childTnLst>
                                    <p:set>
                                      <p:cBhvr>
                                        <p:cTn id="141" dur="1" fill="hold">
                                          <p:stCondLst>
                                            <p:cond delay="0"/>
                                          </p:stCondLst>
                                        </p:cTn>
                                        <p:tgtEl>
                                          <p:spTgt spid="156"/>
                                        </p:tgtEl>
                                        <p:attrNameLst>
                                          <p:attrName>style.visibility</p:attrName>
                                        </p:attrNameLst>
                                      </p:cBhvr>
                                      <p:to>
                                        <p:strVal val="visible"/>
                                      </p:to>
                                    </p:set>
                                    <p:animEffect transition="in" filter="barn(inVertical)">
                                      <p:cBhvr>
                                        <p:cTn id="142" dur="500"/>
                                        <p:tgtEl>
                                          <p:spTgt spid="156"/>
                                        </p:tgtEl>
                                      </p:cBhvr>
                                    </p:animEffect>
                                  </p:childTnLst>
                                </p:cTn>
                              </p:par>
                            </p:childTnLst>
                          </p:cTn>
                        </p:par>
                        <p:par>
                          <p:cTn id="143" fill="hold" nodeType="afterGroup">
                            <p:stCondLst>
                              <p:cond delay="1000"/>
                            </p:stCondLst>
                            <p:childTnLst>
                              <p:par>
                                <p:cTn id="144" presetID="22" presetClass="entr" presetSubtype="8" fill="hold" nodeType="afterEffect">
                                  <p:stCondLst>
                                    <p:cond delay="0"/>
                                  </p:stCondLst>
                                  <p:childTnLst>
                                    <p:set>
                                      <p:cBhvr>
                                        <p:cTn id="145" dur="1" fill="hold">
                                          <p:stCondLst>
                                            <p:cond delay="0"/>
                                          </p:stCondLst>
                                        </p:cTn>
                                        <p:tgtEl>
                                          <p:spTgt spid="179"/>
                                        </p:tgtEl>
                                        <p:attrNameLst>
                                          <p:attrName>style.visibility</p:attrName>
                                        </p:attrNameLst>
                                      </p:cBhvr>
                                      <p:to>
                                        <p:strVal val="visible"/>
                                      </p:to>
                                    </p:set>
                                    <p:animEffect transition="in" filter="wipe(left)">
                                      <p:cBhvr>
                                        <p:cTn id="146" dur="500"/>
                                        <p:tgtEl>
                                          <p:spTgt spid="179"/>
                                        </p:tgtEl>
                                      </p:cBhvr>
                                    </p:animEffect>
                                  </p:childTnLst>
                                </p:cTn>
                              </p:par>
                            </p:childTnLst>
                          </p:cTn>
                        </p:par>
                        <p:par>
                          <p:cTn id="147" fill="hold" nodeType="afterGroup">
                            <p:stCondLst>
                              <p:cond delay="1500"/>
                            </p:stCondLst>
                            <p:childTnLst>
                              <p:par>
                                <p:cTn id="148" presetID="42" presetClass="entr" presetSubtype="0" fill="hold" grpId="0" nodeType="afterEffect">
                                  <p:stCondLst>
                                    <p:cond delay="0"/>
                                  </p:stCondLst>
                                  <p:childTnLst>
                                    <p:set>
                                      <p:cBhvr>
                                        <p:cTn id="149" dur="1" fill="hold">
                                          <p:stCondLst>
                                            <p:cond delay="0"/>
                                          </p:stCondLst>
                                        </p:cTn>
                                        <p:tgtEl>
                                          <p:spTgt spid="146"/>
                                        </p:tgtEl>
                                        <p:attrNameLst>
                                          <p:attrName>style.visibility</p:attrName>
                                        </p:attrNameLst>
                                      </p:cBhvr>
                                      <p:to>
                                        <p:strVal val="visible"/>
                                      </p:to>
                                    </p:set>
                                    <p:animEffect transition="in" filter="fade">
                                      <p:cBhvr>
                                        <p:cTn id="150" dur="500"/>
                                        <p:tgtEl>
                                          <p:spTgt spid="146"/>
                                        </p:tgtEl>
                                      </p:cBhvr>
                                    </p:animEffect>
                                    <p:anim calcmode="lin" valueType="num">
                                      <p:cBhvr>
                                        <p:cTn id="151" dur="500" fill="hold"/>
                                        <p:tgtEl>
                                          <p:spTgt spid="146"/>
                                        </p:tgtEl>
                                        <p:attrNameLst>
                                          <p:attrName>ppt_x</p:attrName>
                                        </p:attrNameLst>
                                      </p:cBhvr>
                                      <p:tavLst>
                                        <p:tav tm="0">
                                          <p:val>
                                            <p:strVal val="#ppt_x"/>
                                          </p:val>
                                        </p:tav>
                                        <p:tav tm="100000">
                                          <p:val>
                                            <p:strVal val="#ppt_x"/>
                                          </p:val>
                                        </p:tav>
                                      </p:tavLst>
                                    </p:anim>
                                    <p:anim calcmode="lin" valueType="num">
                                      <p:cBhvr>
                                        <p:cTn id="152" dur="500" fill="hold"/>
                                        <p:tgtEl>
                                          <p:spTgt spid="146"/>
                                        </p:tgtEl>
                                        <p:attrNameLst>
                                          <p:attrName>ppt_y</p:attrName>
                                        </p:attrNameLst>
                                      </p:cBhvr>
                                      <p:tavLst>
                                        <p:tav tm="0">
                                          <p:val>
                                            <p:strVal val="#ppt_y+.1"/>
                                          </p:val>
                                        </p:tav>
                                        <p:tav tm="100000">
                                          <p:val>
                                            <p:strVal val="#ppt_y"/>
                                          </p:val>
                                        </p:tav>
                                      </p:tavLst>
                                    </p:anim>
                                  </p:childTnLst>
                                </p:cTn>
                              </p:par>
                            </p:childTnLst>
                          </p:cTn>
                        </p:par>
                        <p:par>
                          <p:cTn id="153" fill="hold" nodeType="afterGroup">
                            <p:stCondLst>
                              <p:cond delay="2000"/>
                            </p:stCondLst>
                            <p:childTnLst>
                              <p:par>
                                <p:cTn id="154" presetID="22" presetClass="entr" presetSubtype="8" fill="hold" nodeType="afterEffect">
                                  <p:stCondLst>
                                    <p:cond delay="0"/>
                                  </p:stCondLst>
                                  <p:childTnLst>
                                    <p:set>
                                      <p:cBhvr>
                                        <p:cTn id="155" dur="1" fill="hold">
                                          <p:stCondLst>
                                            <p:cond delay="0"/>
                                          </p:stCondLst>
                                        </p:cTn>
                                        <p:tgtEl>
                                          <p:spTgt spid="49"/>
                                        </p:tgtEl>
                                        <p:attrNameLst>
                                          <p:attrName>style.visibility</p:attrName>
                                        </p:attrNameLst>
                                      </p:cBhvr>
                                      <p:to>
                                        <p:strVal val="visible"/>
                                      </p:to>
                                    </p:set>
                                    <p:animEffect transition="in" filter="wipe(left)">
                                      <p:cBhvr>
                                        <p:cTn id="156" dur="500"/>
                                        <p:tgtEl>
                                          <p:spTgt spid="49"/>
                                        </p:tgtEl>
                                      </p:cBhvr>
                                    </p:animEffect>
                                  </p:childTnLst>
                                </p:cTn>
                              </p:par>
                            </p:childTnLst>
                          </p:cTn>
                        </p:par>
                      </p:childTnLst>
                    </p:cTn>
                  </p:par>
                  <p:par>
                    <p:cTn id="157" fill="hold" nodeType="clickPar">
                      <p:stCondLst>
                        <p:cond delay="indefinite"/>
                      </p:stCondLst>
                      <p:childTnLst>
                        <p:par>
                          <p:cTn id="158" fill="hold" nodeType="withGroup">
                            <p:stCondLst>
                              <p:cond delay="0"/>
                            </p:stCondLst>
                            <p:childTnLst>
                              <p:par>
                                <p:cTn id="159" presetID="42" presetClass="exit" presetSubtype="0" fill="hold" grpId="1" nodeType="clickEffect">
                                  <p:stCondLst>
                                    <p:cond delay="0"/>
                                  </p:stCondLst>
                                  <p:childTnLst>
                                    <p:animEffect transition="out" filter="fade">
                                      <p:cBhvr>
                                        <p:cTn id="160" dur="500"/>
                                        <p:tgtEl>
                                          <p:spTgt spid="146"/>
                                        </p:tgtEl>
                                      </p:cBhvr>
                                    </p:animEffect>
                                    <p:anim calcmode="lin" valueType="num">
                                      <p:cBhvr>
                                        <p:cTn id="161" dur="500"/>
                                        <p:tgtEl>
                                          <p:spTgt spid="146"/>
                                        </p:tgtEl>
                                        <p:attrNameLst>
                                          <p:attrName>ppt_x</p:attrName>
                                        </p:attrNameLst>
                                      </p:cBhvr>
                                      <p:tavLst>
                                        <p:tav tm="0">
                                          <p:val>
                                            <p:strVal val="ppt_x"/>
                                          </p:val>
                                        </p:tav>
                                        <p:tav tm="100000">
                                          <p:val>
                                            <p:strVal val="ppt_x"/>
                                          </p:val>
                                        </p:tav>
                                      </p:tavLst>
                                    </p:anim>
                                    <p:anim calcmode="lin" valueType="num">
                                      <p:cBhvr>
                                        <p:cTn id="162" dur="500"/>
                                        <p:tgtEl>
                                          <p:spTgt spid="146"/>
                                        </p:tgtEl>
                                        <p:attrNameLst>
                                          <p:attrName>ppt_y</p:attrName>
                                        </p:attrNameLst>
                                      </p:cBhvr>
                                      <p:tavLst>
                                        <p:tav tm="0">
                                          <p:val>
                                            <p:strVal val="ppt_y"/>
                                          </p:val>
                                        </p:tav>
                                        <p:tav tm="100000">
                                          <p:val>
                                            <p:strVal val="ppt_y+.1"/>
                                          </p:val>
                                        </p:tav>
                                      </p:tavLst>
                                    </p:anim>
                                    <p:set>
                                      <p:cBhvr>
                                        <p:cTn id="163" dur="1" fill="hold">
                                          <p:stCondLst>
                                            <p:cond delay="499"/>
                                          </p:stCondLst>
                                        </p:cTn>
                                        <p:tgtEl>
                                          <p:spTgt spid="146"/>
                                        </p:tgtEl>
                                        <p:attrNameLst>
                                          <p:attrName>style.visibility</p:attrName>
                                        </p:attrNameLst>
                                      </p:cBhvr>
                                      <p:to>
                                        <p:strVal val="hidden"/>
                                      </p:to>
                                    </p:set>
                                  </p:childTnLst>
                                </p:cTn>
                              </p:par>
                            </p:childTnLst>
                          </p:cTn>
                        </p:par>
                        <p:par>
                          <p:cTn id="164" fill="hold" nodeType="afterGroup">
                            <p:stCondLst>
                              <p:cond delay="500"/>
                            </p:stCondLst>
                            <p:childTnLst>
                              <p:par>
                                <p:cTn id="165" presetID="16" presetClass="entr" presetSubtype="21" fill="hold" nodeType="afterEffect">
                                  <p:stCondLst>
                                    <p:cond delay="0"/>
                                  </p:stCondLst>
                                  <p:childTnLst>
                                    <p:set>
                                      <p:cBhvr>
                                        <p:cTn id="166" dur="1" fill="hold">
                                          <p:stCondLst>
                                            <p:cond delay="0"/>
                                          </p:stCondLst>
                                        </p:cTn>
                                        <p:tgtEl>
                                          <p:spTgt spid="84"/>
                                        </p:tgtEl>
                                        <p:attrNameLst>
                                          <p:attrName>style.visibility</p:attrName>
                                        </p:attrNameLst>
                                      </p:cBhvr>
                                      <p:to>
                                        <p:strVal val="visible"/>
                                      </p:to>
                                    </p:set>
                                    <p:animEffect transition="in" filter="barn(inVertical)">
                                      <p:cBhvr>
                                        <p:cTn id="167" dur="500"/>
                                        <p:tgtEl>
                                          <p:spTgt spid="84"/>
                                        </p:tgtEl>
                                      </p:cBhvr>
                                    </p:animEffect>
                                  </p:childTnLst>
                                </p:cTn>
                              </p:par>
                              <p:par>
                                <p:cTn id="168" presetID="16" presetClass="entr" presetSubtype="21" fill="hold" nodeType="withEffect">
                                  <p:stCondLst>
                                    <p:cond delay="0"/>
                                  </p:stCondLst>
                                  <p:childTnLst>
                                    <p:set>
                                      <p:cBhvr>
                                        <p:cTn id="169" dur="1" fill="hold">
                                          <p:stCondLst>
                                            <p:cond delay="0"/>
                                          </p:stCondLst>
                                        </p:cTn>
                                        <p:tgtEl>
                                          <p:spTgt spid="51"/>
                                        </p:tgtEl>
                                        <p:attrNameLst>
                                          <p:attrName>style.visibility</p:attrName>
                                        </p:attrNameLst>
                                      </p:cBhvr>
                                      <p:to>
                                        <p:strVal val="visible"/>
                                      </p:to>
                                    </p:set>
                                    <p:animEffect transition="in" filter="barn(inVertical)">
                                      <p:cBhvr>
                                        <p:cTn id="170" dur="500"/>
                                        <p:tgtEl>
                                          <p:spTgt spid="51"/>
                                        </p:tgtEl>
                                      </p:cBhvr>
                                    </p:animEffect>
                                  </p:childTnLst>
                                </p:cTn>
                              </p:par>
                              <p:par>
                                <p:cTn id="171" presetID="16" presetClass="entr" presetSubtype="21" fill="hold" grpId="0" nodeType="withEffect">
                                  <p:stCondLst>
                                    <p:cond delay="0"/>
                                  </p:stCondLst>
                                  <p:childTnLst>
                                    <p:set>
                                      <p:cBhvr>
                                        <p:cTn id="172" dur="1" fill="hold">
                                          <p:stCondLst>
                                            <p:cond delay="0"/>
                                          </p:stCondLst>
                                        </p:cTn>
                                        <p:tgtEl>
                                          <p:spTgt spid="52"/>
                                        </p:tgtEl>
                                        <p:attrNameLst>
                                          <p:attrName>style.visibility</p:attrName>
                                        </p:attrNameLst>
                                      </p:cBhvr>
                                      <p:to>
                                        <p:strVal val="visible"/>
                                      </p:to>
                                    </p:set>
                                    <p:animEffect transition="in" filter="barn(inVertical)">
                                      <p:cBhvr>
                                        <p:cTn id="173" dur="500"/>
                                        <p:tgtEl>
                                          <p:spTgt spid="52"/>
                                        </p:tgtEl>
                                      </p:cBhvr>
                                    </p:animEffect>
                                  </p:childTnLst>
                                </p:cTn>
                              </p:par>
                              <p:par>
                                <p:cTn id="174" presetID="16" presetClass="entr" presetSubtype="21" fill="hold" grpId="0" nodeType="withEffect">
                                  <p:stCondLst>
                                    <p:cond delay="0"/>
                                  </p:stCondLst>
                                  <p:childTnLst>
                                    <p:set>
                                      <p:cBhvr>
                                        <p:cTn id="175" dur="1" fill="hold">
                                          <p:stCondLst>
                                            <p:cond delay="0"/>
                                          </p:stCondLst>
                                        </p:cTn>
                                        <p:tgtEl>
                                          <p:spTgt spid="167"/>
                                        </p:tgtEl>
                                        <p:attrNameLst>
                                          <p:attrName>style.visibility</p:attrName>
                                        </p:attrNameLst>
                                      </p:cBhvr>
                                      <p:to>
                                        <p:strVal val="visible"/>
                                      </p:to>
                                    </p:set>
                                    <p:animEffect transition="in" filter="barn(inVertical)">
                                      <p:cBhvr>
                                        <p:cTn id="176" dur="500"/>
                                        <p:tgtEl>
                                          <p:spTgt spid="167"/>
                                        </p:tgtEl>
                                      </p:cBhvr>
                                    </p:animEffect>
                                  </p:childTnLst>
                                </p:cTn>
                              </p:par>
                            </p:childTnLst>
                          </p:cTn>
                        </p:par>
                        <p:par>
                          <p:cTn id="177" fill="hold" nodeType="afterGroup">
                            <p:stCondLst>
                              <p:cond delay="1000"/>
                            </p:stCondLst>
                            <p:childTnLst>
                              <p:par>
                                <p:cTn id="178" presetID="16" presetClass="entr" presetSubtype="21" fill="hold" grpId="0" nodeType="afterEffect">
                                  <p:stCondLst>
                                    <p:cond delay="0"/>
                                  </p:stCondLst>
                                  <p:childTnLst>
                                    <p:set>
                                      <p:cBhvr>
                                        <p:cTn id="179" dur="1" fill="hold">
                                          <p:stCondLst>
                                            <p:cond delay="0"/>
                                          </p:stCondLst>
                                        </p:cTn>
                                        <p:tgtEl>
                                          <p:spTgt spid="173"/>
                                        </p:tgtEl>
                                        <p:attrNameLst>
                                          <p:attrName>style.visibility</p:attrName>
                                        </p:attrNameLst>
                                      </p:cBhvr>
                                      <p:to>
                                        <p:strVal val="visible"/>
                                      </p:to>
                                    </p:set>
                                    <p:animEffect transition="in" filter="barn(inVertical)">
                                      <p:cBhvr>
                                        <p:cTn id="180" dur="500"/>
                                        <p:tgtEl>
                                          <p:spTgt spid="173"/>
                                        </p:tgtEl>
                                      </p:cBhvr>
                                    </p:animEffect>
                                  </p:childTnLst>
                                </p:cTn>
                              </p:par>
                              <p:par>
                                <p:cTn id="181" presetID="16" presetClass="entr" presetSubtype="21" fill="hold" grpId="0" nodeType="withEffect">
                                  <p:stCondLst>
                                    <p:cond delay="0"/>
                                  </p:stCondLst>
                                  <p:childTnLst>
                                    <p:set>
                                      <p:cBhvr>
                                        <p:cTn id="182" dur="1" fill="hold">
                                          <p:stCondLst>
                                            <p:cond delay="0"/>
                                          </p:stCondLst>
                                        </p:cTn>
                                        <p:tgtEl>
                                          <p:spTgt spid="157"/>
                                        </p:tgtEl>
                                        <p:attrNameLst>
                                          <p:attrName>style.visibility</p:attrName>
                                        </p:attrNameLst>
                                      </p:cBhvr>
                                      <p:to>
                                        <p:strVal val="visible"/>
                                      </p:to>
                                    </p:set>
                                    <p:animEffect transition="in" filter="barn(inVertical)">
                                      <p:cBhvr>
                                        <p:cTn id="183" dur="500"/>
                                        <p:tgtEl>
                                          <p:spTgt spid="157"/>
                                        </p:tgtEl>
                                      </p:cBhvr>
                                    </p:animEffect>
                                  </p:childTnLst>
                                </p:cTn>
                              </p:par>
                            </p:childTnLst>
                          </p:cTn>
                        </p:par>
                        <p:par>
                          <p:cTn id="184" fill="hold" nodeType="afterGroup">
                            <p:stCondLst>
                              <p:cond delay="1500"/>
                            </p:stCondLst>
                            <p:childTnLst>
                              <p:par>
                                <p:cTn id="185" presetID="22" presetClass="entr" presetSubtype="8" fill="hold" nodeType="afterEffect">
                                  <p:stCondLst>
                                    <p:cond delay="0"/>
                                  </p:stCondLst>
                                  <p:childTnLst>
                                    <p:set>
                                      <p:cBhvr>
                                        <p:cTn id="186" dur="1" fill="hold">
                                          <p:stCondLst>
                                            <p:cond delay="0"/>
                                          </p:stCondLst>
                                        </p:cTn>
                                        <p:tgtEl>
                                          <p:spTgt spid="180"/>
                                        </p:tgtEl>
                                        <p:attrNameLst>
                                          <p:attrName>style.visibility</p:attrName>
                                        </p:attrNameLst>
                                      </p:cBhvr>
                                      <p:to>
                                        <p:strVal val="visible"/>
                                      </p:to>
                                    </p:set>
                                    <p:animEffect transition="in" filter="wipe(left)">
                                      <p:cBhvr>
                                        <p:cTn id="187" dur="500"/>
                                        <p:tgtEl>
                                          <p:spTgt spid="180"/>
                                        </p:tgtEl>
                                      </p:cBhvr>
                                    </p:animEffect>
                                  </p:childTnLst>
                                </p:cTn>
                              </p:par>
                            </p:childTnLst>
                          </p:cTn>
                        </p:par>
                        <p:par>
                          <p:cTn id="188" fill="hold" nodeType="afterGroup">
                            <p:stCondLst>
                              <p:cond delay="2000"/>
                            </p:stCondLst>
                            <p:childTnLst>
                              <p:par>
                                <p:cTn id="189" presetID="42" presetClass="entr" presetSubtype="0" fill="hold" grpId="0" nodeType="afterEffect">
                                  <p:stCondLst>
                                    <p:cond delay="0"/>
                                  </p:stCondLst>
                                  <p:childTnLst>
                                    <p:set>
                                      <p:cBhvr>
                                        <p:cTn id="190" dur="1" fill="hold">
                                          <p:stCondLst>
                                            <p:cond delay="0"/>
                                          </p:stCondLst>
                                        </p:cTn>
                                        <p:tgtEl>
                                          <p:spTgt spid="181"/>
                                        </p:tgtEl>
                                        <p:attrNameLst>
                                          <p:attrName>style.visibility</p:attrName>
                                        </p:attrNameLst>
                                      </p:cBhvr>
                                      <p:to>
                                        <p:strVal val="visible"/>
                                      </p:to>
                                    </p:set>
                                    <p:animEffect transition="in" filter="fade">
                                      <p:cBhvr>
                                        <p:cTn id="191" dur="500"/>
                                        <p:tgtEl>
                                          <p:spTgt spid="181"/>
                                        </p:tgtEl>
                                      </p:cBhvr>
                                    </p:animEffect>
                                    <p:anim calcmode="lin" valueType="num">
                                      <p:cBhvr>
                                        <p:cTn id="192" dur="500" fill="hold"/>
                                        <p:tgtEl>
                                          <p:spTgt spid="181"/>
                                        </p:tgtEl>
                                        <p:attrNameLst>
                                          <p:attrName>ppt_x</p:attrName>
                                        </p:attrNameLst>
                                      </p:cBhvr>
                                      <p:tavLst>
                                        <p:tav tm="0">
                                          <p:val>
                                            <p:strVal val="#ppt_x"/>
                                          </p:val>
                                        </p:tav>
                                        <p:tav tm="100000">
                                          <p:val>
                                            <p:strVal val="#ppt_x"/>
                                          </p:val>
                                        </p:tav>
                                      </p:tavLst>
                                    </p:anim>
                                    <p:anim calcmode="lin" valueType="num">
                                      <p:cBhvr>
                                        <p:cTn id="193" dur="500" fill="hold"/>
                                        <p:tgtEl>
                                          <p:spTgt spid="181"/>
                                        </p:tgtEl>
                                        <p:attrNameLst>
                                          <p:attrName>ppt_y</p:attrName>
                                        </p:attrNameLst>
                                      </p:cBhvr>
                                      <p:tavLst>
                                        <p:tav tm="0">
                                          <p:val>
                                            <p:strVal val="#ppt_y+.1"/>
                                          </p:val>
                                        </p:tav>
                                        <p:tav tm="100000">
                                          <p:val>
                                            <p:strVal val="#ppt_y"/>
                                          </p:val>
                                        </p:tav>
                                      </p:tavLst>
                                    </p:anim>
                                  </p:childTnLst>
                                </p:cTn>
                              </p:par>
                            </p:childTnLst>
                          </p:cTn>
                        </p:par>
                        <p:par>
                          <p:cTn id="194" fill="hold" nodeType="afterGroup">
                            <p:stCondLst>
                              <p:cond delay="2500"/>
                            </p:stCondLst>
                            <p:childTnLst>
                              <p:par>
                                <p:cTn id="195" presetID="22" presetClass="entr" presetSubtype="8" fill="hold" nodeType="afterEffect">
                                  <p:stCondLst>
                                    <p:cond delay="0"/>
                                  </p:stCondLst>
                                  <p:childTnLst>
                                    <p:set>
                                      <p:cBhvr>
                                        <p:cTn id="196" dur="1" fill="hold">
                                          <p:stCondLst>
                                            <p:cond delay="0"/>
                                          </p:stCondLst>
                                        </p:cTn>
                                        <p:tgtEl>
                                          <p:spTgt spid="53"/>
                                        </p:tgtEl>
                                        <p:attrNameLst>
                                          <p:attrName>style.visibility</p:attrName>
                                        </p:attrNameLst>
                                      </p:cBhvr>
                                      <p:to>
                                        <p:strVal val="visible"/>
                                      </p:to>
                                    </p:set>
                                    <p:animEffect transition="in" filter="wipe(left)">
                                      <p:cBhvr>
                                        <p:cTn id="197" dur="500"/>
                                        <p:tgtEl>
                                          <p:spTgt spid="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p:bldP spid="139" grpId="0" animBg="1"/>
      <p:bldP spid="140" grpId="0" animBg="1"/>
      <p:bldP spid="141" grpId="0" animBg="1"/>
      <p:bldP spid="142" grpId="0" animBg="1"/>
      <p:bldP spid="155" grpId="0" animBg="1"/>
      <p:bldP spid="156" grpId="0" animBg="1"/>
      <p:bldP spid="157" grpId="0" animBg="1"/>
      <p:bldP spid="158" grpId="0" animBg="1"/>
      <p:bldP spid="159" grpId="0" animBg="1"/>
      <p:bldP spid="163" grpId="0" animBg="1"/>
      <p:bldP spid="164" grpId="0" animBg="1"/>
      <p:bldP spid="165" grpId="0" animBg="1"/>
      <p:bldP spid="166" grpId="0" animBg="1"/>
      <p:bldP spid="167" grpId="0" animBg="1"/>
      <p:bldP spid="168" grpId="0" animBg="1"/>
      <p:bldP spid="169" grpId="0" animBg="1"/>
      <p:bldP spid="170" grpId="0" animBg="1"/>
      <p:bldP spid="171" grpId="0" animBg="1"/>
      <p:bldP spid="172" grpId="0" animBg="1"/>
      <p:bldP spid="173" grpId="0" animBg="1"/>
      <p:bldP spid="131" grpId="0" animBg="1"/>
      <p:bldP spid="131" grpId="1" animBg="1"/>
      <p:bldP spid="146" grpId="0" animBg="1"/>
      <p:bldP spid="146" grpId="1" animBg="1"/>
      <p:bldP spid="181" grpId="0" animBg="1"/>
      <p:bldP spid="162"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5363" name="Group 3"/>
          <p:cNvGraphicFramePr>
            <a:graphicFrameLocks noGrp="1"/>
          </p:cNvGraphicFramePr>
          <p:nvPr/>
        </p:nvGraphicFramePr>
        <p:xfrm>
          <a:off x="415925" y="1338263"/>
          <a:ext cx="8312150" cy="5029202"/>
        </p:xfrm>
        <a:graphic>
          <a:graphicData uri="http://schemas.openxmlformats.org/drawingml/2006/table">
            <a:tbl>
              <a:tblPr/>
              <a:tblGrid>
                <a:gridCol w="1830388">
                  <a:extLst>
                    <a:ext uri="{9D8B030D-6E8A-4147-A177-3AD203B41FA5}">
                      <a16:colId xmlns:a16="http://schemas.microsoft.com/office/drawing/2014/main" val="20000"/>
                    </a:ext>
                  </a:extLst>
                </a:gridCol>
                <a:gridCol w="2212975">
                  <a:extLst>
                    <a:ext uri="{9D8B030D-6E8A-4147-A177-3AD203B41FA5}">
                      <a16:colId xmlns:a16="http://schemas.microsoft.com/office/drawing/2014/main" val="20001"/>
                    </a:ext>
                  </a:extLst>
                </a:gridCol>
                <a:gridCol w="2055812">
                  <a:extLst>
                    <a:ext uri="{9D8B030D-6E8A-4147-A177-3AD203B41FA5}">
                      <a16:colId xmlns:a16="http://schemas.microsoft.com/office/drawing/2014/main" val="20002"/>
                    </a:ext>
                  </a:extLst>
                </a:gridCol>
                <a:gridCol w="2212975">
                  <a:extLst>
                    <a:ext uri="{9D8B030D-6E8A-4147-A177-3AD203B41FA5}">
                      <a16:colId xmlns:a16="http://schemas.microsoft.com/office/drawing/2014/main" val="20003"/>
                    </a:ext>
                  </a:extLst>
                </a:gridCol>
              </a:tblGrid>
              <a:tr h="820738">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600" b="1" i="0" u="none" strike="noStrike" cap="none" normalizeH="0" baseline="0" dirty="0">
                          <a:ln>
                            <a:noFill/>
                          </a:ln>
                          <a:solidFill>
                            <a:srgbClr val="000000"/>
                          </a:solidFill>
                          <a:effectLst/>
                          <a:latin typeface="Arial" charset="0"/>
                          <a:ea typeface="Times New Roman" pitchFamily="18" charset="0"/>
                          <a:cs typeface="Arial" charset="0"/>
                        </a:rPr>
                        <a:t>Disk </a:t>
                      </a:r>
                      <a:r>
                        <a:rPr kumimoji="0" lang="en-US" sz="1600" b="1" i="0" u="none" strike="noStrike" cap="none" normalizeH="0" baseline="0" dirty="0" err="1">
                          <a:ln>
                            <a:noFill/>
                          </a:ln>
                          <a:solidFill>
                            <a:srgbClr val="000000"/>
                          </a:solidFill>
                          <a:effectLst/>
                          <a:latin typeface="Arial" charset="0"/>
                          <a:ea typeface="Times New Roman" pitchFamily="18" charset="0"/>
                          <a:cs typeface="Arial" charset="0"/>
                        </a:rPr>
                        <a:t>o’lchami</a:t>
                      </a:r>
                      <a:endParaRPr kumimoji="0" lang="en-US" sz="1600" b="0" i="0" u="none" strike="noStrike" cap="none" normalizeH="0" baseline="0" dirty="0">
                        <a:ln>
                          <a:noFill/>
                        </a:ln>
                        <a:solidFill>
                          <a:srgbClr val="000000"/>
                        </a:solidFill>
                        <a:effectLst/>
                        <a:latin typeface="Times New Roman" pitchFamily="18" charset="0"/>
                        <a:ea typeface="Times New Roman" pitchFamily="18" charset="0"/>
                        <a:cs typeface="Arial" charset="0"/>
                      </a:endParaRPr>
                    </a:p>
                  </a:txBody>
                  <a:tcPr marL="83338" marR="83338" marT="41669" marB="41669"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rgbClr val="E6E6E6"/>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600" b="1" i="0" u="none" strike="noStrike" cap="none" normalizeH="0" baseline="0" dirty="0">
                          <a:ln>
                            <a:noFill/>
                          </a:ln>
                          <a:solidFill>
                            <a:srgbClr val="000000"/>
                          </a:solidFill>
                          <a:effectLst/>
                          <a:latin typeface="Arial" charset="0"/>
                          <a:ea typeface="Times New Roman" pitchFamily="18" charset="0"/>
                          <a:cs typeface="Arial" charset="0"/>
                        </a:rPr>
                        <a:t>FAT 16</a:t>
                      </a:r>
                      <a:endParaRPr kumimoji="0" lang="en-US" sz="1600" b="0" i="0" u="none" strike="noStrike" cap="none" normalizeH="0" baseline="0" dirty="0">
                        <a:ln>
                          <a:noFill/>
                        </a:ln>
                        <a:solidFill>
                          <a:srgbClr val="000000"/>
                        </a:solidFill>
                        <a:effectLst/>
                        <a:latin typeface="Times New Roman" pitchFamily="18" charset="0"/>
                        <a:ea typeface="Times New Roman" pitchFamily="18" charset="0"/>
                        <a:cs typeface="Arial"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sz="1600" b="1" i="0" u="none" strike="noStrike" cap="none" normalizeH="0" baseline="0" dirty="0" err="1">
                          <a:ln>
                            <a:noFill/>
                          </a:ln>
                          <a:solidFill>
                            <a:srgbClr val="000000"/>
                          </a:solidFill>
                          <a:effectLst/>
                          <a:latin typeface="Arial" charset="0"/>
                          <a:ea typeface="Times New Roman" pitchFamily="18" charset="0"/>
                          <a:cs typeface="Arial" charset="0"/>
                        </a:rPr>
                        <a:t>klaster</a:t>
                      </a:r>
                      <a:r>
                        <a:rPr kumimoji="0" lang="en-US" sz="1600" b="1" i="0" u="none" strike="noStrike" cap="none" normalizeH="0" baseline="0" dirty="0">
                          <a:ln>
                            <a:noFill/>
                          </a:ln>
                          <a:solidFill>
                            <a:srgbClr val="000000"/>
                          </a:solidFill>
                          <a:effectLst/>
                          <a:latin typeface="Arial" charset="0"/>
                          <a:ea typeface="Times New Roman" pitchFamily="18" charset="0"/>
                          <a:cs typeface="Arial" charset="0"/>
                        </a:rPr>
                        <a:t> </a:t>
                      </a:r>
                      <a:r>
                        <a:rPr kumimoji="0" lang="en-US" sz="1600" b="1" i="0" u="none" strike="noStrike" cap="none" normalizeH="0" baseline="0" dirty="0" err="1">
                          <a:ln>
                            <a:noFill/>
                          </a:ln>
                          <a:solidFill>
                            <a:srgbClr val="000000"/>
                          </a:solidFill>
                          <a:effectLst/>
                          <a:latin typeface="Arial" charset="0"/>
                          <a:ea typeface="Times New Roman" pitchFamily="18" charset="0"/>
                          <a:cs typeface="Arial" charset="0"/>
                        </a:rPr>
                        <a:t>o’lchami</a:t>
                      </a:r>
                      <a:endParaRPr kumimoji="0" lang="en-US" sz="1600" b="0" i="0" u="none" strike="noStrike" cap="none" normalizeH="0" baseline="0" dirty="0">
                        <a:ln>
                          <a:noFill/>
                        </a:ln>
                        <a:solidFill>
                          <a:srgbClr val="000000"/>
                        </a:solidFill>
                        <a:effectLst/>
                        <a:latin typeface="Times New Roman" pitchFamily="18" charset="0"/>
                        <a:ea typeface="Times New Roman" pitchFamily="18" charset="0"/>
                        <a:cs typeface="Arial" charset="0"/>
                      </a:endParaRPr>
                    </a:p>
                  </a:txBody>
                  <a:tcPr marL="83338" marR="83338" marT="41669" marB="41669"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rgbClr val="E6E6E6"/>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600" b="1" i="0" u="none" strike="noStrike" cap="none" normalizeH="0" baseline="0" dirty="0">
                          <a:ln>
                            <a:noFill/>
                          </a:ln>
                          <a:solidFill>
                            <a:srgbClr val="000000"/>
                          </a:solidFill>
                          <a:effectLst/>
                          <a:latin typeface="Arial" charset="0"/>
                          <a:ea typeface="Times New Roman" pitchFamily="18" charset="0"/>
                          <a:cs typeface="Arial" charset="0"/>
                        </a:rPr>
                        <a:t>FAT 32</a:t>
                      </a:r>
                      <a:endParaRPr kumimoji="0" lang="en-US" sz="1600" b="0" i="0" u="none" strike="noStrike" cap="none" normalizeH="0" baseline="0" dirty="0">
                        <a:ln>
                          <a:noFill/>
                        </a:ln>
                        <a:solidFill>
                          <a:srgbClr val="000000"/>
                        </a:solidFill>
                        <a:effectLst/>
                        <a:latin typeface="Times New Roman" pitchFamily="18" charset="0"/>
                        <a:ea typeface="Times New Roman" pitchFamily="18" charset="0"/>
                        <a:cs typeface="Arial"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sz="1600" b="1" i="0" u="none" strike="noStrike" cap="none" normalizeH="0" baseline="0" dirty="0" err="1">
                          <a:ln>
                            <a:noFill/>
                          </a:ln>
                          <a:solidFill>
                            <a:srgbClr val="000000"/>
                          </a:solidFill>
                          <a:effectLst/>
                          <a:latin typeface="Arial" charset="0"/>
                          <a:ea typeface="Times New Roman" pitchFamily="18" charset="0"/>
                          <a:cs typeface="Arial" charset="0"/>
                        </a:rPr>
                        <a:t>klaster</a:t>
                      </a:r>
                      <a:r>
                        <a:rPr kumimoji="0" lang="en-US" sz="1600" b="1" i="0" u="none" strike="noStrike" cap="none" normalizeH="0" baseline="0" dirty="0">
                          <a:ln>
                            <a:noFill/>
                          </a:ln>
                          <a:solidFill>
                            <a:srgbClr val="000000"/>
                          </a:solidFill>
                          <a:effectLst/>
                          <a:latin typeface="Arial" charset="0"/>
                          <a:ea typeface="Times New Roman" pitchFamily="18" charset="0"/>
                          <a:cs typeface="Arial" charset="0"/>
                        </a:rPr>
                        <a:t> </a:t>
                      </a:r>
                      <a:r>
                        <a:rPr kumimoji="0" lang="en-US" sz="1600" b="1" i="0" u="none" strike="noStrike" cap="none" normalizeH="0" baseline="0" dirty="0" err="1">
                          <a:ln>
                            <a:noFill/>
                          </a:ln>
                          <a:solidFill>
                            <a:srgbClr val="000000"/>
                          </a:solidFill>
                          <a:effectLst/>
                          <a:latin typeface="Arial" charset="0"/>
                          <a:ea typeface="Times New Roman" pitchFamily="18" charset="0"/>
                          <a:cs typeface="Arial" charset="0"/>
                        </a:rPr>
                        <a:t>o’lchami</a:t>
                      </a:r>
                      <a:endParaRPr kumimoji="0" lang="en-US" sz="1600" b="0" i="0" u="none" strike="noStrike" cap="none" normalizeH="0" baseline="0" dirty="0">
                        <a:ln>
                          <a:noFill/>
                        </a:ln>
                        <a:solidFill>
                          <a:srgbClr val="000000"/>
                        </a:solidFill>
                        <a:effectLst/>
                        <a:latin typeface="Times New Roman" pitchFamily="18" charset="0"/>
                        <a:ea typeface="Times New Roman" pitchFamily="18" charset="0"/>
                        <a:cs typeface="Arial" charset="0"/>
                      </a:endParaRPr>
                    </a:p>
                  </a:txBody>
                  <a:tcPr marL="83338" marR="83338" marT="41669" marB="41669"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rgbClr val="E6E6E6"/>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600" b="1" i="0" u="none" strike="noStrike" cap="none" normalizeH="0" baseline="0" dirty="0">
                          <a:ln>
                            <a:noFill/>
                          </a:ln>
                          <a:solidFill>
                            <a:srgbClr val="000000"/>
                          </a:solidFill>
                          <a:effectLst/>
                          <a:latin typeface="Arial" charset="0"/>
                          <a:ea typeface="Times New Roman" pitchFamily="18" charset="0"/>
                          <a:cs typeface="Arial" charset="0"/>
                        </a:rPr>
                        <a:t>NTFS</a:t>
                      </a:r>
                      <a:endParaRPr kumimoji="0" lang="en-US" sz="1600" b="0" i="0" u="none" strike="noStrike" cap="none" normalizeH="0" baseline="0" dirty="0">
                        <a:ln>
                          <a:noFill/>
                        </a:ln>
                        <a:solidFill>
                          <a:srgbClr val="000000"/>
                        </a:solidFill>
                        <a:effectLst/>
                        <a:latin typeface="Times New Roman" pitchFamily="18" charset="0"/>
                        <a:ea typeface="Times New Roman" pitchFamily="18" charset="0"/>
                        <a:cs typeface="Arial"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sz="1600" b="1" i="0" u="none" strike="noStrike" cap="none" normalizeH="0" baseline="0" dirty="0" err="1">
                          <a:ln>
                            <a:noFill/>
                          </a:ln>
                          <a:solidFill>
                            <a:srgbClr val="000000"/>
                          </a:solidFill>
                          <a:effectLst/>
                          <a:latin typeface="Arial" charset="0"/>
                          <a:ea typeface="Times New Roman" pitchFamily="18" charset="0"/>
                          <a:cs typeface="Arial" charset="0"/>
                        </a:rPr>
                        <a:t>klaster</a:t>
                      </a:r>
                      <a:r>
                        <a:rPr kumimoji="0" lang="en-US" sz="1600" b="1" i="0" u="none" strike="noStrike" cap="none" normalizeH="0" baseline="0" dirty="0">
                          <a:ln>
                            <a:noFill/>
                          </a:ln>
                          <a:solidFill>
                            <a:srgbClr val="000000"/>
                          </a:solidFill>
                          <a:effectLst/>
                          <a:latin typeface="Arial" charset="0"/>
                          <a:ea typeface="Times New Roman" pitchFamily="18" charset="0"/>
                          <a:cs typeface="Arial" charset="0"/>
                        </a:rPr>
                        <a:t> </a:t>
                      </a:r>
                      <a:r>
                        <a:rPr kumimoji="0" lang="en-US" sz="1600" b="1" i="0" u="none" strike="noStrike" cap="none" normalizeH="0" baseline="0" dirty="0" err="1">
                          <a:ln>
                            <a:noFill/>
                          </a:ln>
                          <a:solidFill>
                            <a:srgbClr val="000000"/>
                          </a:solidFill>
                          <a:effectLst/>
                          <a:latin typeface="Arial" charset="0"/>
                          <a:ea typeface="Times New Roman" pitchFamily="18" charset="0"/>
                          <a:cs typeface="Arial" charset="0"/>
                        </a:rPr>
                        <a:t>o’lchami</a:t>
                      </a:r>
                      <a:endParaRPr kumimoji="0" lang="en-US" sz="1600" b="0" i="0" u="none" strike="noStrike" cap="none" normalizeH="0" baseline="0" dirty="0">
                        <a:ln>
                          <a:noFill/>
                        </a:ln>
                        <a:solidFill>
                          <a:srgbClr val="000000"/>
                        </a:solidFill>
                        <a:effectLst/>
                        <a:latin typeface="Times New Roman" pitchFamily="18" charset="0"/>
                        <a:ea typeface="Times New Roman" pitchFamily="18" charset="0"/>
                        <a:cs typeface="Arial" charset="0"/>
                      </a:endParaRPr>
                    </a:p>
                  </a:txBody>
                  <a:tcPr marL="83338" marR="83338" marT="41669" marB="41669"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rgbClr val="E6E6E6"/>
                    </a:solidFill>
                  </a:tcPr>
                </a:tc>
                <a:extLst>
                  <a:ext uri="{0D108BD9-81ED-4DB2-BD59-A6C34878D82A}">
                    <a16:rowId xmlns:a16="http://schemas.microsoft.com/office/drawing/2014/main" val="10000"/>
                  </a:ext>
                </a:extLst>
              </a:tr>
              <a:tr h="492125">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100" b="1" i="0" u="none" strike="noStrike" cap="none" normalizeH="0" baseline="0" dirty="0">
                          <a:ln>
                            <a:noFill/>
                          </a:ln>
                          <a:solidFill>
                            <a:schemeClr val="tx1"/>
                          </a:solidFill>
                          <a:effectLst/>
                          <a:latin typeface="Arial" charset="0"/>
                          <a:ea typeface="Times New Roman" pitchFamily="18" charset="0"/>
                          <a:cs typeface="Arial" charset="0"/>
                        </a:rPr>
                        <a:t>260 to  511 MB</a:t>
                      </a:r>
                      <a:endParaRPr kumimoji="0" lang="en-US" sz="2200" b="1" i="0" u="none" strike="noStrike" cap="none" normalizeH="0" baseline="0" dirty="0">
                        <a:ln>
                          <a:noFill/>
                        </a:ln>
                        <a:solidFill>
                          <a:schemeClr val="tx1"/>
                        </a:solidFill>
                        <a:effectLst/>
                        <a:latin typeface="Times New Roman" pitchFamily="18" charset="0"/>
                        <a:ea typeface="Times New Roman" pitchFamily="18" charset="0"/>
                        <a:cs typeface="Arial" charset="0"/>
                      </a:endParaRPr>
                    </a:p>
                  </a:txBody>
                  <a:tcPr marL="83338" marR="83338" marT="41669" marB="41669"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100" b="1" i="0" u="none" strike="noStrike" cap="none" normalizeH="0" baseline="0" dirty="0">
                          <a:ln>
                            <a:noFill/>
                          </a:ln>
                          <a:solidFill>
                            <a:schemeClr val="tx1"/>
                          </a:solidFill>
                          <a:effectLst/>
                          <a:latin typeface="Arial" charset="0"/>
                          <a:ea typeface="Times New Roman" pitchFamily="18" charset="0"/>
                          <a:cs typeface="Arial" charset="0"/>
                        </a:rPr>
                        <a:t>8 KB (16 sectors)</a:t>
                      </a:r>
                      <a:endParaRPr kumimoji="0" lang="en-US" sz="2200" b="1" i="0" u="none" strike="noStrike" cap="none" normalizeH="0" baseline="0" dirty="0">
                        <a:ln>
                          <a:noFill/>
                        </a:ln>
                        <a:solidFill>
                          <a:schemeClr val="tx1"/>
                        </a:solidFill>
                        <a:effectLst/>
                        <a:latin typeface="Times New Roman" pitchFamily="18" charset="0"/>
                        <a:ea typeface="Times New Roman" pitchFamily="18" charset="0"/>
                        <a:cs typeface="Arial" charset="0"/>
                      </a:endParaRPr>
                    </a:p>
                  </a:txBody>
                  <a:tcPr marL="83338" marR="83338" marT="41669" marB="41669"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100" b="1" i="0" u="none" strike="noStrike" cap="none" normalizeH="0" baseline="0" dirty="0">
                          <a:ln>
                            <a:noFill/>
                          </a:ln>
                          <a:solidFill>
                            <a:schemeClr val="tx1"/>
                          </a:solidFill>
                          <a:effectLst/>
                          <a:latin typeface="Arial" charset="0"/>
                          <a:ea typeface="Times New Roman" pitchFamily="18" charset="0"/>
                          <a:cs typeface="Arial" charset="0"/>
                        </a:rPr>
                        <a:t>Not Supported</a:t>
                      </a:r>
                      <a:endParaRPr kumimoji="0" lang="uz-Cyrl-UZ" sz="1100" b="1" i="0" u="none" strike="noStrike" cap="none" normalizeH="0" baseline="0" dirty="0">
                        <a:ln>
                          <a:noFill/>
                        </a:ln>
                        <a:solidFill>
                          <a:schemeClr val="tx1"/>
                        </a:solidFill>
                        <a:effectLst/>
                        <a:latin typeface="Arial" charset="0"/>
                        <a:ea typeface="Times New Roman" pitchFamily="18" charset="0"/>
                        <a:cs typeface="Arial"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uz-Cyrl-UZ" sz="1100" b="1" i="0" u="none" strike="noStrike" cap="none" normalizeH="0" baseline="0" dirty="0">
                          <a:ln>
                            <a:noFill/>
                          </a:ln>
                          <a:solidFill>
                            <a:schemeClr val="tx1"/>
                          </a:solidFill>
                          <a:effectLst/>
                          <a:latin typeface="Arial" charset="0"/>
                          <a:ea typeface="Times New Roman" pitchFamily="18" charset="0"/>
                          <a:cs typeface="Arial" charset="0"/>
                        </a:rPr>
                        <a:t>(Не поддерживается)</a:t>
                      </a:r>
                      <a:endParaRPr kumimoji="0" lang="en-US" sz="2200" b="1" i="0" u="none" strike="noStrike" cap="none" normalizeH="0" baseline="0" dirty="0">
                        <a:ln>
                          <a:noFill/>
                        </a:ln>
                        <a:solidFill>
                          <a:schemeClr val="tx1"/>
                        </a:solidFill>
                        <a:effectLst/>
                        <a:latin typeface="Times New Roman" pitchFamily="18" charset="0"/>
                        <a:ea typeface="Times New Roman" pitchFamily="18" charset="0"/>
                        <a:cs typeface="Arial" charset="0"/>
                      </a:endParaRPr>
                    </a:p>
                  </a:txBody>
                  <a:tcPr marL="83338" marR="83338" marT="41669" marB="41669"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100" b="1" i="0" u="none" strike="noStrike" cap="none" normalizeH="0" baseline="0">
                          <a:ln>
                            <a:noFill/>
                          </a:ln>
                          <a:solidFill>
                            <a:schemeClr val="tx1"/>
                          </a:solidFill>
                          <a:effectLst/>
                          <a:latin typeface="Arial" charset="0"/>
                          <a:ea typeface="Times New Roman" pitchFamily="18" charset="0"/>
                          <a:cs typeface="Arial" charset="0"/>
                        </a:rPr>
                        <a:t>512 bytes (1 sector)</a:t>
                      </a:r>
                      <a:endParaRPr kumimoji="0" lang="en-US" sz="2200" b="1" i="0" u="none" strike="noStrike" cap="none" normalizeH="0" baseline="0">
                        <a:ln>
                          <a:noFill/>
                        </a:ln>
                        <a:solidFill>
                          <a:schemeClr val="tx1"/>
                        </a:solidFill>
                        <a:effectLst/>
                        <a:latin typeface="Times New Roman" pitchFamily="18" charset="0"/>
                        <a:ea typeface="Times New Roman" pitchFamily="18" charset="0"/>
                        <a:cs typeface="Arial" charset="0"/>
                      </a:endParaRPr>
                    </a:p>
                  </a:txBody>
                  <a:tcPr marL="83338" marR="83338" marT="41669" marB="41669"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1"/>
                  </a:ext>
                </a:extLst>
              </a:tr>
              <a:tr h="490538">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100" b="1" i="0" u="none" strike="noStrike" cap="none" normalizeH="0" baseline="0">
                          <a:ln>
                            <a:noFill/>
                          </a:ln>
                          <a:solidFill>
                            <a:schemeClr val="tx1"/>
                          </a:solidFill>
                          <a:effectLst/>
                          <a:latin typeface="Arial" charset="0"/>
                          <a:ea typeface="Times New Roman" pitchFamily="18" charset="0"/>
                          <a:cs typeface="Arial" charset="0"/>
                        </a:rPr>
                        <a:t>512 to 1023 MB</a:t>
                      </a:r>
                      <a:endParaRPr kumimoji="0" lang="en-US" sz="2200" b="1" i="0" u="none" strike="noStrike" cap="none" normalizeH="0" baseline="0">
                        <a:ln>
                          <a:noFill/>
                        </a:ln>
                        <a:solidFill>
                          <a:schemeClr val="tx1"/>
                        </a:solidFill>
                        <a:effectLst/>
                        <a:latin typeface="Times New Roman" pitchFamily="18" charset="0"/>
                        <a:ea typeface="Times New Roman" pitchFamily="18" charset="0"/>
                        <a:cs typeface="Arial" charset="0"/>
                      </a:endParaRPr>
                    </a:p>
                  </a:txBody>
                  <a:tcPr marL="83338" marR="83338" marT="41669" marB="41669"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100" b="1" i="0" u="none" strike="noStrike" cap="none" normalizeH="0" baseline="0" dirty="0">
                          <a:ln>
                            <a:noFill/>
                          </a:ln>
                          <a:solidFill>
                            <a:schemeClr val="tx1"/>
                          </a:solidFill>
                          <a:effectLst/>
                          <a:latin typeface="Arial" charset="0"/>
                          <a:ea typeface="Times New Roman" pitchFamily="18" charset="0"/>
                          <a:cs typeface="Arial" charset="0"/>
                        </a:rPr>
                        <a:t>16 KB (32 sectors)</a:t>
                      </a:r>
                      <a:endParaRPr kumimoji="0" lang="en-US" sz="2200" b="1" i="0" u="none" strike="noStrike" cap="none" normalizeH="0" baseline="0" dirty="0">
                        <a:ln>
                          <a:noFill/>
                        </a:ln>
                        <a:solidFill>
                          <a:schemeClr val="tx1"/>
                        </a:solidFill>
                        <a:effectLst/>
                        <a:latin typeface="Times New Roman" pitchFamily="18" charset="0"/>
                        <a:ea typeface="Times New Roman" pitchFamily="18" charset="0"/>
                        <a:cs typeface="Arial" charset="0"/>
                      </a:endParaRPr>
                    </a:p>
                  </a:txBody>
                  <a:tcPr marL="83338" marR="83338" marT="41669" marB="41669"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100" b="1" i="0" u="none" strike="noStrike" cap="none" normalizeH="0" baseline="0" dirty="0">
                          <a:ln>
                            <a:noFill/>
                          </a:ln>
                          <a:solidFill>
                            <a:schemeClr val="tx1"/>
                          </a:solidFill>
                          <a:effectLst/>
                          <a:latin typeface="Arial" charset="0"/>
                          <a:ea typeface="Times New Roman" pitchFamily="18" charset="0"/>
                          <a:cs typeface="Arial" charset="0"/>
                        </a:rPr>
                        <a:t>4 KB (8 sectors)</a:t>
                      </a:r>
                      <a:endParaRPr kumimoji="0" lang="en-US" sz="2200" b="1" i="0" u="none" strike="noStrike" cap="none" normalizeH="0" baseline="0" dirty="0">
                        <a:ln>
                          <a:noFill/>
                        </a:ln>
                        <a:solidFill>
                          <a:schemeClr val="tx1"/>
                        </a:solidFill>
                        <a:effectLst/>
                        <a:latin typeface="Times New Roman" pitchFamily="18" charset="0"/>
                        <a:ea typeface="Times New Roman" pitchFamily="18" charset="0"/>
                        <a:cs typeface="Arial" charset="0"/>
                      </a:endParaRPr>
                    </a:p>
                  </a:txBody>
                  <a:tcPr marL="83338" marR="83338" marT="41669" marB="41669"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100" b="1" i="0" u="none" strike="noStrike" cap="none" normalizeH="0" baseline="0">
                          <a:ln>
                            <a:noFill/>
                          </a:ln>
                          <a:solidFill>
                            <a:schemeClr val="tx1"/>
                          </a:solidFill>
                          <a:effectLst/>
                          <a:latin typeface="Arial" charset="0"/>
                          <a:ea typeface="Times New Roman" pitchFamily="18" charset="0"/>
                          <a:cs typeface="Arial" charset="0"/>
                        </a:rPr>
                        <a:t>1KB (2 sectors)</a:t>
                      </a:r>
                      <a:endParaRPr kumimoji="0" lang="en-US" sz="2200" b="1" i="0" u="none" strike="noStrike" cap="none" normalizeH="0" baseline="0">
                        <a:ln>
                          <a:noFill/>
                        </a:ln>
                        <a:solidFill>
                          <a:schemeClr val="tx1"/>
                        </a:solidFill>
                        <a:effectLst/>
                        <a:latin typeface="Times New Roman" pitchFamily="18" charset="0"/>
                        <a:ea typeface="Times New Roman" pitchFamily="18" charset="0"/>
                        <a:cs typeface="Arial" charset="0"/>
                      </a:endParaRPr>
                    </a:p>
                  </a:txBody>
                  <a:tcPr marL="83338" marR="83338" marT="41669" marB="41669"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2"/>
                  </a:ext>
                </a:extLst>
              </a:tr>
              <a:tr h="492125">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100" b="1" i="0" u="none" strike="noStrike" cap="none" normalizeH="0" baseline="0">
                          <a:ln>
                            <a:noFill/>
                          </a:ln>
                          <a:solidFill>
                            <a:schemeClr val="tx1"/>
                          </a:solidFill>
                          <a:effectLst/>
                          <a:latin typeface="Arial" charset="0"/>
                          <a:ea typeface="Times New Roman" pitchFamily="18" charset="0"/>
                          <a:cs typeface="Arial" charset="0"/>
                        </a:rPr>
                        <a:t>1024 MB to 2 GB</a:t>
                      </a:r>
                      <a:endParaRPr kumimoji="0" lang="en-US" sz="2200" b="1" i="0" u="none" strike="noStrike" cap="none" normalizeH="0" baseline="0">
                        <a:ln>
                          <a:noFill/>
                        </a:ln>
                        <a:solidFill>
                          <a:schemeClr val="tx1"/>
                        </a:solidFill>
                        <a:effectLst/>
                        <a:latin typeface="Times New Roman" pitchFamily="18" charset="0"/>
                        <a:ea typeface="Times New Roman" pitchFamily="18" charset="0"/>
                        <a:cs typeface="Arial" charset="0"/>
                      </a:endParaRPr>
                    </a:p>
                  </a:txBody>
                  <a:tcPr marL="83338" marR="83338" marT="41669" marB="41669"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100" b="1" i="0" u="none" strike="noStrike" cap="none" normalizeH="0" baseline="0" dirty="0">
                          <a:ln>
                            <a:noFill/>
                          </a:ln>
                          <a:solidFill>
                            <a:schemeClr val="tx1"/>
                          </a:solidFill>
                          <a:effectLst/>
                          <a:latin typeface="Arial" charset="0"/>
                          <a:ea typeface="Times New Roman" pitchFamily="18" charset="0"/>
                          <a:cs typeface="Arial" charset="0"/>
                        </a:rPr>
                        <a:t>32 KB (64 sectors)</a:t>
                      </a:r>
                      <a:endParaRPr kumimoji="0" lang="en-US" sz="2200" b="1" i="0" u="none" strike="noStrike" cap="none" normalizeH="0" baseline="0" dirty="0">
                        <a:ln>
                          <a:noFill/>
                        </a:ln>
                        <a:solidFill>
                          <a:schemeClr val="tx1"/>
                        </a:solidFill>
                        <a:effectLst/>
                        <a:latin typeface="Times New Roman" pitchFamily="18" charset="0"/>
                        <a:ea typeface="Times New Roman" pitchFamily="18" charset="0"/>
                        <a:cs typeface="Arial" charset="0"/>
                      </a:endParaRPr>
                    </a:p>
                  </a:txBody>
                  <a:tcPr marL="83338" marR="83338" marT="41669" marB="41669"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100" b="1" i="0" u="none" strike="noStrike" cap="none" normalizeH="0" baseline="0" dirty="0">
                          <a:ln>
                            <a:noFill/>
                          </a:ln>
                          <a:solidFill>
                            <a:schemeClr val="tx1"/>
                          </a:solidFill>
                          <a:effectLst/>
                          <a:latin typeface="Arial" charset="0"/>
                          <a:ea typeface="Times New Roman" pitchFamily="18" charset="0"/>
                          <a:cs typeface="Arial" charset="0"/>
                        </a:rPr>
                        <a:t>4 KB (8 sectors)</a:t>
                      </a:r>
                      <a:endParaRPr kumimoji="0" lang="en-US" sz="2200" b="1" i="0" u="none" strike="noStrike" cap="none" normalizeH="0" baseline="0" dirty="0">
                        <a:ln>
                          <a:noFill/>
                        </a:ln>
                        <a:solidFill>
                          <a:schemeClr val="tx1"/>
                        </a:solidFill>
                        <a:effectLst/>
                        <a:latin typeface="Times New Roman" pitchFamily="18" charset="0"/>
                        <a:ea typeface="Times New Roman" pitchFamily="18" charset="0"/>
                        <a:cs typeface="Arial" charset="0"/>
                      </a:endParaRPr>
                    </a:p>
                  </a:txBody>
                  <a:tcPr marL="83338" marR="83338" marT="41669" marB="41669"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100" b="1" i="0" u="none" strike="noStrike" cap="none" normalizeH="0" baseline="0">
                          <a:ln>
                            <a:noFill/>
                          </a:ln>
                          <a:solidFill>
                            <a:schemeClr val="tx1"/>
                          </a:solidFill>
                          <a:effectLst/>
                          <a:latin typeface="Arial" charset="0"/>
                          <a:ea typeface="Times New Roman" pitchFamily="18" charset="0"/>
                          <a:cs typeface="Arial" charset="0"/>
                        </a:rPr>
                        <a:t>2 KB (4 sectors)</a:t>
                      </a:r>
                      <a:endParaRPr kumimoji="0" lang="en-US" sz="2200" b="1" i="0" u="none" strike="noStrike" cap="none" normalizeH="0" baseline="0">
                        <a:ln>
                          <a:noFill/>
                        </a:ln>
                        <a:solidFill>
                          <a:schemeClr val="tx1"/>
                        </a:solidFill>
                        <a:effectLst/>
                        <a:latin typeface="Times New Roman" pitchFamily="18" charset="0"/>
                        <a:ea typeface="Times New Roman" pitchFamily="18" charset="0"/>
                        <a:cs typeface="Arial" charset="0"/>
                      </a:endParaRPr>
                    </a:p>
                  </a:txBody>
                  <a:tcPr marL="83338" marR="83338" marT="41669" marB="41669"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3"/>
                  </a:ext>
                </a:extLst>
              </a:tr>
              <a:tr h="492125">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100" b="1" i="0" u="none" strike="noStrike" cap="none" normalizeH="0" baseline="0">
                          <a:ln>
                            <a:noFill/>
                          </a:ln>
                          <a:solidFill>
                            <a:schemeClr val="tx1"/>
                          </a:solidFill>
                          <a:effectLst/>
                          <a:latin typeface="Arial" charset="0"/>
                          <a:ea typeface="Times New Roman" pitchFamily="18" charset="0"/>
                          <a:cs typeface="Arial" charset="0"/>
                        </a:rPr>
                        <a:t>2 to 4 GB</a:t>
                      </a:r>
                      <a:endParaRPr kumimoji="0" lang="en-US" sz="2200" b="1" i="0" u="none" strike="noStrike" cap="none" normalizeH="0" baseline="0">
                        <a:ln>
                          <a:noFill/>
                        </a:ln>
                        <a:solidFill>
                          <a:schemeClr val="tx1"/>
                        </a:solidFill>
                        <a:effectLst/>
                        <a:latin typeface="Times New Roman" pitchFamily="18" charset="0"/>
                        <a:ea typeface="Times New Roman" pitchFamily="18" charset="0"/>
                        <a:cs typeface="Arial" charset="0"/>
                      </a:endParaRPr>
                    </a:p>
                  </a:txBody>
                  <a:tcPr marL="83338" marR="83338" marT="41669" marB="41669"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100" b="1" i="0" u="none" strike="noStrike" cap="none" normalizeH="0" baseline="0">
                          <a:ln>
                            <a:noFill/>
                          </a:ln>
                          <a:solidFill>
                            <a:schemeClr val="tx1"/>
                          </a:solidFill>
                          <a:effectLst/>
                          <a:latin typeface="Arial" charset="0"/>
                          <a:ea typeface="Times New Roman" pitchFamily="18" charset="0"/>
                          <a:cs typeface="Arial" charset="0"/>
                        </a:rPr>
                        <a:t>64 KB (128 sectors)</a:t>
                      </a:r>
                      <a:endParaRPr kumimoji="0" lang="en-US" sz="2200" b="1" i="0" u="none" strike="noStrike" cap="none" normalizeH="0" baseline="0">
                        <a:ln>
                          <a:noFill/>
                        </a:ln>
                        <a:solidFill>
                          <a:schemeClr val="tx1"/>
                        </a:solidFill>
                        <a:effectLst/>
                        <a:latin typeface="Times New Roman" pitchFamily="18" charset="0"/>
                        <a:ea typeface="Times New Roman" pitchFamily="18" charset="0"/>
                        <a:cs typeface="Arial" charset="0"/>
                      </a:endParaRPr>
                    </a:p>
                  </a:txBody>
                  <a:tcPr marL="83338" marR="83338" marT="41669" marB="41669"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100" b="1" i="0" u="none" strike="noStrike" cap="none" normalizeH="0" baseline="0" dirty="0">
                          <a:ln>
                            <a:noFill/>
                          </a:ln>
                          <a:solidFill>
                            <a:schemeClr val="tx1"/>
                          </a:solidFill>
                          <a:effectLst/>
                          <a:latin typeface="Arial" charset="0"/>
                          <a:ea typeface="Times New Roman" pitchFamily="18" charset="0"/>
                          <a:cs typeface="Arial" charset="0"/>
                        </a:rPr>
                        <a:t>4 KB (8 sectors)</a:t>
                      </a:r>
                      <a:endParaRPr kumimoji="0" lang="en-US" sz="2200" b="1" i="0" u="none" strike="noStrike" cap="none" normalizeH="0" baseline="0" dirty="0">
                        <a:ln>
                          <a:noFill/>
                        </a:ln>
                        <a:solidFill>
                          <a:schemeClr val="tx1"/>
                        </a:solidFill>
                        <a:effectLst/>
                        <a:latin typeface="Times New Roman" pitchFamily="18" charset="0"/>
                        <a:ea typeface="Times New Roman" pitchFamily="18" charset="0"/>
                        <a:cs typeface="Arial" charset="0"/>
                      </a:endParaRPr>
                    </a:p>
                  </a:txBody>
                  <a:tcPr marL="83338" marR="83338" marT="41669" marB="41669"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100" b="1" i="0" u="none" strike="noStrike" cap="none" normalizeH="0" baseline="0">
                          <a:ln>
                            <a:noFill/>
                          </a:ln>
                          <a:solidFill>
                            <a:schemeClr val="tx1"/>
                          </a:solidFill>
                          <a:effectLst/>
                          <a:latin typeface="Arial" charset="0"/>
                          <a:ea typeface="Times New Roman" pitchFamily="18" charset="0"/>
                          <a:cs typeface="Arial" charset="0"/>
                        </a:rPr>
                        <a:t>4 KB (8 sectors)</a:t>
                      </a:r>
                      <a:endParaRPr kumimoji="0" lang="en-US" sz="2200" b="1" i="0" u="none" strike="noStrike" cap="none" normalizeH="0" baseline="0">
                        <a:ln>
                          <a:noFill/>
                        </a:ln>
                        <a:solidFill>
                          <a:schemeClr val="tx1"/>
                        </a:solidFill>
                        <a:effectLst/>
                        <a:latin typeface="Times New Roman" pitchFamily="18" charset="0"/>
                        <a:ea typeface="Times New Roman" pitchFamily="18" charset="0"/>
                        <a:cs typeface="Arial" charset="0"/>
                      </a:endParaRPr>
                    </a:p>
                  </a:txBody>
                  <a:tcPr marL="83338" marR="83338" marT="41669" marB="41669"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4"/>
                  </a:ext>
                </a:extLst>
              </a:tr>
              <a:tr h="492125">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100" b="1" i="0" u="none" strike="noStrike" cap="none" normalizeH="0" baseline="0">
                          <a:ln>
                            <a:noFill/>
                          </a:ln>
                          <a:solidFill>
                            <a:schemeClr val="tx1"/>
                          </a:solidFill>
                          <a:effectLst/>
                          <a:latin typeface="Arial" charset="0"/>
                          <a:ea typeface="Times New Roman" pitchFamily="18" charset="0"/>
                          <a:cs typeface="Arial" charset="0"/>
                        </a:rPr>
                        <a:t>4 to 8 GB</a:t>
                      </a:r>
                      <a:endParaRPr kumimoji="0" lang="en-US" sz="2200" b="1" i="0" u="none" strike="noStrike" cap="none" normalizeH="0" baseline="0">
                        <a:ln>
                          <a:noFill/>
                        </a:ln>
                        <a:solidFill>
                          <a:schemeClr val="tx1"/>
                        </a:solidFill>
                        <a:effectLst/>
                        <a:latin typeface="Times New Roman" pitchFamily="18" charset="0"/>
                        <a:ea typeface="Times New Roman" pitchFamily="18" charset="0"/>
                        <a:cs typeface="Arial" charset="0"/>
                      </a:endParaRPr>
                    </a:p>
                  </a:txBody>
                  <a:tcPr marL="83338" marR="83338" marT="41669" marB="41669"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ru-RU" sz="1100" b="1" i="0" u="none" strike="noStrike" cap="none" normalizeH="0" baseline="0" dirty="0">
                          <a:ln>
                            <a:noFill/>
                          </a:ln>
                          <a:solidFill>
                            <a:schemeClr val="tx1"/>
                          </a:solidFill>
                          <a:effectLst/>
                          <a:latin typeface="Arial" charset="0"/>
                          <a:ea typeface="Times New Roman" pitchFamily="18" charset="0"/>
                          <a:cs typeface="Arial" charset="0"/>
                        </a:rPr>
                        <a:t>Не поддерживается</a:t>
                      </a:r>
                      <a:endParaRPr kumimoji="0" lang="en-US" sz="2200" b="1" i="0" u="none" strike="noStrike" cap="none" normalizeH="0" baseline="0" dirty="0">
                        <a:ln>
                          <a:noFill/>
                        </a:ln>
                        <a:solidFill>
                          <a:schemeClr val="tx1"/>
                        </a:solidFill>
                        <a:effectLst/>
                        <a:latin typeface="Times New Roman" pitchFamily="18" charset="0"/>
                        <a:ea typeface="Times New Roman" pitchFamily="18" charset="0"/>
                        <a:cs typeface="Arial" charset="0"/>
                      </a:endParaRPr>
                    </a:p>
                  </a:txBody>
                  <a:tcPr marL="83338" marR="83338" marT="41669" marB="41669"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100" b="1" i="0" u="none" strike="noStrike" cap="none" normalizeH="0" baseline="0" dirty="0">
                          <a:ln>
                            <a:noFill/>
                          </a:ln>
                          <a:solidFill>
                            <a:schemeClr val="tx1"/>
                          </a:solidFill>
                          <a:effectLst/>
                          <a:latin typeface="Arial" charset="0"/>
                          <a:ea typeface="Times New Roman" pitchFamily="18" charset="0"/>
                          <a:cs typeface="Arial" charset="0"/>
                        </a:rPr>
                        <a:t>4 KB (8 sectors)</a:t>
                      </a:r>
                      <a:endParaRPr kumimoji="0" lang="en-US" sz="2200" b="1" i="0" u="none" strike="noStrike" cap="none" normalizeH="0" baseline="0" dirty="0">
                        <a:ln>
                          <a:noFill/>
                        </a:ln>
                        <a:solidFill>
                          <a:schemeClr val="tx1"/>
                        </a:solidFill>
                        <a:effectLst/>
                        <a:latin typeface="Times New Roman" pitchFamily="18" charset="0"/>
                        <a:ea typeface="Times New Roman" pitchFamily="18" charset="0"/>
                        <a:cs typeface="Arial" charset="0"/>
                      </a:endParaRPr>
                    </a:p>
                  </a:txBody>
                  <a:tcPr marL="83338" marR="83338" marT="41669" marB="41669"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100" b="1" i="0" u="none" strike="noStrike" cap="none" normalizeH="0" baseline="0">
                          <a:ln>
                            <a:noFill/>
                          </a:ln>
                          <a:solidFill>
                            <a:schemeClr val="tx1"/>
                          </a:solidFill>
                          <a:effectLst/>
                          <a:latin typeface="Arial" charset="0"/>
                          <a:ea typeface="Times New Roman" pitchFamily="18" charset="0"/>
                          <a:cs typeface="Arial" charset="0"/>
                        </a:rPr>
                        <a:t>8 KB (16 sectors)</a:t>
                      </a:r>
                      <a:endParaRPr kumimoji="0" lang="en-US" sz="2200" b="1" i="0" u="none" strike="noStrike" cap="none" normalizeH="0" baseline="0">
                        <a:ln>
                          <a:noFill/>
                        </a:ln>
                        <a:solidFill>
                          <a:schemeClr val="tx1"/>
                        </a:solidFill>
                        <a:effectLst/>
                        <a:latin typeface="Times New Roman" pitchFamily="18" charset="0"/>
                        <a:ea typeface="Times New Roman" pitchFamily="18" charset="0"/>
                        <a:cs typeface="Arial" charset="0"/>
                      </a:endParaRPr>
                    </a:p>
                  </a:txBody>
                  <a:tcPr marL="83338" marR="83338" marT="41669" marB="41669"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5"/>
                  </a:ext>
                </a:extLst>
              </a:tr>
              <a:tr h="492125">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100" b="1" i="0" u="none" strike="noStrike" cap="none" normalizeH="0" baseline="0">
                          <a:ln>
                            <a:noFill/>
                          </a:ln>
                          <a:solidFill>
                            <a:schemeClr val="tx1"/>
                          </a:solidFill>
                          <a:effectLst/>
                          <a:latin typeface="Arial" charset="0"/>
                          <a:ea typeface="Times New Roman" pitchFamily="18" charset="0"/>
                          <a:cs typeface="Arial" charset="0"/>
                        </a:rPr>
                        <a:t>8 to 16 GB</a:t>
                      </a:r>
                      <a:endParaRPr kumimoji="0" lang="en-US" sz="2200" b="1" i="0" u="none" strike="noStrike" cap="none" normalizeH="0" baseline="0">
                        <a:ln>
                          <a:noFill/>
                        </a:ln>
                        <a:solidFill>
                          <a:schemeClr val="tx1"/>
                        </a:solidFill>
                        <a:effectLst/>
                        <a:latin typeface="Times New Roman" pitchFamily="18" charset="0"/>
                        <a:ea typeface="Times New Roman" pitchFamily="18" charset="0"/>
                        <a:cs typeface="Arial" charset="0"/>
                      </a:endParaRPr>
                    </a:p>
                  </a:txBody>
                  <a:tcPr marL="83338" marR="83338" marT="41669" marB="41669"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ru-RU" sz="1100" b="1" i="0" u="none" strike="noStrike" cap="none" normalizeH="0" baseline="0" dirty="0">
                          <a:ln>
                            <a:noFill/>
                          </a:ln>
                          <a:solidFill>
                            <a:schemeClr val="tx1"/>
                          </a:solidFill>
                          <a:effectLst/>
                          <a:latin typeface="Arial" charset="0"/>
                          <a:ea typeface="Times New Roman" pitchFamily="18" charset="0"/>
                          <a:cs typeface="Arial" charset="0"/>
                        </a:rPr>
                        <a:t>Не поддерживается</a:t>
                      </a:r>
                      <a:endParaRPr kumimoji="0" lang="en-US" sz="2200" b="1" i="0" u="none" strike="noStrike" cap="none" normalizeH="0" baseline="0" dirty="0">
                        <a:ln>
                          <a:noFill/>
                        </a:ln>
                        <a:solidFill>
                          <a:schemeClr val="tx1"/>
                        </a:solidFill>
                        <a:effectLst/>
                        <a:latin typeface="Times New Roman" pitchFamily="18" charset="0"/>
                        <a:ea typeface="Times New Roman" pitchFamily="18" charset="0"/>
                        <a:cs typeface="Arial" charset="0"/>
                      </a:endParaRPr>
                    </a:p>
                  </a:txBody>
                  <a:tcPr marL="83338" marR="83338" marT="41669" marB="41669"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100" b="1" i="0" u="none" strike="noStrike" cap="none" normalizeH="0" baseline="0" dirty="0">
                          <a:ln>
                            <a:noFill/>
                          </a:ln>
                          <a:solidFill>
                            <a:schemeClr val="tx1"/>
                          </a:solidFill>
                          <a:effectLst/>
                          <a:latin typeface="Arial" charset="0"/>
                          <a:ea typeface="Times New Roman" pitchFamily="18" charset="0"/>
                          <a:cs typeface="Arial" charset="0"/>
                        </a:rPr>
                        <a:t>8 KB (16 sectors)</a:t>
                      </a:r>
                      <a:endParaRPr kumimoji="0" lang="en-US" sz="2200" b="1" i="0" u="none" strike="noStrike" cap="none" normalizeH="0" baseline="0" dirty="0">
                        <a:ln>
                          <a:noFill/>
                        </a:ln>
                        <a:solidFill>
                          <a:schemeClr val="tx1"/>
                        </a:solidFill>
                        <a:effectLst/>
                        <a:latin typeface="Times New Roman" pitchFamily="18" charset="0"/>
                        <a:ea typeface="Times New Roman" pitchFamily="18" charset="0"/>
                        <a:cs typeface="Arial" charset="0"/>
                      </a:endParaRPr>
                    </a:p>
                  </a:txBody>
                  <a:tcPr marL="83338" marR="83338" marT="41669" marB="41669"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100" b="1" i="0" u="none" strike="noStrike" cap="none" normalizeH="0" baseline="0" dirty="0">
                          <a:ln>
                            <a:noFill/>
                          </a:ln>
                          <a:solidFill>
                            <a:schemeClr val="tx1"/>
                          </a:solidFill>
                          <a:effectLst/>
                          <a:latin typeface="Arial" charset="0"/>
                          <a:ea typeface="Times New Roman" pitchFamily="18" charset="0"/>
                          <a:cs typeface="Arial" charset="0"/>
                        </a:rPr>
                        <a:t>16 KB (32 sectors)</a:t>
                      </a:r>
                      <a:endParaRPr kumimoji="0" lang="en-US" sz="2200" b="1" i="0" u="none" strike="noStrike" cap="none" normalizeH="0" baseline="0" dirty="0">
                        <a:ln>
                          <a:noFill/>
                        </a:ln>
                        <a:solidFill>
                          <a:schemeClr val="tx1"/>
                        </a:solidFill>
                        <a:effectLst/>
                        <a:latin typeface="Times New Roman" pitchFamily="18" charset="0"/>
                        <a:ea typeface="Times New Roman" pitchFamily="18" charset="0"/>
                        <a:cs typeface="Arial" charset="0"/>
                      </a:endParaRPr>
                    </a:p>
                  </a:txBody>
                  <a:tcPr marL="83338" marR="83338" marT="41669" marB="41669"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6"/>
                  </a:ext>
                </a:extLst>
              </a:tr>
              <a:tr h="490538">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100" b="1" i="0" u="none" strike="noStrike" cap="none" normalizeH="0" baseline="0">
                          <a:ln>
                            <a:noFill/>
                          </a:ln>
                          <a:solidFill>
                            <a:schemeClr val="tx1"/>
                          </a:solidFill>
                          <a:effectLst/>
                          <a:latin typeface="Arial" charset="0"/>
                          <a:ea typeface="Times New Roman" pitchFamily="18" charset="0"/>
                          <a:cs typeface="Arial" charset="0"/>
                        </a:rPr>
                        <a:t>16 to 32 GB</a:t>
                      </a:r>
                      <a:endParaRPr kumimoji="0" lang="en-US" sz="2200" b="1" i="0" u="none" strike="noStrike" cap="none" normalizeH="0" baseline="0">
                        <a:ln>
                          <a:noFill/>
                        </a:ln>
                        <a:solidFill>
                          <a:schemeClr val="tx1"/>
                        </a:solidFill>
                        <a:effectLst/>
                        <a:latin typeface="Times New Roman" pitchFamily="18" charset="0"/>
                        <a:ea typeface="Times New Roman" pitchFamily="18" charset="0"/>
                        <a:cs typeface="Arial" charset="0"/>
                      </a:endParaRPr>
                    </a:p>
                  </a:txBody>
                  <a:tcPr marL="83338" marR="83338" marT="41669" marB="41669"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ru-RU" sz="1100" b="1" i="0" u="none" strike="noStrike" cap="none" normalizeH="0" baseline="0" dirty="0">
                          <a:ln>
                            <a:noFill/>
                          </a:ln>
                          <a:solidFill>
                            <a:schemeClr val="tx1"/>
                          </a:solidFill>
                          <a:effectLst/>
                          <a:latin typeface="Arial" charset="0"/>
                          <a:ea typeface="Times New Roman" pitchFamily="18" charset="0"/>
                          <a:cs typeface="Arial" charset="0"/>
                        </a:rPr>
                        <a:t>Не поддерживается</a:t>
                      </a:r>
                      <a:endParaRPr kumimoji="0" lang="en-US" sz="2200" b="1" i="0" u="none" strike="noStrike" cap="none" normalizeH="0" baseline="0" dirty="0">
                        <a:ln>
                          <a:noFill/>
                        </a:ln>
                        <a:solidFill>
                          <a:schemeClr val="tx1"/>
                        </a:solidFill>
                        <a:effectLst/>
                        <a:latin typeface="Times New Roman" pitchFamily="18" charset="0"/>
                        <a:ea typeface="Times New Roman" pitchFamily="18" charset="0"/>
                        <a:cs typeface="Arial" charset="0"/>
                      </a:endParaRPr>
                    </a:p>
                  </a:txBody>
                  <a:tcPr marL="83338" marR="83338" marT="41669" marB="41669"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100" b="1" i="0" u="none" strike="noStrike" cap="none" normalizeH="0" baseline="0">
                          <a:ln>
                            <a:noFill/>
                          </a:ln>
                          <a:solidFill>
                            <a:schemeClr val="tx1"/>
                          </a:solidFill>
                          <a:effectLst/>
                          <a:latin typeface="Arial" charset="0"/>
                          <a:ea typeface="Times New Roman" pitchFamily="18" charset="0"/>
                          <a:cs typeface="Arial" charset="0"/>
                        </a:rPr>
                        <a:t>16 KB (32 sectors)</a:t>
                      </a:r>
                      <a:endParaRPr kumimoji="0" lang="en-US" sz="2200" b="1" i="0" u="none" strike="noStrike" cap="none" normalizeH="0" baseline="0">
                        <a:ln>
                          <a:noFill/>
                        </a:ln>
                        <a:solidFill>
                          <a:schemeClr val="tx1"/>
                        </a:solidFill>
                        <a:effectLst/>
                        <a:latin typeface="Times New Roman" pitchFamily="18" charset="0"/>
                        <a:ea typeface="Times New Roman" pitchFamily="18" charset="0"/>
                        <a:cs typeface="Arial" charset="0"/>
                      </a:endParaRPr>
                    </a:p>
                  </a:txBody>
                  <a:tcPr marL="83338" marR="83338" marT="41669" marB="41669"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100" b="1" i="0" u="none" strike="noStrike" cap="none" normalizeH="0" baseline="0" dirty="0">
                          <a:ln>
                            <a:noFill/>
                          </a:ln>
                          <a:solidFill>
                            <a:schemeClr val="tx1"/>
                          </a:solidFill>
                          <a:effectLst/>
                          <a:latin typeface="Arial" charset="0"/>
                          <a:ea typeface="Times New Roman" pitchFamily="18" charset="0"/>
                          <a:cs typeface="Arial" charset="0"/>
                        </a:rPr>
                        <a:t>32 KB ( 64 sectors)</a:t>
                      </a:r>
                      <a:endParaRPr kumimoji="0" lang="en-US" sz="2200" b="1" i="0" u="none" strike="noStrike" cap="none" normalizeH="0" baseline="0" dirty="0">
                        <a:ln>
                          <a:noFill/>
                        </a:ln>
                        <a:solidFill>
                          <a:schemeClr val="tx1"/>
                        </a:solidFill>
                        <a:effectLst/>
                        <a:latin typeface="Times New Roman" pitchFamily="18" charset="0"/>
                        <a:ea typeface="Times New Roman" pitchFamily="18" charset="0"/>
                        <a:cs typeface="Arial" charset="0"/>
                      </a:endParaRPr>
                    </a:p>
                  </a:txBody>
                  <a:tcPr marL="83338" marR="83338" marT="41669" marB="41669"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7"/>
                  </a:ext>
                </a:extLst>
              </a:tr>
              <a:tr h="766763">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100" b="1" i="0" u="none" strike="noStrike" cap="none" normalizeH="0" baseline="0" dirty="0">
                          <a:ln>
                            <a:noFill/>
                          </a:ln>
                          <a:solidFill>
                            <a:schemeClr val="tx1"/>
                          </a:solidFill>
                          <a:effectLst/>
                          <a:latin typeface="Arial" charset="0"/>
                          <a:ea typeface="Times New Roman" pitchFamily="18" charset="0"/>
                          <a:cs typeface="Arial" charset="0"/>
                        </a:rPr>
                        <a:t>&gt;32 GB </a:t>
                      </a:r>
                      <a:r>
                        <a:rPr kumimoji="0" lang="en-US" sz="900" b="1" i="1" u="none" strike="noStrike" cap="none" normalizeH="0" baseline="0" dirty="0">
                          <a:ln>
                            <a:noFill/>
                          </a:ln>
                          <a:solidFill>
                            <a:schemeClr val="tx1"/>
                          </a:solidFill>
                          <a:effectLst/>
                          <a:latin typeface="Arial" charset="0"/>
                          <a:ea typeface="Times New Roman" pitchFamily="18" charset="0"/>
                          <a:cs typeface="Arial" charset="0"/>
                        </a:rPr>
                        <a:t>(</a:t>
                      </a:r>
                      <a:r>
                        <a:rPr kumimoji="0" lang="en-US" sz="900" b="1" i="1" u="none" strike="noStrike" cap="none" normalizeH="0" baseline="0" dirty="0" err="1">
                          <a:ln>
                            <a:noFill/>
                          </a:ln>
                          <a:solidFill>
                            <a:schemeClr val="tx1"/>
                          </a:solidFill>
                          <a:effectLst/>
                          <a:latin typeface="Arial" charset="0"/>
                          <a:ea typeface="Times New Roman" pitchFamily="18" charset="0"/>
                          <a:cs typeface="Arial" charset="0"/>
                        </a:rPr>
                        <a:t>gacha</a:t>
                      </a:r>
                      <a:r>
                        <a:rPr kumimoji="0" lang="en-US" sz="900" b="1" i="1" u="none" strike="noStrike" cap="none" normalizeH="0" baseline="0" dirty="0">
                          <a:ln>
                            <a:noFill/>
                          </a:ln>
                          <a:solidFill>
                            <a:schemeClr val="tx1"/>
                          </a:solidFill>
                          <a:effectLst/>
                          <a:latin typeface="Arial" charset="0"/>
                          <a:ea typeface="Times New Roman" pitchFamily="18" charset="0"/>
                          <a:cs typeface="Arial" charset="0"/>
                        </a:rPr>
                        <a:t> 2 TB)</a:t>
                      </a:r>
                      <a:endParaRPr kumimoji="0" lang="en-US" sz="2200" b="1" i="0" u="none" strike="noStrike" cap="none" normalizeH="0" baseline="0" dirty="0">
                        <a:ln>
                          <a:noFill/>
                        </a:ln>
                        <a:solidFill>
                          <a:schemeClr val="tx1"/>
                        </a:solidFill>
                        <a:effectLst/>
                        <a:latin typeface="Times New Roman" pitchFamily="18" charset="0"/>
                        <a:ea typeface="Times New Roman" pitchFamily="18" charset="0"/>
                        <a:cs typeface="Arial" charset="0"/>
                      </a:endParaRPr>
                    </a:p>
                  </a:txBody>
                  <a:tcPr marL="83338" marR="83338" marT="41669" marB="41669"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ru-RU" sz="1100" b="1" i="0" u="none" strike="noStrike" cap="none" normalizeH="0" baseline="0" dirty="0">
                          <a:ln>
                            <a:noFill/>
                          </a:ln>
                          <a:solidFill>
                            <a:schemeClr val="tx1"/>
                          </a:solidFill>
                          <a:effectLst/>
                          <a:latin typeface="Arial" charset="0"/>
                          <a:ea typeface="Times New Roman" pitchFamily="18" charset="0"/>
                          <a:cs typeface="Arial" charset="0"/>
                        </a:rPr>
                        <a:t>Не поддерживается</a:t>
                      </a:r>
                      <a:endParaRPr kumimoji="0" lang="en-US" sz="2200" b="1" i="0" u="none" strike="noStrike" cap="none" normalizeH="0" baseline="0" dirty="0">
                        <a:ln>
                          <a:noFill/>
                        </a:ln>
                        <a:solidFill>
                          <a:schemeClr val="tx1"/>
                        </a:solidFill>
                        <a:effectLst/>
                        <a:latin typeface="Times New Roman" pitchFamily="18" charset="0"/>
                        <a:ea typeface="Times New Roman" pitchFamily="18" charset="0"/>
                        <a:cs typeface="Arial" charset="0"/>
                      </a:endParaRPr>
                    </a:p>
                  </a:txBody>
                  <a:tcPr marL="83338" marR="83338" marT="41669" marB="41669"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100" b="1" i="0" u="none" strike="noStrike" cap="none" normalizeH="0" baseline="0">
                          <a:ln>
                            <a:noFill/>
                          </a:ln>
                          <a:solidFill>
                            <a:schemeClr val="tx1"/>
                          </a:solidFill>
                          <a:effectLst/>
                          <a:latin typeface="Arial" charset="0"/>
                          <a:ea typeface="Times New Roman" pitchFamily="18" charset="0"/>
                          <a:cs typeface="Arial" charset="0"/>
                        </a:rPr>
                        <a:t>32 KB (64 sectors)</a:t>
                      </a:r>
                      <a:endParaRPr kumimoji="0" lang="en-US" sz="2200" b="1" i="0" u="none" strike="noStrike" cap="none" normalizeH="0" baseline="0">
                        <a:ln>
                          <a:noFill/>
                        </a:ln>
                        <a:solidFill>
                          <a:schemeClr val="tx1"/>
                        </a:solidFill>
                        <a:effectLst/>
                        <a:latin typeface="Times New Roman" pitchFamily="18" charset="0"/>
                        <a:ea typeface="Times New Roman" pitchFamily="18" charset="0"/>
                        <a:cs typeface="Arial" charset="0"/>
                      </a:endParaRPr>
                    </a:p>
                  </a:txBody>
                  <a:tcPr marL="83338" marR="83338" marT="41669" marB="41669"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100" b="1" i="0" u="none" strike="noStrike" cap="none" normalizeH="0" baseline="0" dirty="0">
                          <a:ln>
                            <a:noFill/>
                          </a:ln>
                          <a:solidFill>
                            <a:schemeClr val="tx1"/>
                          </a:solidFill>
                          <a:effectLst/>
                          <a:latin typeface="Arial" charset="0"/>
                          <a:ea typeface="Times New Roman" pitchFamily="18" charset="0"/>
                          <a:cs typeface="Arial" charset="0"/>
                        </a:rPr>
                        <a:t>64 KB (128 sectors)</a:t>
                      </a:r>
                      <a:endParaRPr kumimoji="0" lang="en-US" sz="2200" b="1" i="0" u="none" strike="noStrike" cap="none" normalizeH="0" baseline="0" dirty="0">
                        <a:ln>
                          <a:noFill/>
                        </a:ln>
                        <a:solidFill>
                          <a:schemeClr val="tx1"/>
                        </a:solidFill>
                        <a:effectLst/>
                        <a:latin typeface="Times New Roman" pitchFamily="18" charset="0"/>
                        <a:ea typeface="Times New Roman" pitchFamily="18" charset="0"/>
                        <a:cs typeface="Arial" charset="0"/>
                      </a:endParaRPr>
                    </a:p>
                  </a:txBody>
                  <a:tcPr marL="83338" marR="83338" marT="41669" marB="41669"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8"/>
                  </a:ext>
                </a:extLst>
              </a:tr>
            </a:tbl>
          </a:graphicData>
        </a:graphic>
      </p:graphicFrame>
      <p:sp>
        <p:nvSpPr>
          <p:cNvPr id="3" name="Заголовок 7"/>
          <p:cNvSpPr>
            <a:spLocks noGrp="1"/>
          </p:cNvSpPr>
          <p:nvPr>
            <p:ph type="title"/>
          </p:nvPr>
        </p:nvSpPr>
        <p:spPr>
          <a:xfrm>
            <a:off x="649288" y="304800"/>
            <a:ext cx="7777162" cy="581025"/>
          </a:xfrm>
        </p:spPr>
        <p:txBody>
          <a:bodyPr wrap="square" numCol="1" anchorCtr="0" compatLnSpc="1">
            <a:prstTxWarp prst="textNoShape">
              <a:avLst/>
            </a:prstTxWarp>
            <a:normAutofit/>
          </a:bodyPr>
          <a:lstStyle/>
          <a:p>
            <a:pPr algn="ctr" eaLnBrk="1" hangingPunct="1">
              <a:defRPr/>
            </a:pPr>
            <a:r>
              <a:rPr lang="en-US" altLang="ru-RU" sz="3200" dirty="0" err="1">
                <a:latin typeface="Times New Roman" pitchFamily="18" charset="0"/>
              </a:rPr>
              <a:t>faT</a:t>
            </a:r>
            <a:r>
              <a:rPr lang="en-US" altLang="ru-RU" sz="3200" dirty="0">
                <a:latin typeface="Times New Roman" pitchFamily="18" charset="0"/>
              </a:rPr>
              <a:t> </a:t>
            </a:r>
            <a:r>
              <a:rPr lang="en-US" altLang="ru-RU" sz="3200" dirty="0" err="1">
                <a:latin typeface="Times New Roman" pitchFamily="18" charset="0"/>
              </a:rPr>
              <a:t>va</a:t>
            </a:r>
            <a:r>
              <a:rPr lang="en-US" altLang="ru-RU" sz="3200" dirty="0">
                <a:latin typeface="Times New Roman" pitchFamily="18" charset="0"/>
              </a:rPr>
              <a:t> </a:t>
            </a:r>
            <a:r>
              <a:rPr lang="en-US" altLang="ru-RU" sz="3200" dirty="0" err="1">
                <a:latin typeface="Times New Roman" pitchFamily="18" charset="0"/>
              </a:rPr>
              <a:t>NTFSni</a:t>
            </a:r>
            <a:r>
              <a:rPr lang="en-US" altLang="ru-RU" sz="3200" dirty="0">
                <a:latin typeface="Times New Roman" pitchFamily="18" charset="0"/>
              </a:rPr>
              <a:t>  </a:t>
            </a:r>
            <a:r>
              <a:rPr lang="en-US" altLang="ru-RU" sz="3200" dirty="0" err="1">
                <a:latin typeface="Times New Roman" pitchFamily="18" charset="0"/>
              </a:rPr>
              <a:t>solishtirish</a:t>
            </a:r>
            <a:endParaRPr lang="ru-RU" altLang="ru-RU" sz="3200" dirty="0">
              <a:effectLst>
                <a:outerShdw blurRad="38100" dist="38100" dir="2700000" algn="tl">
                  <a:srgbClr val="242852"/>
                </a:outerShdw>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idx="1"/>
          </p:nvPr>
        </p:nvSpPr>
        <p:spPr>
          <a:xfrm>
            <a:off x="304800" y="1295400"/>
            <a:ext cx="8839200" cy="4992688"/>
          </a:xfrm>
        </p:spPr>
        <p:txBody>
          <a:bodyPr>
            <a:normAutofit/>
          </a:bodyPr>
          <a:lstStyle/>
          <a:p>
            <a:pPr eaLnBrk="1" hangingPunct="1"/>
            <a:r>
              <a:rPr lang="en-US" b="1" dirty="0">
                <a:latin typeface="Times New Roman" pitchFamily="18" charset="0"/>
                <a:cs typeface="Times New Roman" pitchFamily="18" charset="0"/>
              </a:rPr>
              <a:t>     </a:t>
            </a:r>
            <a:r>
              <a:rPr lang="en-US" b="1" dirty="0" err="1">
                <a:latin typeface="Times New Roman" pitchFamily="18" charset="0"/>
                <a:cs typeface="Times New Roman" pitchFamily="18" charset="0"/>
              </a:rPr>
              <a:t>misol</a:t>
            </a:r>
            <a:r>
              <a:rPr lang="en-US" b="1" dirty="0">
                <a:latin typeface="Times New Roman" pitchFamily="18" charset="0"/>
                <a:cs typeface="Times New Roman" pitchFamily="18" charset="0"/>
              </a:rPr>
              <a:t> </a:t>
            </a:r>
            <a:r>
              <a:rPr lang="en-US" b="1" dirty="0" err="1">
                <a:latin typeface="Times New Roman" pitchFamily="18" charset="0"/>
                <a:cs typeface="Times New Roman" pitchFamily="18" charset="0"/>
              </a:rPr>
              <a:t>uchun</a:t>
            </a:r>
            <a:r>
              <a:rPr lang="en-US" b="1" dirty="0">
                <a:latin typeface="Times New Roman" pitchFamily="18" charset="0"/>
                <a:cs typeface="Times New Roman" pitchFamily="18" charset="0"/>
              </a:rPr>
              <a:t> – </a:t>
            </a:r>
            <a:r>
              <a:rPr lang="en-US" b="1" dirty="0" err="1">
                <a:latin typeface="Times New Roman" pitchFamily="18" charset="0"/>
                <a:cs typeface="Times New Roman" pitchFamily="18" charset="0"/>
              </a:rPr>
              <a:t>fayl</a:t>
            </a:r>
            <a:r>
              <a:rPr lang="en-US" b="1" dirty="0">
                <a:latin typeface="Times New Roman" pitchFamily="18" charset="0"/>
                <a:cs typeface="Times New Roman" pitchFamily="18" charset="0"/>
              </a:rPr>
              <a:t> </a:t>
            </a:r>
            <a:r>
              <a:rPr lang="en-US" b="1" dirty="0" err="1">
                <a:latin typeface="Times New Roman" pitchFamily="18" charset="0"/>
                <a:cs typeface="Times New Roman" pitchFamily="18" charset="0"/>
              </a:rPr>
              <a:t>o’lchami</a:t>
            </a:r>
            <a:r>
              <a:rPr lang="en-US" b="1" dirty="0">
                <a:latin typeface="Times New Roman" pitchFamily="18" charset="0"/>
                <a:cs typeface="Times New Roman" pitchFamily="18" charset="0"/>
              </a:rPr>
              <a:t> = 2KB</a:t>
            </a:r>
          </a:p>
          <a:p>
            <a:pPr eaLnBrk="1" hangingPunct="1"/>
            <a:r>
              <a:rPr lang="en-US" b="1" dirty="0">
                <a:latin typeface="Times New Roman" pitchFamily="18" charset="0"/>
                <a:cs typeface="Times New Roman" pitchFamily="18" charset="0"/>
              </a:rPr>
              <a:t>      </a:t>
            </a:r>
            <a:r>
              <a:rPr lang="en-US" b="1" dirty="0" err="1">
                <a:latin typeface="Times New Roman" pitchFamily="18" charset="0"/>
                <a:cs typeface="Times New Roman" pitchFamily="18" charset="0"/>
              </a:rPr>
              <a:t>Qattiq</a:t>
            </a:r>
            <a:r>
              <a:rPr lang="en-US" b="1" dirty="0">
                <a:latin typeface="Times New Roman" pitchFamily="18" charset="0"/>
                <a:cs typeface="Times New Roman" pitchFamily="18" charset="0"/>
              </a:rPr>
              <a:t> disk= 2GB</a:t>
            </a:r>
          </a:p>
          <a:p>
            <a:pPr lvl="1" eaLnBrk="1" hangingPunct="1"/>
            <a:r>
              <a:rPr lang="en-US" sz="3200" b="1" dirty="0">
                <a:latin typeface="Times New Roman" pitchFamily="18" charset="0"/>
                <a:cs typeface="Times New Roman" pitchFamily="18" charset="0"/>
              </a:rPr>
              <a:t>FAT 16</a:t>
            </a:r>
            <a:r>
              <a:rPr lang="en-US" sz="3200" dirty="0">
                <a:latin typeface="Times New Roman" pitchFamily="18" charset="0"/>
                <a:cs typeface="Times New Roman" pitchFamily="18" charset="0"/>
              </a:rPr>
              <a:t> – 64 </a:t>
            </a:r>
            <a:r>
              <a:rPr lang="en-US" sz="3200" dirty="0" err="1">
                <a:latin typeface="Times New Roman" pitchFamily="18" charset="0"/>
                <a:cs typeface="Times New Roman" pitchFamily="18" charset="0"/>
              </a:rPr>
              <a:t>sektordan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iborat</a:t>
            </a:r>
            <a:r>
              <a:rPr lang="en-US" sz="3200" dirty="0">
                <a:latin typeface="Times New Roman" pitchFamily="18" charset="0"/>
                <a:cs typeface="Times New Roman" pitchFamily="18" charset="0"/>
              </a:rPr>
              <a:t> 1 </a:t>
            </a:r>
            <a:r>
              <a:rPr lang="en-US" sz="3200" dirty="0" err="1">
                <a:latin typeface="Times New Roman" pitchFamily="18" charset="0"/>
                <a:cs typeface="Times New Roman" pitchFamily="18" charset="0"/>
              </a:rPr>
              <a:t>klaster</a:t>
            </a:r>
            <a:endParaRPr lang="en-US" sz="3200" dirty="0">
              <a:latin typeface="Times New Roman" pitchFamily="18" charset="0"/>
              <a:cs typeface="Times New Roman" pitchFamily="18" charset="0"/>
            </a:endParaRPr>
          </a:p>
          <a:p>
            <a:pPr lvl="1" eaLnBrk="1" hangingPunct="1"/>
            <a:r>
              <a:rPr lang="en-US" sz="3200" b="1" dirty="0">
                <a:latin typeface="Times New Roman" pitchFamily="18" charset="0"/>
                <a:cs typeface="Times New Roman" pitchFamily="18" charset="0"/>
              </a:rPr>
              <a:t>FAT 32</a:t>
            </a:r>
            <a:r>
              <a:rPr lang="en-US" sz="3200" dirty="0">
                <a:latin typeface="Times New Roman" pitchFamily="18" charset="0"/>
                <a:cs typeface="Times New Roman" pitchFamily="18" charset="0"/>
              </a:rPr>
              <a:t> – 8 </a:t>
            </a:r>
            <a:r>
              <a:rPr lang="en-US" sz="3200" dirty="0" err="1">
                <a:latin typeface="Times New Roman" pitchFamily="18" charset="0"/>
                <a:cs typeface="Times New Roman" pitchFamily="18" charset="0"/>
              </a:rPr>
              <a:t>sektordan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iborat</a:t>
            </a:r>
            <a:r>
              <a:rPr lang="en-US" sz="3200" dirty="0">
                <a:latin typeface="Times New Roman" pitchFamily="18" charset="0"/>
                <a:cs typeface="Times New Roman" pitchFamily="18" charset="0"/>
              </a:rPr>
              <a:t> 1 </a:t>
            </a:r>
            <a:r>
              <a:rPr lang="en-US" sz="3200" dirty="0" err="1">
                <a:latin typeface="Times New Roman" pitchFamily="18" charset="0"/>
                <a:cs typeface="Times New Roman" pitchFamily="18" charset="0"/>
              </a:rPr>
              <a:t>klaster</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shuning</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uchun</a:t>
            </a:r>
            <a:endParaRPr lang="en-US" sz="3200" dirty="0">
              <a:latin typeface="Times New Roman" pitchFamily="18" charset="0"/>
              <a:cs typeface="Times New Roman" pitchFamily="18" charset="0"/>
            </a:endParaRPr>
          </a:p>
          <a:p>
            <a:pPr lvl="1" eaLnBrk="1" hangingPunct="1"/>
            <a:r>
              <a:rPr lang="en-US" sz="3200" b="1" dirty="0">
                <a:latin typeface="Times New Roman" pitchFamily="18" charset="0"/>
                <a:cs typeface="Times New Roman" pitchFamily="18" charset="0"/>
              </a:rPr>
              <a:t>NTFS</a:t>
            </a:r>
            <a:r>
              <a:rPr lang="en-US" sz="3200" dirty="0">
                <a:latin typeface="Times New Roman" pitchFamily="18" charset="0"/>
                <a:cs typeface="Times New Roman" pitchFamily="18" charset="0"/>
              </a:rPr>
              <a:t> – 4 </a:t>
            </a:r>
            <a:r>
              <a:rPr lang="en-US" sz="3200" dirty="0" err="1">
                <a:latin typeface="Times New Roman" pitchFamily="18" charset="0"/>
                <a:cs typeface="Times New Roman" pitchFamily="18" charset="0"/>
              </a:rPr>
              <a:t>sektordan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iborat</a:t>
            </a:r>
            <a:r>
              <a:rPr lang="en-US" sz="3200" dirty="0">
                <a:latin typeface="Times New Roman" pitchFamily="18" charset="0"/>
                <a:cs typeface="Times New Roman" pitchFamily="18" charset="0"/>
              </a:rPr>
              <a:t> 1 </a:t>
            </a:r>
            <a:r>
              <a:rPr lang="en-US" sz="3200" dirty="0" err="1">
                <a:latin typeface="Times New Roman" pitchFamily="18" charset="0"/>
                <a:cs typeface="Times New Roman" pitchFamily="18" charset="0"/>
              </a:rPr>
              <a:t>klasters</a:t>
            </a:r>
            <a:endParaRPr lang="en-US" sz="3200" dirty="0">
              <a:latin typeface="Times New Roman" pitchFamily="18" charset="0"/>
              <a:cs typeface="Times New Roman" pitchFamily="18" charset="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uz-Latn-UZ" dirty="0"/>
              <a:t>Nazorat savollari</a:t>
            </a:r>
            <a:endParaRPr lang="en-US" dirty="0"/>
          </a:p>
        </p:txBody>
      </p:sp>
      <p:sp>
        <p:nvSpPr>
          <p:cNvPr id="3" name="Content Placeholder 2"/>
          <p:cNvSpPr>
            <a:spLocks noGrp="1"/>
          </p:cNvSpPr>
          <p:nvPr>
            <p:ph idx="1"/>
          </p:nvPr>
        </p:nvSpPr>
        <p:spPr>
          <a:xfrm>
            <a:off x="495300" y="2286000"/>
            <a:ext cx="7562850" cy="4022725"/>
          </a:xfrm>
        </p:spPr>
        <p:txBody>
          <a:bodyPr>
            <a:normAutofit lnSpcReduction="10000"/>
          </a:bodyPr>
          <a:lstStyle/>
          <a:p>
            <a:r>
              <a:rPr lang="uz-Latn-UZ" dirty="0"/>
              <a:t>1. </a:t>
            </a:r>
            <a:r>
              <a:rPr lang="en-US" dirty="0" err="1"/>
              <a:t>fayl</a:t>
            </a:r>
            <a:r>
              <a:rPr lang="en-US" dirty="0"/>
              <a:t> </a:t>
            </a:r>
            <a:r>
              <a:rPr lang="en-US" dirty="0" err="1"/>
              <a:t>tizimi</a:t>
            </a:r>
            <a:r>
              <a:rPr lang="en-US" dirty="0"/>
              <a:t> </a:t>
            </a:r>
            <a:r>
              <a:rPr lang="uz-Latn-UZ" dirty="0"/>
              <a:t>nima?</a:t>
            </a:r>
            <a:endParaRPr lang="en-US" dirty="0"/>
          </a:p>
          <a:p>
            <a:r>
              <a:rPr lang="uz-Latn-UZ" dirty="0"/>
              <a:t>2. Jarayon komponentalari nimalar va ularga izoh bering?</a:t>
            </a:r>
          </a:p>
          <a:p>
            <a:r>
              <a:rPr lang="uz-Latn-UZ" dirty="0"/>
              <a:t>3. Jarayon holatlari qaysilar?</a:t>
            </a:r>
          </a:p>
          <a:p>
            <a:r>
              <a:rPr lang="uz-Latn-UZ" dirty="0"/>
              <a:t>4. Jarayonlarni yaratish uchun UNIX tizimida qanday operatordan foydalaniladi</a:t>
            </a:r>
          </a:p>
          <a:p>
            <a:r>
              <a:rPr lang="uz-Latn-UZ" dirty="0"/>
              <a:t>5. Jarayonlarni yaratishda qanday ketma-ketlik amalga oshiriladi</a:t>
            </a:r>
            <a:endParaRPr lang="en-US" dirty="0"/>
          </a:p>
        </p:txBody>
      </p:sp>
    </p:spTree>
    <p:extLst>
      <p:ext uri="{BB962C8B-B14F-4D97-AF65-F5344CB8AC3E}">
        <p14:creationId xmlns:p14="http://schemas.microsoft.com/office/powerpoint/2010/main" val="314592125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auto">
              <a:spcAft>
                <a:spcPts val="0"/>
              </a:spcAft>
              <a:defRPr/>
            </a:pPr>
            <a:r>
              <a:rPr lang="uz-Latn-UZ" dirty="0">
                <a:solidFill>
                  <a:schemeClr val="tx1">
                    <a:lumMod val="95000"/>
                    <a:lumOff val="5000"/>
                  </a:schemeClr>
                </a:solidFill>
              </a:rPr>
              <a:t>Foydalanilgan adabiyotlar</a:t>
            </a:r>
            <a:endParaRPr lang="ru-RU" dirty="0">
              <a:solidFill>
                <a:schemeClr val="tx1">
                  <a:lumMod val="95000"/>
                  <a:lumOff val="5000"/>
                </a:schemeClr>
              </a:solidFill>
            </a:endParaRPr>
          </a:p>
        </p:txBody>
      </p:sp>
      <p:sp>
        <p:nvSpPr>
          <p:cNvPr id="32770" name="Content Placeholder 2"/>
          <p:cNvSpPr>
            <a:spLocks noGrp="1"/>
          </p:cNvSpPr>
          <p:nvPr>
            <p:ph idx="1"/>
          </p:nvPr>
        </p:nvSpPr>
        <p:spPr>
          <a:xfrm>
            <a:off x="639762" y="2084388"/>
            <a:ext cx="7146925" cy="4022725"/>
          </a:xfrm>
        </p:spPr>
        <p:txBody>
          <a:bodyPr>
            <a:normAutofit fontScale="92500" lnSpcReduction="20000"/>
          </a:bodyPr>
          <a:lstStyle/>
          <a:p>
            <a:r>
              <a:rPr lang="uz-Latn-UZ" dirty="0"/>
              <a:t>1. </a:t>
            </a:r>
            <a:r>
              <a:rPr lang="en-US" b="1" i="1" dirty="0"/>
              <a:t>Andrew S. </a:t>
            </a:r>
            <a:r>
              <a:rPr lang="en-US" b="1" i="1" dirty="0" err="1"/>
              <a:t>Tanenbaum</a:t>
            </a:r>
            <a:r>
              <a:rPr lang="en-US" b="1" i="1" dirty="0"/>
              <a:t>, Albert S. Woodhull</a:t>
            </a:r>
            <a:r>
              <a:rPr lang="en-US" dirty="0"/>
              <a:t>. </a:t>
            </a:r>
            <a:r>
              <a:rPr lang="uz-Latn-UZ" dirty="0"/>
              <a:t>Modern </a:t>
            </a:r>
            <a:r>
              <a:rPr lang="en-US" dirty="0"/>
              <a:t>Operating Systems: </a:t>
            </a:r>
            <a:r>
              <a:rPr lang="uz-Latn-UZ" dirty="0"/>
              <a:t>Third Edition</a:t>
            </a:r>
            <a:r>
              <a:rPr lang="en-US" dirty="0"/>
              <a:t>,</a:t>
            </a:r>
            <a:r>
              <a:rPr lang="uz-Latn-UZ" dirty="0"/>
              <a:t> </a:t>
            </a:r>
            <a:r>
              <a:rPr lang="en-US" dirty="0"/>
              <a:t>Chapter </a:t>
            </a:r>
            <a:r>
              <a:rPr lang="uz-Latn-UZ" dirty="0"/>
              <a:t>2, Procces and Streams,  2.1. Proccesses</a:t>
            </a:r>
          </a:p>
          <a:p>
            <a:r>
              <a:rPr lang="uz-Latn-UZ" dirty="0"/>
              <a:t>2. </a:t>
            </a:r>
            <a:r>
              <a:rPr lang="ru-RU" b="1" i="1" dirty="0"/>
              <a:t>Гордеев А.В.</a:t>
            </a:r>
            <a:r>
              <a:rPr lang="ru-RU" dirty="0"/>
              <a:t> Операционные системы</a:t>
            </a:r>
            <a:r>
              <a:rPr lang="uz-Latn-UZ" dirty="0"/>
              <a:t>, </a:t>
            </a:r>
            <a:r>
              <a:rPr lang="ru-RU" dirty="0"/>
              <a:t>Глава </a:t>
            </a:r>
            <a:r>
              <a:rPr lang="uz-Latn-UZ" dirty="0"/>
              <a:t>2</a:t>
            </a:r>
          </a:p>
          <a:p>
            <a:r>
              <a:rPr lang="uz-Latn-UZ" dirty="0"/>
              <a:t>3.</a:t>
            </a:r>
            <a:r>
              <a:rPr lang="uz-Latn-UZ" dirty="0">
                <a:hlinkClick r:id="rId2"/>
              </a:rPr>
              <a:t>http://www.tutorialspoint.com/operating_system/os_processes.htm</a:t>
            </a:r>
            <a:endParaRPr lang="uz-Latn-UZ" dirty="0"/>
          </a:p>
          <a:p>
            <a:r>
              <a:rPr lang="uz-Latn-UZ" dirty="0"/>
              <a:t>4.</a:t>
            </a:r>
            <a:r>
              <a:rPr lang="en-US" dirty="0">
                <a:hlinkClick r:id="rId3"/>
              </a:rPr>
              <a:t>http://www.tutorialspoint.com/operating_system/os_process_scheduling.htm</a:t>
            </a:r>
            <a:endParaRPr lang="uz-Latn-UZ" dirty="0"/>
          </a:p>
          <a:p>
            <a:endParaRPr lang="ru-RU" dirty="0"/>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Солнцестояние">
  <a:themeElements>
    <a:clrScheme name="Солнцестояние">
      <a:dk1>
        <a:sysClr val="windowText" lastClr="000000"/>
      </a:dk1>
      <a:lt1>
        <a:sysClr val="window" lastClr="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Солнцестояние">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a:ea typeface=""/>
        <a:cs typeface=""/>
        <a:font script="Grek" typeface="Corbel"/>
        <a:font script="Cyrl" typeface="Corbel"/>
        <a:font script="Jpan" typeface="HGｺﾞｼｯｸE"/>
        <a:font script="Hang" typeface="HY엽서L"/>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Солнцестояние">
      <a:fillStyleLst>
        <a:solidFill>
          <a:schemeClr val="phClr"/>
        </a:solidFill>
        <a:gradFill rotWithShape="1">
          <a:gsLst>
            <a:gs pos="0">
              <a:schemeClr val="phClr">
                <a:tint val="35000"/>
                <a:satMod val="253000"/>
              </a:schemeClr>
            </a:gs>
            <a:gs pos="50000">
              <a:schemeClr val="phClr">
                <a:tint val="42000"/>
                <a:satMod val="255000"/>
              </a:schemeClr>
            </a:gs>
            <a:gs pos="97000">
              <a:schemeClr val="phClr">
                <a:tint val="53000"/>
                <a:satMod val="260000"/>
              </a:schemeClr>
            </a:gs>
            <a:gs pos="100000">
              <a:schemeClr val="phClr">
                <a:tint val="56000"/>
                <a:satMod val="275000"/>
              </a:schemeClr>
            </a:gs>
          </a:gsLst>
          <a:path path="circle">
            <a:fillToRect l="50000" t="50000" r="50000" b="50000"/>
          </a:path>
        </a:gradFill>
        <a:gradFill rotWithShape="1">
          <a:gsLst>
            <a:gs pos="0">
              <a:schemeClr val="phClr">
                <a:tint val="92000"/>
                <a:satMod val="170000"/>
              </a:schemeClr>
            </a:gs>
            <a:gs pos="15000">
              <a:schemeClr val="phClr">
                <a:tint val="92000"/>
                <a:shade val="99000"/>
                <a:satMod val="170000"/>
              </a:schemeClr>
            </a:gs>
            <a:gs pos="62000">
              <a:schemeClr val="phClr">
                <a:tint val="96000"/>
                <a:shade val="80000"/>
                <a:satMod val="170000"/>
              </a:schemeClr>
            </a:gs>
            <a:gs pos="97000">
              <a:schemeClr val="phClr">
                <a:tint val="98000"/>
                <a:shade val="63000"/>
                <a:satMod val="170000"/>
              </a:schemeClr>
            </a:gs>
            <a:gs pos="100000">
              <a:schemeClr val="phClr">
                <a:shade val="62000"/>
                <a:satMod val="170000"/>
              </a:schemeClr>
            </a:gs>
          </a:gsLst>
          <a:path path="circle">
            <a:fillToRect l="50000" t="50000" r="50000" b="50000"/>
          </a:path>
        </a:gradFill>
      </a:fillStyleLst>
      <a:lnStyleLst>
        <a:ln w="9525" cap="flat" cmpd="sng" algn="ctr">
          <a:solidFill>
            <a:schemeClr val="ph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outerShdw blurRad="63500" dist="25400" dir="5400000" rotWithShape="0">
              <a:srgbClr val="000000">
                <a:alpha val="43137"/>
              </a:srgbClr>
            </a:outerShdw>
          </a:effectLst>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8700000"/>
            </a:lightRig>
          </a:scene3d>
          <a:sp3d contourW="12700">
            <a:bevelT w="0" h="0"/>
            <a:contourClr>
              <a:schemeClr val="phClr">
                <a:shade val="80000"/>
              </a:schemeClr>
            </a:contourClr>
          </a:sp3d>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5400000"/>
            </a:lightRig>
          </a:scene3d>
          <a:sp3d contourW="12700">
            <a:bevelT w="25400" h="50800" prst="angle"/>
            <a:contourClr>
              <a:schemeClr val="phClr"/>
            </a:contourClr>
          </a:sp3d>
        </a:effectStyle>
      </a:effectStyleLst>
      <a:bgFillStyleLst>
        <a:solidFill>
          <a:schemeClr val="phClr"/>
        </a:solidFill>
        <a:gradFill rotWithShape="1">
          <a:gsLst>
            <a:gs pos="0">
              <a:schemeClr val="phClr">
                <a:tint val="60000"/>
                <a:satMod val="355000"/>
              </a:schemeClr>
            </a:gs>
            <a:gs pos="40000">
              <a:schemeClr val="phClr">
                <a:tint val="85000"/>
                <a:satMod val="320000"/>
              </a:schemeClr>
            </a:gs>
            <a:gs pos="100000">
              <a:schemeClr val="phClr">
                <a:shade val="55000"/>
                <a:satMod val="300000"/>
              </a:schemeClr>
            </a:gs>
          </a:gsLst>
          <a:path path="circle">
            <a:fillToRect l="-24500" t="-20000" r="124500" b="120000"/>
          </a:path>
        </a:gradFill>
        <a:blipFill>
          <a:blip xmlns:r="http://schemas.openxmlformats.org/officeDocument/2006/relationships" r:embed="rId1">
            <a:duotone>
              <a:schemeClr val="phClr">
                <a:shade val="9000"/>
                <a:satMod val="300000"/>
              </a:schemeClr>
              <a:schemeClr val="phClr">
                <a:tint val="90000"/>
                <a:satMod val="225000"/>
              </a:schemeClr>
            </a:duotone>
          </a:blip>
          <a:tile tx="0" ty="0" sx="90000" sy="90000" flip="xy" algn="tl"/>
        </a:blipFill>
      </a:bgFillStyleLst>
    </a:fmtScheme>
  </a:themeElements>
  <a:objectDefaults/>
  <a:extraClrScheme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Стандартная">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Стандартная">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Solstice</Template>
  <TotalTime>1698</TotalTime>
  <Words>1685</Words>
  <Application>Microsoft Office PowerPoint</Application>
  <PresentationFormat>Экран (4:3)</PresentationFormat>
  <Paragraphs>416</Paragraphs>
  <Slides>29</Slides>
  <Notes>5</Notes>
  <HiddenSlides>3</HiddenSlides>
  <MMClips>0</MMClips>
  <ScaleCrop>false</ScaleCrop>
  <HeadingPairs>
    <vt:vector size="6" baseType="variant">
      <vt:variant>
        <vt:lpstr>Использованные шрифты</vt:lpstr>
      </vt:variant>
      <vt:variant>
        <vt:i4>9</vt:i4>
      </vt:variant>
      <vt:variant>
        <vt:lpstr>Тема</vt:lpstr>
      </vt:variant>
      <vt:variant>
        <vt:i4>1</vt:i4>
      </vt:variant>
      <vt:variant>
        <vt:lpstr>Заголовки слайдов</vt:lpstr>
      </vt:variant>
      <vt:variant>
        <vt:i4>29</vt:i4>
      </vt:variant>
    </vt:vector>
  </HeadingPairs>
  <TitlesOfParts>
    <vt:vector size="39" baseType="lpstr">
      <vt:lpstr>Arial</vt:lpstr>
      <vt:lpstr>Arial Unicode MS</vt:lpstr>
      <vt:lpstr>Calibri</vt:lpstr>
      <vt:lpstr>Corbel</vt:lpstr>
      <vt:lpstr>Gill Sans MT</vt:lpstr>
      <vt:lpstr>Times New Roman</vt:lpstr>
      <vt:lpstr>Verdana</vt:lpstr>
      <vt:lpstr>Wingdings</vt:lpstr>
      <vt:lpstr>Wingdings 2</vt:lpstr>
      <vt:lpstr>Солнцестояние</vt:lpstr>
      <vt:lpstr>Fayl tizimlari. Fayllar. Kataloglar. Fayllar va kataloglar bilan ishlash. Fayllarni xotirada joylashtirish jadvali. FAT, FAT32, NTFS, HPFS, ext2, ext3, ext4 va boshqa fayl tizimlar. Virtual fayl tizimlari (VFS) va tarmoq fayl tizimlari (NFS, NTF)</vt:lpstr>
      <vt:lpstr>Mundarija</vt:lpstr>
      <vt:lpstr>Fayl tushunchasi</vt:lpstr>
      <vt:lpstr>Fayllar</vt:lpstr>
      <vt:lpstr>Fayl kegaytmalari</vt:lpstr>
      <vt:lpstr>Презентация PowerPoint</vt:lpstr>
      <vt:lpstr>Презентация PowerPoint</vt:lpstr>
      <vt:lpstr>Direktoriyalar</vt:lpstr>
      <vt:lpstr>Презентация PowerPoint</vt:lpstr>
      <vt:lpstr>fayl tizimlari</vt:lpstr>
      <vt:lpstr>fat</vt:lpstr>
      <vt:lpstr>FAT strukturasi</vt:lpstr>
      <vt:lpstr>Root direktoriyasi strukturasi </vt:lpstr>
      <vt:lpstr>FAT32 VS NTFS </vt:lpstr>
      <vt:lpstr>HPFS файл тизими</vt:lpstr>
      <vt:lpstr>Структура тома с файловой системой NTFS</vt:lpstr>
      <vt:lpstr>Презентация PowerPoint</vt:lpstr>
      <vt:lpstr>bir-biriga boglik holda xotiradan joy ajratish</vt:lpstr>
      <vt:lpstr>FAT</vt:lpstr>
      <vt:lpstr>Indeksli bir-biriga boglik holda xotiradan joy ajratish </vt:lpstr>
      <vt:lpstr>Каталогни дарахт кўринишида тасвирлаш (LINUX OT misolida)</vt:lpstr>
      <vt:lpstr>Презентация PowerPoint</vt:lpstr>
      <vt:lpstr>Fragmentasiyalash</vt:lpstr>
      <vt:lpstr>Lots of Seeking</vt:lpstr>
      <vt:lpstr>Презентация PowerPoint</vt:lpstr>
      <vt:lpstr>faT va NTFSni  solishtirish</vt:lpstr>
      <vt:lpstr>Презентация PowerPoint</vt:lpstr>
      <vt:lpstr>Nazorat savollari</vt:lpstr>
      <vt:lpstr>Foydalanilgan adabiyotlar</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Operatsion tizimlar tushunchasi va</dc:title>
  <dc:creator>Temurbek</dc:creator>
  <cp:lastModifiedBy>Пользователь</cp:lastModifiedBy>
  <cp:revision>181</cp:revision>
  <dcterms:created xsi:type="dcterms:W3CDTF">2015-02-05T07:15:58Z</dcterms:created>
  <dcterms:modified xsi:type="dcterms:W3CDTF">2025-10-09T10:02:53Z</dcterms:modified>
</cp:coreProperties>
</file>