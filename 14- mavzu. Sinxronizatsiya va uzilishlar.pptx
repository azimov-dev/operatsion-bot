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8762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6713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2465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0366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50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810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530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571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45704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074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197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992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Sinxronizatsiya va uzilishlar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Operatsion tizimlar fani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Tayyorladi: [Ismingiz]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O‘quv yili: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Mavzu maqsadi va natijalari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🎯 Maqsad: Sinxronizatsiya va uzilish mexanizmlarini tushuntirish.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📘 Natija: Talaba uzilish va signal boshqaruvini amaliy qo‘llay oladi.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Sinxronizatsiya tushunchasi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Jarayonlar o‘rtasida resurslardan xavfsiz foydalanishni ta’minlash mexanizmi.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Ko‘p jarayonli muhitdagi muammo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⚠️ Kritic bo‘limlar muammosi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💡 Ehtimoliy xatolar: ma’lumot buzilishi, bloklanish, kechikish.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Sinxronizatsiya vositalari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• Mutex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• Semaphore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• Monitor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• Barrier (barer)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Barer sinxronizatsiyasi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🧩 Barcha oqimlar to‘plangan nuqtaga yetmaguncha hech biri davom eta olmaydi.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Barer ishlash jarayoni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Oqim 1 → Barrier → Kutish → Davom etish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Oqim 2 → Barrier → Kutish → Davom etish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tilidagi barer kodi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pthread_barrier_wait(&amp;barrier);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🧠 Barcha oqimlar barrierda to‘xtaydi.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Barer afzalliklari va kamchiliklari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✅ Sinxron ishlash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✅ Parallel hisoblashni osonlashtiradi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❌ Kutilish vaqti ortadi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Uzilish (Interrupt) tushunchasi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⚙️ Protsessor bajarilayotgan ishni vaqtincha to‘xtatib, hodisaga javob beradi.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Uzilishlarning turlari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• Tashqi (hardware)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• Ichki (software)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• Virtual (signal)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Uzilish ishlov berish bosqichlari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1️⃣ Hodisa sodir bo‘ladi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2️⃣ Holat saqlanadi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3️⃣ ISR ishga tushadi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4️⃣ Holat tiklanadi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CPUda uzilish jarayoni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Diagramma: Interrupt → ISR → Qaytish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Uzilishlarni yoqish va o‘chirish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Assembler: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CLI – uzilishlarni o‘chiradi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STI – yoqadi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Kritic bo‘limda uzilishlar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🔒 Ma’lumot yaxlitligi uchun vaqtincha uzilishlarni bloklash zarur.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Xavfsiz uzilish mexanizmlari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• Atomik operatsiyalar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• Spinlock, mutex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• Prioritetli ishlov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Atomik operatsiyalar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🧠 Bo‘linmas amallar – bir vaqtning o‘zida faqat bitta jarayon bajaradi.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POSIX signallari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💬 Jarayonlararo dasturiy uzilish mexanizmi.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Misol: SIGINT, SIGTERM, SIGKILL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Asosiy signallar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SIGINT – Ctrl+C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SIGKILL – majburiy to‘xtatish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SIGTERM – yakunlash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SIGSTOP – to‘xtatish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yuborish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kill(pid, SIGINT);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➡️ Jarayonga signal yuborish orqali boshqarish.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qabul qilish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signal(SIGINT, handler);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📥 Signal handler funksiyasi chaqiriladi.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ishlash jarayoni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Signal yuboriladi → Handler ishga tushadi → Jarayon davom etadi.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Uzilish va signal farqi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Uzilish: apparaturaviy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Signal: dasturiy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Maqsad: tezkor javob va aloqa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Xulosa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• Sinxronizatsiya – jarayonlarni muvofiqlashtiradi.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• Uzilishlar – tizim samaradorligini oshiradi.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• Signallar – aloqa vositasi.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Savollar va adabiyotlar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sz="2000">
                <a:solidFill>
                  <a:srgbClr val="282828"/>
                </a:solidFill>
                <a:latin typeface="Calibri"/>
              </a:rPr>
              <a:t>1️⃣ Sinxronizatsiya nima uchun kerak?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2️⃣ Uzilish qanday ishlaydi?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3️⃣ Signal va uzilish o‘rtasidagi farq?</a:t>
            </a:r>
          </a:p>
          <a:p>
            <a:endParaRPr sz="2000">
              <a:solidFill>
                <a:srgbClr val="282828"/>
              </a:solidFill>
              <a:latin typeface="Calibri"/>
            </a:endParaRPr>
          </a:p>
          <a:p>
            <a:r>
              <a:rPr sz="2000">
                <a:solidFill>
                  <a:srgbClr val="282828"/>
                </a:solidFill>
                <a:latin typeface="Calibri"/>
              </a:rPr>
              <a:t>📚 Adabiyotlar: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Silberschatz, Galvin, Gagne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Tanenbaum</a:t>
            </a:r>
          </a:p>
          <a:p>
            <a:r>
              <a:rPr sz="2000">
                <a:solidFill>
                  <a:srgbClr val="282828"/>
                </a:solidFill>
                <a:latin typeface="Calibri"/>
              </a:rPr>
              <a:t>POSIX man 7 signal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Галерея">
  <a:themeElements>
    <a:clrScheme name="Галерея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Галерея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Галерея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</TotalTime>
  <Words>443</Words>
  <Application>Microsoft Office PowerPoint</Application>
  <PresentationFormat>Экран (4:3)</PresentationFormat>
  <Paragraphs>87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9" baseType="lpstr">
      <vt:lpstr>Arial</vt:lpstr>
      <vt:lpstr>Calibri</vt:lpstr>
      <vt:lpstr>Gill Sans MT</vt:lpstr>
      <vt:lpstr>Галерея</vt:lpstr>
      <vt:lpstr>Sinxronizatsiya va uzilishlar</vt:lpstr>
      <vt:lpstr>Mavzu maqsadi va natijalari</vt:lpstr>
      <vt:lpstr>Sinxronizatsiya tushunchasi</vt:lpstr>
      <vt:lpstr>Ko‘p jarayonli muhitdagi muammo</vt:lpstr>
      <vt:lpstr>Sinxronizatsiya vositalari</vt:lpstr>
      <vt:lpstr>Barer sinxronizatsiyasi</vt:lpstr>
      <vt:lpstr>Barer ishlash jarayoni</vt:lpstr>
      <vt:lpstr>C tilidagi barer kodi</vt:lpstr>
      <vt:lpstr>Barer afzalliklari va kamchiliklari</vt:lpstr>
      <vt:lpstr>Uzilish (Interrupt) tushunchasi</vt:lpstr>
      <vt:lpstr>Uzilishlarning turlari</vt:lpstr>
      <vt:lpstr>Uzilish ishlov berish bosqichlari</vt:lpstr>
      <vt:lpstr>CPUda uzilish jarayoni</vt:lpstr>
      <vt:lpstr>Uzilishlarni yoqish va o‘chirish</vt:lpstr>
      <vt:lpstr>Kritic bo‘limda uzilishlar</vt:lpstr>
      <vt:lpstr>Xavfsiz uzilish mexanizmlari</vt:lpstr>
      <vt:lpstr>Atomik operatsiyalar</vt:lpstr>
      <vt:lpstr>POSIX signallari</vt:lpstr>
      <vt:lpstr>Asosiy signallar</vt:lpstr>
      <vt:lpstr>Signal yuborish</vt:lpstr>
      <vt:lpstr>Signal qabul qilish</vt:lpstr>
      <vt:lpstr>Signal ishlash jarayoni</vt:lpstr>
      <vt:lpstr>Uzilish va signal farqi</vt:lpstr>
      <vt:lpstr>Xulosa</vt:lpstr>
      <vt:lpstr>Savollar va adabiyotlar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Sinxronizatsiya va uzilishlar</dc:title>
  <dc:subject/>
  <dc:creator>Defender</dc:creator>
  <cp:keywords/>
  <dc:description>generated using python-pptx</dc:description>
  <cp:lastModifiedBy>Defender</cp:lastModifiedBy>
  <cp:revision>2</cp:revision>
  <dcterms:created xsi:type="dcterms:W3CDTF">2013-01-27T09:14:16Z</dcterms:created>
  <dcterms:modified xsi:type="dcterms:W3CDTF">2025-11-06T11:15:43Z</dcterms:modified>
  <cp:category/>
</cp:coreProperties>
</file>