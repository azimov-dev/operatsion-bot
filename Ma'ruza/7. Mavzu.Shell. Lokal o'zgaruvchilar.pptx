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0" r:id="rId2"/>
    <p:sldId id="257" r:id="rId3"/>
    <p:sldId id="269" r:id="rId4"/>
    <p:sldId id="271" r:id="rId5"/>
    <p:sldId id="303" r:id="rId6"/>
    <p:sldId id="258" r:id="rId7"/>
    <p:sldId id="260" r:id="rId8"/>
    <p:sldId id="259" r:id="rId9"/>
    <p:sldId id="304" r:id="rId10"/>
    <p:sldId id="261" r:id="rId11"/>
    <p:sldId id="265" r:id="rId12"/>
    <p:sldId id="262" r:id="rId13"/>
    <p:sldId id="267" r:id="rId14"/>
    <p:sldId id="272" r:id="rId15"/>
    <p:sldId id="301" r:id="rId16"/>
    <p:sldId id="273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274" r:id="rId41"/>
    <p:sldId id="275" r:id="rId42"/>
    <p:sldId id="306" r:id="rId43"/>
    <p:sldId id="305" r:id="rId44"/>
    <p:sldId id="302" r:id="rId4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29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54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741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611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80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303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54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408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97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935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135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23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105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61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894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896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969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686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35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F97541C-2586-48D0-8B41-B452AE630C81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8F24F3C-9F3D-4718-824D-6236E1512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021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Gr1oaPtO-c" TargetMode="External"/><Relationship Id="rId2" Type="http://schemas.openxmlformats.org/officeDocument/2006/relationships/hyperlink" Target="https://www.youtube.com/watch?v=AJQ3nFsyhH0&amp;list=PL1aqAoC4A0sWvR_pLp-mXYNqKst_Hb__W&amp;index=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b57.ru/cmdlist.html" TargetMode="External"/><Relationship Id="rId4" Type="http://schemas.openxmlformats.org/officeDocument/2006/relationships/hyperlink" Target="https://serverspace.ru/support/help/shpargalka-po-cmd-komandam-v-windows/?utm_source=google.com&amp;utm_medium=organic&amp;utm_campaign=google.com&amp;utm_referrer=goog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00200" y="2046114"/>
            <a:ext cx="9144000" cy="2195572"/>
          </a:xfrm>
        </p:spPr>
        <p:txBody>
          <a:bodyPr>
            <a:normAutofit fontScale="90000"/>
          </a:bodyPr>
          <a:lstStyle/>
          <a:p>
            <a:r>
              <a:rPr lang="uz-Cyrl-UZ" b="1" dirty="0">
                <a:solidFill>
                  <a:srgbClr val="C00000"/>
                </a:solidFill>
              </a:rPr>
              <a:t/>
            </a:r>
            <a:br>
              <a:rPr lang="uz-Cyrl-UZ" b="1" dirty="0">
                <a:solidFill>
                  <a:srgbClr val="C00000"/>
                </a:solidFill>
              </a:rPr>
            </a:br>
            <a:r>
              <a:rPr lang="uz-Cyrl-UZ" b="1" dirty="0">
                <a:solidFill>
                  <a:srgbClr val="C00000"/>
                </a:solidFill>
              </a:rPr>
              <a:t/>
            </a:r>
            <a:br>
              <a:rPr lang="uz-Cyrl-UZ" b="1" dirty="0">
                <a:solidFill>
                  <a:srgbClr val="C00000"/>
                </a:solidFill>
              </a:rPr>
            </a:br>
            <a:r>
              <a:rPr lang="ru-RU" sz="4000" b="1" dirty="0" smtClean="0"/>
              <a:t>6</a:t>
            </a:r>
            <a:r>
              <a:rPr lang="uz-Cyrl-UZ" sz="4400" b="1" dirty="0" smtClean="0"/>
              <a:t>-</a:t>
            </a:r>
            <a:r>
              <a:rPr lang="en-US" sz="4400" b="1" dirty="0" smtClean="0"/>
              <a:t>MA’RUZA. </a:t>
            </a:r>
            <a:r>
              <a:rPr lang="uz-Cyrl-UZ" sz="4400" b="1" dirty="0"/>
              <a:t/>
            </a:r>
            <a:br>
              <a:rPr lang="uz-Cyrl-UZ" sz="4400" b="1" dirty="0"/>
            </a:br>
            <a:r>
              <a:rPr lang="en-US" sz="4400" b="1" dirty="0" err="1"/>
              <a:t>Operatsion</a:t>
            </a:r>
            <a:r>
              <a:rPr lang="en-US" sz="4400" b="1" dirty="0"/>
              <a:t> </a:t>
            </a:r>
            <a:r>
              <a:rPr lang="en-US" sz="4400" b="1" dirty="0" err="1"/>
              <a:t>tizimlarda</a:t>
            </a:r>
            <a:r>
              <a:rPr lang="en-US" sz="4400" b="1" dirty="0"/>
              <a:t> </a:t>
            </a:r>
            <a:r>
              <a:rPr lang="en-US" sz="4400" b="1" dirty="0" err="1"/>
              <a:t>buyruqlar</a:t>
            </a:r>
            <a:r>
              <a:rPr lang="en-US" sz="4400" b="1" dirty="0"/>
              <a:t> </a:t>
            </a:r>
            <a:r>
              <a:rPr lang="en-US" sz="4400" b="1" dirty="0" err="1"/>
              <a:t>terminallari</a:t>
            </a: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346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REJA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Windows </a:t>
            </a:r>
            <a:r>
              <a:rPr lang="en-US" dirty="0" err="1"/>
              <a:t>buyruqlar</a:t>
            </a:r>
            <a:r>
              <a:rPr lang="en-US" dirty="0"/>
              <a:t> </a:t>
            </a:r>
            <a:r>
              <a:rPr lang="en-US" dirty="0" err="1"/>
              <a:t>satri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PowerShell </a:t>
            </a:r>
            <a:r>
              <a:rPr lang="en-US" dirty="0" err="1"/>
              <a:t>muhiti</a:t>
            </a:r>
            <a:r>
              <a:rPr lang="en-US" dirty="0"/>
              <a:t>, </a:t>
            </a:r>
          </a:p>
          <a:p>
            <a:pPr marL="514350" indent="-514350">
              <a:buFont typeface="+mj-lt"/>
              <a:buAutoNum type="arabicPeriod"/>
            </a:pPr>
            <a:r>
              <a:rPr lang="it-IT"/>
              <a:t>Unix buyruqli satri va terminali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Linux </a:t>
            </a:r>
            <a:r>
              <a:rPr lang="en-US" dirty="0" err="1"/>
              <a:t>terminali</a:t>
            </a:r>
            <a:endParaRPr lang="uz-Cyrl-UZ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798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02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uz-Latn-UZ" b="1" dirty="0" smtClean="0">
                <a:solidFill>
                  <a:srgbClr val="C00000"/>
                </a:solidFill>
              </a:rPr>
              <a:t>1.</a:t>
            </a:r>
            <a:r>
              <a:rPr lang="en-US" b="1" dirty="0" smtClean="0">
                <a:solidFill>
                  <a:srgbClr val="C00000"/>
                </a:solidFill>
              </a:rPr>
              <a:t>Windows </a:t>
            </a:r>
            <a:r>
              <a:rPr lang="en-US" b="1" dirty="0" err="1">
                <a:solidFill>
                  <a:srgbClr val="C00000"/>
                </a:solidFill>
              </a:rPr>
              <a:t>buyruqlar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satri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08430" y="1095376"/>
            <a:ext cx="6737230" cy="2657115"/>
          </a:xfrm>
        </p:spPr>
        <p:txBody>
          <a:bodyPr>
            <a:normAutofit fontScale="85000" lnSpcReduction="20000"/>
          </a:bodyPr>
          <a:lstStyle/>
          <a:p>
            <a:r>
              <a:rPr lang="en-GB" sz="2400" dirty="0" err="1"/>
              <a:t>Buyruqlar</a:t>
            </a:r>
            <a:r>
              <a:rPr lang="en-GB" sz="2400" dirty="0"/>
              <a:t> </a:t>
            </a:r>
            <a:r>
              <a:rPr lang="en-GB" sz="2400" dirty="0" err="1"/>
              <a:t>satri</a:t>
            </a:r>
            <a:r>
              <a:rPr lang="en-GB" sz="2400" dirty="0"/>
              <a:t> - </a:t>
            </a:r>
            <a:r>
              <a:rPr lang="en-GB" sz="2400" dirty="0" err="1"/>
              <a:t>bu</a:t>
            </a:r>
            <a:r>
              <a:rPr lang="en-GB" sz="2400" dirty="0"/>
              <a:t> </a:t>
            </a:r>
            <a:r>
              <a:rPr lang="en-GB" sz="2400" dirty="0" err="1"/>
              <a:t>Windowsda</a:t>
            </a:r>
            <a:r>
              <a:rPr lang="en-GB" sz="2400" dirty="0"/>
              <a:t> MS-DOS </a:t>
            </a:r>
            <a:r>
              <a:rPr lang="en-GB" sz="2400" dirty="0" err="1"/>
              <a:t>OTning</a:t>
            </a:r>
            <a:r>
              <a:rPr lang="en-GB" sz="2400" dirty="0"/>
              <a:t> </a:t>
            </a:r>
            <a:r>
              <a:rPr lang="en-GB" sz="2400" dirty="0" err="1"/>
              <a:t>matn</a:t>
            </a:r>
            <a:r>
              <a:rPr lang="en-GB" sz="2400" dirty="0"/>
              <a:t> </a:t>
            </a:r>
            <a:r>
              <a:rPr lang="en-GB" sz="2400" dirty="0" err="1"/>
              <a:t>ko'rinishidagi</a:t>
            </a:r>
            <a:r>
              <a:rPr lang="en-GB" sz="2400" dirty="0"/>
              <a:t> </a:t>
            </a:r>
            <a:r>
              <a:rPr lang="en-GB" sz="2400" dirty="0" err="1"/>
              <a:t>turli</a:t>
            </a:r>
            <a:r>
              <a:rPr lang="en-GB" sz="2400" dirty="0"/>
              <a:t> </a:t>
            </a:r>
            <a:r>
              <a:rPr lang="en-GB" sz="2400" dirty="0" err="1"/>
              <a:t>buyruqlarni</a:t>
            </a:r>
            <a:r>
              <a:rPr lang="en-GB" sz="2400" dirty="0"/>
              <a:t> </a:t>
            </a:r>
            <a:r>
              <a:rPr lang="en-GB" sz="2400" dirty="0" err="1"/>
              <a:t>kiritish</a:t>
            </a:r>
            <a:r>
              <a:rPr lang="en-GB" sz="2400" dirty="0"/>
              <a:t> </a:t>
            </a:r>
            <a:r>
              <a:rPr lang="en-GB" sz="2400" dirty="0" err="1"/>
              <a:t>imkonini</a:t>
            </a:r>
            <a:r>
              <a:rPr lang="en-GB" sz="2400" dirty="0"/>
              <a:t> </a:t>
            </a:r>
            <a:r>
              <a:rPr lang="en-GB" sz="2400" dirty="0" err="1"/>
              <a:t>beruvchi</a:t>
            </a:r>
            <a:r>
              <a:rPr lang="en-GB" sz="2400" dirty="0"/>
              <a:t> </a:t>
            </a:r>
            <a:r>
              <a:rPr lang="en-GB" sz="2400" dirty="0" err="1"/>
              <a:t>dastur</a:t>
            </a:r>
            <a:r>
              <a:rPr lang="en-GB" sz="2400" dirty="0"/>
              <a:t> </a:t>
            </a:r>
            <a:r>
              <a:rPr lang="en-GB" sz="2400" dirty="0" err="1"/>
              <a:t>hisoblanadi</a:t>
            </a:r>
            <a:r>
              <a:rPr lang="en-GB" sz="2400" dirty="0"/>
              <a:t>.</a:t>
            </a:r>
          </a:p>
          <a:p>
            <a:r>
              <a:rPr lang="en-GB" sz="2400" dirty="0" err="1"/>
              <a:t>Ushbu</a:t>
            </a:r>
            <a:r>
              <a:rPr lang="en-GB" sz="2400" dirty="0"/>
              <a:t> </a:t>
            </a:r>
            <a:r>
              <a:rPr lang="en-GB" sz="2400" dirty="0" err="1"/>
              <a:t>dastur</a:t>
            </a:r>
            <a:r>
              <a:rPr lang="en-GB" sz="2400" dirty="0"/>
              <a:t> </a:t>
            </a:r>
            <a:r>
              <a:rPr lang="en-GB" sz="2400" dirty="0" err="1"/>
              <a:t>kiritilgan</a:t>
            </a:r>
            <a:r>
              <a:rPr lang="en-GB" sz="2400" dirty="0"/>
              <a:t> </a:t>
            </a:r>
            <a:r>
              <a:rPr lang="en-GB" sz="2400" dirty="0" err="1"/>
              <a:t>buyruqlar</a:t>
            </a:r>
            <a:r>
              <a:rPr lang="en-GB" sz="2400" dirty="0"/>
              <a:t> </a:t>
            </a:r>
            <a:r>
              <a:rPr lang="en-GB" sz="2400" dirty="0" err="1"/>
              <a:t>va</a:t>
            </a:r>
            <a:r>
              <a:rPr lang="en-GB" sz="2400" dirty="0"/>
              <a:t> </a:t>
            </a:r>
            <a:r>
              <a:rPr lang="en-GB" sz="2400" dirty="0" err="1"/>
              <a:t>qo'shimcha</a:t>
            </a:r>
            <a:r>
              <a:rPr lang="en-GB" sz="2400" dirty="0"/>
              <a:t> </a:t>
            </a:r>
            <a:r>
              <a:rPr lang="en-GB" sz="2400" dirty="0" err="1"/>
              <a:t>ma'muriy</a:t>
            </a:r>
            <a:r>
              <a:rPr lang="en-GB" sz="2400" dirty="0"/>
              <a:t> </a:t>
            </a:r>
            <a:r>
              <a:rPr lang="en-GB" sz="2400" dirty="0" err="1"/>
              <a:t>funktsiyalarni</a:t>
            </a:r>
            <a:r>
              <a:rPr lang="en-GB" sz="2400" dirty="0"/>
              <a:t> </a:t>
            </a:r>
            <a:r>
              <a:rPr lang="en-GB" sz="2400" dirty="0" err="1"/>
              <a:t>bajarish</a:t>
            </a:r>
            <a:r>
              <a:rPr lang="en-GB" sz="2400" dirty="0"/>
              <a:t> </a:t>
            </a:r>
            <a:r>
              <a:rPr lang="en-GB" sz="2400" dirty="0" err="1"/>
              <a:t>uchun</a:t>
            </a:r>
            <a:r>
              <a:rPr lang="en-GB" sz="2400" dirty="0"/>
              <a:t> </a:t>
            </a:r>
            <a:r>
              <a:rPr lang="en-GB" sz="2400" dirty="0" err="1"/>
              <a:t>ishlatililadi</a:t>
            </a:r>
            <a:r>
              <a:rPr lang="en-GB" sz="2400" dirty="0"/>
              <a:t>. </a:t>
            </a:r>
            <a:r>
              <a:rPr lang="en-GB" sz="2400" dirty="0" err="1"/>
              <a:t>Bundan</a:t>
            </a:r>
            <a:r>
              <a:rPr lang="en-GB" sz="2400" dirty="0"/>
              <a:t> </a:t>
            </a:r>
            <a:r>
              <a:rPr lang="en-GB" sz="2400" dirty="0" err="1"/>
              <a:t>tashqari</a:t>
            </a:r>
            <a:r>
              <a:rPr lang="en-GB" sz="2400" dirty="0"/>
              <a:t>, </a:t>
            </a:r>
            <a:r>
              <a:rPr lang="en-GB" sz="2400" dirty="0" err="1"/>
              <a:t>ba'zi</a:t>
            </a:r>
            <a:r>
              <a:rPr lang="en-GB" sz="2400" dirty="0"/>
              <a:t> Windows </a:t>
            </a:r>
            <a:r>
              <a:rPr lang="en-GB" sz="2400" dirty="0" err="1"/>
              <a:t>muammolarini</a:t>
            </a:r>
            <a:r>
              <a:rPr lang="en-GB" sz="2400" dirty="0"/>
              <a:t> </a:t>
            </a:r>
            <a:r>
              <a:rPr lang="en-GB" sz="2400" dirty="0" err="1"/>
              <a:t>topish</a:t>
            </a:r>
            <a:r>
              <a:rPr lang="en-GB" sz="2400" dirty="0"/>
              <a:t> </a:t>
            </a:r>
            <a:r>
              <a:rPr lang="en-GB" sz="2400" dirty="0" err="1"/>
              <a:t>va</a:t>
            </a:r>
            <a:r>
              <a:rPr lang="en-GB" sz="2400" dirty="0"/>
              <a:t> </a:t>
            </a:r>
            <a:r>
              <a:rPr lang="en-GB" sz="2400" dirty="0" err="1"/>
              <a:t>tuzatish</a:t>
            </a:r>
            <a:r>
              <a:rPr lang="en-GB" sz="2400" dirty="0"/>
              <a:t> </a:t>
            </a:r>
            <a:r>
              <a:rPr lang="en-GB" sz="2400" dirty="0" err="1"/>
              <a:t>uchun</a:t>
            </a:r>
            <a:r>
              <a:rPr lang="en-GB" sz="2400" dirty="0"/>
              <a:t> ham </a:t>
            </a:r>
            <a:r>
              <a:rPr lang="en-GB" sz="2400" dirty="0" err="1"/>
              <a:t>foydalanish</a:t>
            </a:r>
            <a:r>
              <a:rPr lang="en-GB" sz="2400" dirty="0"/>
              <a:t> </a:t>
            </a:r>
            <a:r>
              <a:rPr lang="en-GB" sz="2400" dirty="0" err="1"/>
              <a:t>mumkin</a:t>
            </a:r>
            <a:r>
              <a:rPr lang="en-GB" sz="2400" dirty="0"/>
              <a:t>.</a:t>
            </a:r>
          </a:p>
          <a:p>
            <a:r>
              <a:rPr lang="en-US" sz="2400" dirty="0"/>
              <a:t>Windows </a:t>
            </a:r>
            <a:r>
              <a:rPr lang="en-US" sz="2400" dirty="0" err="1"/>
              <a:t>buyruqlar</a:t>
            </a:r>
            <a:r>
              <a:rPr lang="en-US" sz="2400" dirty="0"/>
              <a:t> </a:t>
            </a:r>
            <a:r>
              <a:rPr lang="en-US" sz="2400" dirty="0" err="1"/>
              <a:t>satrini</a:t>
            </a:r>
            <a:r>
              <a:rPr lang="en-US" sz="2400" dirty="0"/>
              <a:t> </a:t>
            </a:r>
            <a:r>
              <a:rPr lang="en-US" sz="2400" dirty="0" err="1"/>
              <a:t>ochish</a:t>
            </a:r>
            <a:r>
              <a:rPr lang="en-US" sz="2400" dirty="0"/>
              <a:t> </a:t>
            </a:r>
            <a:r>
              <a:rPr lang="en-US" sz="2400" dirty="0" err="1"/>
              <a:t>uchun</a:t>
            </a:r>
            <a:r>
              <a:rPr lang="en-US" sz="2400" dirty="0"/>
              <a:t> </a:t>
            </a:r>
            <a:r>
              <a:rPr lang="uz-Latn-UZ" sz="2400" dirty="0"/>
              <a:t>Win + R</a:t>
            </a:r>
            <a:r>
              <a:rPr lang="en-US" sz="2400" dirty="0"/>
              <a:t> </a:t>
            </a:r>
            <a:r>
              <a:rPr lang="en-US" sz="2400" dirty="0" err="1"/>
              <a:t>tugmachalari</a:t>
            </a:r>
            <a:r>
              <a:rPr lang="en-US" sz="2400" dirty="0"/>
              <a:t> </a:t>
            </a:r>
            <a:r>
              <a:rPr lang="en-US" sz="2400" dirty="0" err="1"/>
              <a:t>bosiladi</a:t>
            </a:r>
            <a:r>
              <a:rPr lang="uz-Latn-UZ" sz="2400" dirty="0"/>
              <a:t>,</a:t>
            </a:r>
            <a:r>
              <a:rPr lang="en-US" sz="2400" dirty="0"/>
              <a:t> </a:t>
            </a:r>
            <a:r>
              <a:rPr lang="en-US" sz="2400" dirty="0" err="1"/>
              <a:t>muloqat</a:t>
            </a:r>
            <a:r>
              <a:rPr lang="en-US" sz="2400" dirty="0"/>
              <a:t> </a:t>
            </a:r>
            <a:r>
              <a:rPr lang="en-US" sz="2400" dirty="0" err="1"/>
              <a:t>oynasida</a:t>
            </a:r>
            <a:r>
              <a:rPr lang="en-US" sz="2400" dirty="0"/>
              <a:t> </a:t>
            </a:r>
            <a:r>
              <a:rPr lang="uz-Latn-UZ" sz="2400" dirty="0"/>
              <a:t>cmd</a:t>
            </a:r>
            <a:r>
              <a:rPr lang="en-US" sz="2400" dirty="0"/>
              <a:t> </a:t>
            </a:r>
            <a:r>
              <a:rPr lang="en-US" sz="2400" dirty="0" err="1"/>
              <a:t>buyrug’i</a:t>
            </a:r>
            <a:r>
              <a:rPr lang="en-US" sz="2400" dirty="0"/>
              <a:t> </a:t>
            </a:r>
            <a:r>
              <a:rPr lang="en-US" sz="2400" dirty="0" err="1"/>
              <a:t>yoziladi</a:t>
            </a:r>
            <a:r>
              <a:rPr lang="en-US" sz="2400" dirty="0"/>
              <a:t>.</a:t>
            </a:r>
            <a:endParaRPr lang="en-GB" sz="2400" dirty="0"/>
          </a:p>
          <a:p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317" y="3685989"/>
            <a:ext cx="5923915" cy="248885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99713" y="3752491"/>
            <a:ext cx="43796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z-Latn-UZ"/>
              <a:t>Ba'zi buyruqlar ishlashi uchun kompyuterda administrator huquqlari talab qilinadi. Bundan tashqari, ma'muriy huquqlarga ega bo'lgan foydalanuvchi hisob qaydnomasida Windows buyruq </a:t>
            </a:r>
            <a:r>
              <a:rPr lang="en-US"/>
              <a:t>satri</a:t>
            </a:r>
            <a:r>
              <a:rPr lang="uz-Latn-UZ"/>
              <a:t>ni ishga tushirishning o'zi etarli emas. U administrator sifatida ishga tushirilishi kerak. Bu, har doimgidek, bir necha usul bilan amalga oshirilishi mumkin.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40003"/>
            <a:ext cx="4070230" cy="230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71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803"/>
          </a:xfrm>
        </p:spPr>
        <p:txBody>
          <a:bodyPr>
            <a:normAutofit fontScale="90000"/>
          </a:bodyPr>
          <a:lstStyle/>
          <a:p>
            <a:r>
              <a:rPr lang="uz-Latn-UZ" b="1" dirty="0" smtClean="0">
                <a:solidFill>
                  <a:srgbClr val="C00000"/>
                </a:solidFill>
              </a:rPr>
              <a:t>1.</a:t>
            </a:r>
            <a:r>
              <a:rPr lang="en-US" b="1" dirty="0" smtClean="0">
                <a:solidFill>
                  <a:srgbClr val="C00000"/>
                </a:solidFill>
              </a:rPr>
              <a:t>Windows </a:t>
            </a:r>
            <a:r>
              <a:rPr lang="en-US" b="1" dirty="0" err="1">
                <a:solidFill>
                  <a:srgbClr val="C00000"/>
                </a:solidFill>
              </a:rPr>
              <a:t>buyruqlar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satri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buyruqlari</a:t>
            </a:r>
            <a:endParaRPr lang="uz-Latn-UZ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940750"/>
            <a:ext cx="10259291" cy="4595526"/>
          </a:xfrm>
        </p:spPr>
        <p:txBody>
          <a:bodyPr>
            <a:noAutofit/>
          </a:bodyPr>
          <a:lstStyle/>
          <a:p>
            <a:pPr algn="just">
              <a:spcBef>
                <a:spcPts val="300"/>
              </a:spcBef>
            </a:pPr>
            <a:r>
              <a:rPr lang="uz-Latn-UZ" sz="2000" b="1" dirty="0"/>
              <a:t>cd</a:t>
            </a:r>
            <a:r>
              <a:rPr lang="uz-Latn-UZ" sz="2000" dirty="0"/>
              <a:t> (change directory)</a:t>
            </a:r>
            <a:r>
              <a:rPr lang="en-US" sz="2000" dirty="0"/>
              <a:t> – </a:t>
            </a:r>
            <a:r>
              <a:rPr lang="en-US" sz="2000" dirty="0" err="1"/>
              <a:t>kataloglarga</a:t>
            </a:r>
            <a:r>
              <a:rPr lang="en-US" sz="2000" dirty="0"/>
              <a:t> </a:t>
            </a:r>
            <a:r>
              <a:rPr lang="en-US" sz="2000" dirty="0" err="1"/>
              <a:t>o’tish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chiqish</a:t>
            </a:r>
            <a:endParaRPr lang="en-US" sz="2000" dirty="0"/>
          </a:p>
          <a:p>
            <a:pPr algn="just">
              <a:spcBef>
                <a:spcPts val="300"/>
              </a:spcBef>
            </a:pPr>
            <a:r>
              <a:rPr lang="uz-Latn-UZ" sz="2000" b="1" dirty="0"/>
              <a:t>dir</a:t>
            </a:r>
            <a:r>
              <a:rPr lang="uz-Latn-UZ" sz="2000" dirty="0"/>
              <a:t> (directory)</a:t>
            </a:r>
            <a:r>
              <a:rPr lang="en-US" sz="2000" dirty="0"/>
              <a:t> – </a:t>
            </a:r>
            <a:r>
              <a:rPr lang="en-US" sz="2000" dirty="0" err="1"/>
              <a:t>tanlangan</a:t>
            </a:r>
            <a:r>
              <a:rPr lang="en-US" sz="2000" dirty="0"/>
              <a:t> </a:t>
            </a:r>
            <a:r>
              <a:rPr lang="en-US" sz="2000" dirty="0" err="1"/>
              <a:t>katalogdan</a:t>
            </a:r>
            <a:r>
              <a:rPr lang="en-US" sz="2000" dirty="0"/>
              <a:t> </a:t>
            </a:r>
            <a:r>
              <a:rPr lang="en-US" sz="2000" dirty="0" err="1"/>
              <a:t>fayllar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papkalarni</a:t>
            </a:r>
            <a:r>
              <a:rPr lang="en-US" sz="2000" dirty="0"/>
              <a:t> </a:t>
            </a:r>
            <a:r>
              <a:rPr lang="en-US" sz="2000" dirty="0" err="1"/>
              <a:t>ko’rish</a:t>
            </a:r>
            <a:endParaRPr lang="en-US" sz="2000" dirty="0"/>
          </a:p>
          <a:p>
            <a:pPr algn="just">
              <a:spcBef>
                <a:spcPts val="300"/>
              </a:spcBef>
            </a:pPr>
            <a:r>
              <a:rPr lang="uz-Latn-UZ" sz="2000" b="1" dirty="0"/>
              <a:t>ipconfig</a:t>
            </a:r>
            <a:r>
              <a:rPr lang="en-US" sz="2000" b="1" dirty="0"/>
              <a:t> </a:t>
            </a:r>
            <a:r>
              <a:rPr lang="en-US" sz="2000" dirty="0"/>
              <a:t>– </a:t>
            </a:r>
            <a:r>
              <a:rPr lang="en-US" sz="2000" dirty="0" err="1"/>
              <a:t>adapterlar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dirty="0" err="1"/>
              <a:t>joriy</a:t>
            </a:r>
            <a:r>
              <a:rPr lang="en-US" sz="2000" dirty="0"/>
              <a:t> </a:t>
            </a:r>
            <a:r>
              <a:rPr lang="en-US" sz="2000" dirty="0" err="1"/>
              <a:t>tarmoq</a:t>
            </a:r>
            <a:r>
              <a:rPr lang="en-US" sz="2000" dirty="0"/>
              <a:t> </a:t>
            </a:r>
            <a:r>
              <a:rPr lang="en-US" sz="2000" dirty="0" err="1"/>
              <a:t>ma'lumotlarini</a:t>
            </a:r>
            <a:r>
              <a:rPr lang="en-US" sz="2000" dirty="0"/>
              <a:t>, </a:t>
            </a:r>
            <a:r>
              <a:rPr lang="en-US" sz="2000" dirty="0" err="1"/>
              <a:t>jumladan</a:t>
            </a:r>
            <a:r>
              <a:rPr lang="en-US" sz="2000" dirty="0"/>
              <a:t> IP </a:t>
            </a:r>
            <a:r>
              <a:rPr lang="en-US" sz="2000" dirty="0" err="1"/>
              <a:t>manzilini</a:t>
            </a:r>
            <a:r>
              <a:rPr lang="en-US" sz="2000" dirty="0"/>
              <a:t>, </a:t>
            </a:r>
            <a:r>
              <a:rPr lang="en-US" sz="2000" dirty="0" err="1"/>
              <a:t>standart</a:t>
            </a:r>
            <a:r>
              <a:rPr lang="en-US" sz="2000" dirty="0"/>
              <a:t> </a:t>
            </a:r>
            <a:r>
              <a:rPr lang="en-US" sz="2000" dirty="0" err="1"/>
              <a:t>shlyuzni</a:t>
            </a:r>
            <a:r>
              <a:rPr lang="en-US" sz="2000" dirty="0"/>
              <a:t>, </a:t>
            </a:r>
            <a:r>
              <a:rPr lang="en-US" sz="2000" dirty="0" err="1"/>
              <a:t>tarmoq</a:t>
            </a:r>
            <a:r>
              <a:rPr lang="en-US" sz="2000" dirty="0"/>
              <a:t> </a:t>
            </a:r>
            <a:r>
              <a:rPr lang="en-US" sz="2000" dirty="0" err="1"/>
              <a:t>osti</a:t>
            </a:r>
            <a:r>
              <a:rPr lang="en-US" sz="2000" dirty="0"/>
              <a:t> </a:t>
            </a:r>
            <a:r>
              <a:rPr lang="en-US" sz="2000" dirty="0" err="1"/>
              <a:t>niqobini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hokazolarni</a:t>
            </a:r>
            <a:r>
              <a:rPr lang="en-US" sz="2000" dirty="0"/>
              <a:t> </a:t>
            </a:r>
            <a:r>
              <a:rPr lang="en-US" sz="2000" dirty="0" err="1"/>
              <a:t>ko'rsatadi</a:t>
            </a:r>
            <a:r>
              <a:rPr lang="en-US" sz="2000" dirty="0"/>
              <a:t>.</a:t>
            </a:r>
          </a:p>
          <a:p>
            <a:pPr algn="just">
              <a:spcBef>
                <a:spcPts val="300"/>
              </a:spcBef>
            </a:pPr>
            <a:r>
              <a:rPr lang="uz-Latn-UZ" sz="2000" b="1" dirty="0"/>
              <a:t>ping so'rovi</a:t>
            </a:r>
            <a:r>
              <a:rPr lang="en-US" sz="2000" dirty="0"/>
              <a:t> – </a:t>
            </a:r>
            <a:r>
              <a:rPr lang="uz-Latn-UZ" sz="2000" dirty="0"/>
              <a:t>tarmoq muammolarini bartaraf etish vositasi sifatida ishlatiladi. U ma'lumotlar paketini bir xil tarmoqdagi boshqa kompyuterga yuboradi va javobni chop etadi.</a:t>
            </a:r>
            <a:r>
              <a:rPr lang="en-US" sz="2000" dirty="0"/>
              <a:t> </a:t>
            </a:r>
            <a:r>
              <a:rPr lang="en-US" sz="2000" dirty="0" err="1"/>
              <a:t>Masalan</a:t>
            </a:r>
            <a:r>
              <a:rPr lang="en-US" sz="2000" dirty="0"/>
              <a:t>: ping 192.168.0.2</a:t>
            </a:r>
          </a:p>
          <a:p>
            <a:pPr algn="just">
              <a:spcBef>
                <a:spcPts val="300"/>
              </a:spcBef>
            </a:pPr>
            <a:r>
              <a:rPr lang="uz-Latn-UZ" sz="2000" b="1" dirty="0"/>
              <a:t>help</a:t>
            </a:r>
            <a:r>
              <a:rPr lang="uz-Latn-UZ" sz="2000" dirty="0"/>
              <a:t> </a:t>
            </a:r>
            <a:r>
              <a:rPr lang="en-US" sz="2000" dirty="0"/>
              <a:t>– </a:t>
            </a:r>
            <a:r>
              <a:rPr lang="en-US" sz="2000" dirty="0" err="1"/>
              <a:t>yordam</a:t>
            </a:r>
            <a:r>
              <a:rPr lang="en-US" sz="2000" dirty="0"/>
              <a:t> </a:t>
            </a:r>
            <a:r>
              <a:rPr lang="en-US" sz="2000" dirty="0" err="1"/>
              <a:t>tizimi</a:t>
            </a:r>
            <a:r>
              <a:rPr lang="en-US" sz="2000" dirty="0"/>
              <a:t>, </a:t>
            </a:r>
            <a:r>
              <a:rPr lang="en-US" sz="2000" dirty="0" err="1"/>
              <a:t>masalan</a:t>
            </a:r>
            <a:r>
              <a:rPr lang="en-US" sz="2000" dirty="0"/>
              <a:t>: ipconfig /help</a:t>
            </a:r>
            <a:endParaRPr lang="ru-RU" sz="2000" dirty="0"/>
          </a:p>
          <a:p>
            <a:pPr algn="just">
              <a:spcBef>
                <a:spcPts val="300"/>
              </a:spcBef>
            </a:pPr>
            <a:r>
              <a:rPr lang="ru-RU" sz="2000" b="1" dirty="0" err="1"/>
              <a:t>shutdown</a:t>
            </a:r>
            <a:r>
              <a:rPr lang="ru-RU" sz="2000" b="1" dirty="0"/>
              <a:t> /s </a:t>
            </a:r>
            <a:r>
              <a:rPr lang="ru-RU" sz="2000" dirty="0"/>
              <a:t>— </a:t>
            </a:r>
            <a:r>
              <a:rPr lang="en-US" sz="2000" dirty="0"/>
              <a:t> </a:t>
            </a:r>
            <a:r>
              <a:rPr lang="en-US" sz="2000" dirty="0" err="1"/>
              <a:t>kompyuterni</a:t>
            </a:r>
            <a:r>
              <a:rPr lang="en-US" sz="2000" dirty="0"/>
              <a:t> </a:t>
            </a:r>
            <a:r>
              <a:rPr lang="en-US" sz="2000" dirty="0" err="1"/>
              <a:t>o'chirish</a:t>
            </a:r>
            <a:r>
              <a:rPr lang="en-US" sz="2000" dirty="0"/>
              <a:t> </a:t>
            </a:r>
            <a:r>
              <a:rPr lang="en-US" sz="2000" dirty="0" err="1"/>
              <a:t>buyrug'i</a:t>
            </a:r>
            <a:endParaRPr lang="ru-RU" sz="2000" dirty="0"/>
          </a:p>
          <a:p>
            <a:pPr algn="just">
              <a:spcBef>
                <a:spcPts val="300"/>
              </a:spcBef>
            </a:pPr>
            <a:r>
              <a:rPr lang="ru-RU" sz="2000" b="1" dirty="0" err="1"/>
              <a:t>shutdown</a:t>
            </a:r>
            <a:r>
              <a:rPr lang="ru-RU" sz="2000" b="1" dirty="0"/>
              <a:t> /r </a:t>
            </a:r>
            <a:r>
              <a:rPr lang="ru-RU" sz="2000" dirty="0"/>
              <a:t>— </a:t>
            </a:r>
            <a:r>
              <a:rPr lang="en-US" sz="2000" dirty="0"/>
              <a:t> </a:t>
            </a:r>
            <a:r>
              <a:rPr lang="en-US" sz="2000" dirty="0" err="1"/>
              <a:t>kompyuterni</a:t>
            </a:r>
            <a:r>
              <a:rPr lang="en-US" sz="2000" dirty="0"/>
              <a:t> qayta </a:t>
            </a:r>
            <a:r>
              <a:rPr lang="en-US" sz="2000" dirty="0" err="1"/>
              <a:t>ishga</a:t>
            </a:r>
            <a:r>
              <a:rPr lang="en-US" sz="2000" dirty="0"/>
              <a:t> </a:t>
            </a:r>
            <a:r>
              <a:rPr lang="en-US" sz="2000" dirty="0" err="1"/>
              <a:t>tushirish</a:t>
            </a:r>
            <a:r>
              <a:rPr lang="en-US" sz="2000" dirty="0"/>
              <a:t> </a:t>
            </a:r>
            <a:r>
              <a:rPr lang="en-US" sz="2000" dirty="0" err="1"/>
              <a:t>buyrug'i</a:t>
            </a:r>
            <a:endParaRPr lang="ru-RU" sz="2000" dirty="0"/>
          </a:p>
          <a:p>
            <a:pPr algn="just">
              <a:spcBef>
                <a:spcPts val="300"/>
              </a:spcBef>
            </a:pPr>
            <a:r>
              <a:rPr lang="ru-RU" sz="2000" b="1" dirty="0" err="1"/>
              <a:t>systeminfo</a:t>
            </a:r>
            <a:r>
              <a:rPr lang="ru-RU" sz="2000" dirty="0"/>
              <a:t> — </a:t>
            </a:r>
            <a:r>
              <a:rPr lang="en-US" sz="2000" dirty="0"/>
              <a:t> </a:t>
            </a:r>
            <a:r>
              <a:rPr lang="en-US" sz="2000" dirty="0" err="1"/>
              <a:t>Operatsion</a:t>
            </a:r>
            <a:r>
              <a:rPr lang="en-US" sz="2000" dirty="0"/>
              <a:t> </a:t>
            </a:r>
            <a:r>
              <a:rPr lang="en-US" sz="2000" dirty="0" err="1"/>
              <a:t>tizim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kompyuter</a:t>
            </a:r>
            <a:r>
              <a:rPr lang="en-US" sz="2000" dirty="0"/>
              <a:t> </a:t>
            </a:r>
            <a:r>
              <a:rPr lang="en-US" sz="2000" dirty="0" err="1"/>
              <a:t>haqida</a:t>
            </a:r>
            <a:r>
              <a:rPr lang="en-US" sz="2000" dirty="0"/>
              <a:t> </a:t>
            </a:r>
            <a:r>
              <a:rPr lang="en-US" sz="2000" dirty="0" err="1"/>
              <a:t>to'liq</a:t>
            </a:r>
            <a:r>
              <a:rPr lang="en-US" sz="2000" dirty="0"/>
              <a:t> </a:t>
            </a:r>
            <a:r>
              <a:rPr lang="en-US" sz="2000" dirty="0" err="1"/>
              <a:t>ma'lumot</a:t>
            </a:r>
            <a:r>
              <a:rPr lang="en-US" sz="2000" dirty="0"/>
              <a:t> </a:t>
            </a:r>
            <a:r>
              <a:rPr lang="en-US" sz="2000" dirty="0" err="1"/>
              <a:t>olish</a:t>
            </a:r>
            <a:r>
              <a:rPr lang="en-US" sz="2000" dirty="0"/>
              <a:t> </a:t>
            </a:r>
            <a:r>
              <a:rPr lang="en-US" sz="2000" dirty="0" err="1"/>
              <a:t>imkonini</a:t>
            </a:r>
            <a:r>
              <a:rPr lang="en-US" sz="2000" dirty="0"/>
              <a:t> </a:t>
            </a:r>
            <a:r>
              <a:rPr lang="en-US" sz="2000" dirty="0" err="1"/>
              <a:t>beradi</a:t>
            </a:r>
            <a:endParaRPr lang="ru-RU" sz="2000" dirty="0"/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000" dirty="0" err="1"/>
              <a:t>Yanada</a:t>
            </a:r>
            <a:r>
              <a:rPr lang="en-US" sz="2000" dirty="0"/>
              <a:t> </a:t>
            </a:r>
            <a:r>
              <a:rPr lang="en-US" sz="2000" dirty="0" err="1"/>
              <a:t>koproq</a:t>
            </a:r>
            <a:r>
              <a:rPr lang="en-US" sz="2000" dirty="0"/>
              <a:t> </a:t>
            </a:r>
            <a:r>
              <a:rPr lang="en-US" sz="2000" dirty="0" err="1"/>
              <a:t>ma’lumotlarni</a:t>
            </a:r>
            <a:r>
              <a:rPr lang="en-US" sz="2000" dirty="0"/>
              <a:t> </a:t>
            </a:r>
            <a:r>
              <a:rPr lang="en-US" sz="2000" dirty="0" err="1"/>
              <a:t>quyidagi</a:t>
            </a:r>
            <a:r>
              <a:rPr lang="en-US" sz="2000" dirty="0"/>
              <a:t> </a:t>
            </a:r>
            <a:r>
              <a:rPr lang="en-US" sz="2000" dirty="0" err="1"/>
              <a:t>veb-sahifadan</a:t>
            </a:r>
            <a:r>
              <a:rPr lang="en-US" sz="2000" dirty="0"/>
              <a:t> </a:t>
            </a:r>
            <a:r>
              <a:rPr lang="en-US" sz="2000" dirty="0" err="1"/>
              <a:t>olishingiz</a:t>
            </a:r>
            <a:r>
              <a:rPr lang="en-US" sz="2000" dirty="0"/>
              <a:t> </a:t>
            </a:r>
            <a:r>
              <a:rPr lang="en-US" sz="2000" dirty="0" err="1"/>
              <a:t>mumkin</a:t>
            </a:r>
            <a:r>
              <a:rPr lang="en-US" sz="2000" dirty="0"/>
              <a:t>:  </a:t>
            </a:r>
          </a:p>
          <a:p>
            <a:pPr algn="just">
              <a:spcBef>
                <a:spcPts val="300"/>
              </a:spcBef>
            </a:pPr>
            <a:r>
              <a:rPr lang="uz-Latn-UZ" sz="2000" dirty="0"/>
              <a:t>https://docs.microsoft.com/ru-ru/windows-server/administration/windows-commands/windows-commands</a:t>
            </a:r>
          </a:p>
        </p:txBody>
      </p:sp>
    </p:spTree>
    <p:extLst>
      <p:ext uri="{BB962C8B-B14F-4D97-AF65-F5344CB8AC3E}">
        <p14:creationId xmlns:p14="http://schemas.microsoft.com/office/powerpoint/2010/main" val="326221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ACF6A-5A12-45B5-8765-4D62AF605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z-Latn-UZ" b="1" dirty="0" smtClean="0">
                <a:solidFill>
                  <a:srgbClr val="C00000"/>
                </a:solidFill>
              </a:rPr>
              <a:t>1.</a:t>
            </a:r>
            <a:r>
              <a:rPr lang="en-US" b="1" dirty="0" smtClean="0">
                <a:solidFill>
                  <a:srgbClr val="C00000"/>
                </a:solidFill>
              </a:rPr>
              <a:t>Windows </a:t>
            </a:r>
            <a:r>
              <a:rPr lang="en-US" b="1" dirty="0" err="1">
                <a:solidFill>
                  <a:srgbClr val="C00000"/>
                </a:solidFill>
              </a:rPr>
              <a:t>cmd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satri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buyruqlarining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tiplari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EA0E42-6347-4F53-8AD6-48B75F337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papkalarni</a:t>
            </a:r>
            <a:r>
              <a:rPr lang="en-US" dirty="0"/>
              <a:t> </a:t>
            </a:r>
            <a:r>
              <a:rPr lang="en-US" dirty="0" err="1"/>
              <a:t>boshqarish</a:t>
            </a:r>
            <a:r>
              <a:rPr lang="en-US" dirty="0"/>
              <a:t>; </a:t>
            </a:r>
          </a:p>
          <a:p>
            <a:r>
              <a:rPr lang="en-US" dirty="0" err="1"/>
              <a:t>Jarayon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ilovalarni</a:t>
            </a:r>
            <a:r>
              <a:rPr lang="en-US" dirty="0"/>
              <a:t> </a:t>
            </a:r>
            <a:r>
              <a:rPr lang="en-US" dirty="0" err="1"/>
              <a:t>boshqarish</a:t>
            </a:r>
            <a:r>
              <a:rPr lang="en-US" dirty="0"/>
              <a:t>;</a:t>
            </a:r>
          </a:p>
          <a:p>
            <a:r>
              <a:rPr lang="en-US" dirty="0" err="1"/>
              <a:t>Disklarni</a:t>
            </a:r>
            <a:r>
              <a:rPr lang="en-US" dirty="0"/>
              <a:t> </a:t>
            </a:r>
            <a:r>
              <a:rPr lang="en-US" dirty="0" err="1"/>
              <a:t>boshqarish</a:t>
            </a:r>
            <a:r>
              <a:rPr lang="en-US" dirty="0"/>
              <a:t>;</a:t>
            </a:r>
          </a:p>
          <a:p>
            <a:r>
              <a:rPr lang="en-US" dirty="0" err="1"/>
              <a:t>Tizim</a:t>
            </a:r>
            <a:r>
              <a:rPr lang="en-US" dirty="0"/>
              <a:t> </a:t>
            </a:r>
            <a:r>
              <a:rPr lang="en-US" dirty="0" err="1"/>
              <a:t>xaqida</a:t>
            </a:r>
            <a:r>
              <a:rPr lang="en-US" dirty="0"/>
              <a:t> </a:t>
            </a:r>
            <a:r>
              <a:rPr lang="en-US" dirty="0" err="1"/>
              <a:t>axborot</a:t>
            </a:r>
            <a:r>
              <a:rPr lang="en-US" dirty="0"/>
              <a:t> </a:t>
            </a:r>
            <a:r>
              <a:rPr lang="en-US" dirty="0" err="1"/>
              <a:t>olish</a:t>
            </a:r>
            <a:r>
              <a:rPr lang="en-US" dirty="0"/>
              <a:t>;</a:t>
            </a:r>
          </a:p>
          <a:p>
            <a:r>
              <a:rPr lang="en-US" dirty="0" err="1"/>
              <a:t>Tarmoq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ishlovchi</a:t>
            </a:r>
            <a:r>
              <a:rPr lang="en-US" dirty="0"/>
              <a:t> </a:t>
            </a:r>
            <a:r>
              <a:rPr lang="en-US" dirty="0" err="1"/>
              <a:t>buyruqlar</a:t>
            </a:r>
            <a:r>
              <a:rPr lang="en-US" dirty="0"/>
              <a:t>;</a:t>
            </a:r>
          </a:p>
          <a:p>
            <a:r>
              <a:rPr lang="en-US" dirty="0" err="1"/>
              <a:t>Buyruqlar</a:t>
            </a:r>
            <a:r>
              <a:rPr lang="en-US" dirty="0"/>
              <a:t> </a:t>
            </a:r>
            <a:r>
              <a:rPr lang="en-US" dirty="0" err="1"/>
              <a:t>qatorini</a:t>
            </a:r>
            <a:r>
              <a:rPr lang="en-US" dirty="0"/>
              <a:t> </a:t>
            </a:r>
            <a:r>
              <a:rPr lang="en-US" dirty="0" err="1"/>
              <a:t>sozlash</a:t>
            </a:r>
            <a:r>
              <a:rPr lang="en-US" dirty="0"/>
              <a:t>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7785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02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uz-Latn-UZ" b="1" dirty="0" smtClean="0">
                <a:solidFill>
                  <a:srgbClr val="C00000"/>
                </a:solidFill>
              </a:rPr>
              <a:t>1.</a:t>
            </a:r>
            <a:r>
              <a:rPr lang="en-US" b="1" dirty="0" smtClean="0">
                <a:solidFill>
                  <a:srgbClr val="C00000"/>
                </a:solidFill>
              </a:rPr>
              <a:t>Windows </a:t>
            </a:r>
            <a:r>
              <a:rPr lang="en-US" b="1" dirty="0">
                <a:solidFill>
                  <a:srgbClr val="C00000"/>
                </a:solidFill>
              </a:rPr>
              <a:t>PowerShell </a:t>
            </a:r>
            <a:r>
              <a:rPr lang="en-US" b="1" dirty="0" err="1">
                <a:solidFill>
                  <a:srgbClr val="C00000"/>
                </a:solidFill>
              </a:rPr>
              <a:t>haqida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98962" y="2068669"/>
            <a:ext cx="6104521" cy="4789331"/>
          </a:xfrm>
        </p:spPr>
        <p:txBody>
          <a:bodyPr>
            <a:normAutofit/>
          </a:bodyPr>
          <a:lstStyle/>
          <a:p>
            <a:r>
              <a:rPr lang="en-US" sz="2000" b="1" dirty="0"/>
              <a:t>PowerShell </a:t>
            </a:r>
            <a:r>
              <a:rPr lang="en-US" sz="2000" dirty="0" err="1"/>
              <a:t>buyruqlar</a:t>
            </a:r>
            <a:r>
              <a:rPr lang="en-US" sz="2000" dirty="0"/>
              <a:t> </a:t>
            </a:r>
            <a:r>
              <a:rPr lang="en-US" sz="2000" dirty="0" err="1"/>
              <a:t>qobig'i</a:t>
            </a:r>
            <a:r>
              <a:rPr lang="en-US" sz="2000" dirty="0"/>
              <a:t> Windows OT </a:t>
            </a:r>
            <a:r>
              <a:rPr lang="en-US" sz="2000" dirty="0" err="1"/>
              <a:t>imkoniyatlarini</a:t>
            </a:r>
            <a:r>
              <a:rPr lang="en-US" sz="2000" dirty="0"/>
              <a:t> </a:t>
            </a:r>
            <a:r>
              <a:rPr lang="en-US" sz="2000" dirty="0" err="1"/>
              <a:t>kengaytirish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b="1" dirty="0" err="1"/>
              <a:t>komandletlar</a:t>
            </a:r>
            <a:r>
              <a:rPr lang="en-US" sz="2000" dirty="0"/>
              <a:t> deb </a:t>
            </a:r>
            <a:r>
              <a:rPr lang="en-US" sz="2000" dirty="0" err="1"/>
              <a:t>nomlangan</a:t>
            </a:r>
            <a:r>
              <a:rPr lang="en-US" sz="2000" dirty="0"/>
              <a:t> </a:t>
            </a:r>
            <a:r>
              <a:rPr lang="en-US" sz="2000" b="1" dirty="0"/>
              <a:t>PowerShell </a:t>
            </a:r>
            <a:r>
              <a:rPr lang="en-US" sz="2000" dirty="0" err="1"/>
              <a:t>buyruqlaridan</a:t>
            </a:r>
            <a:r>
              <a:rPr lang="en-US" sz="2000" dirty="0"/>
              <a:t> </a:t>
            </a:r>
            <a:r>
              <a:rPr lang="en-US" sz="2000" dirty="0" err="1"/>
              <a:t>foydalanadi</a:t>
            </a:r>
            <a:r>
              <a:rPr lang="en-US" sz="2000" dirty="0"/>
              <a:t>. </a:t>
            </a:r>
            <a:r>
              <a:rPr lang="en-US" sz="2000" b="1" dirty="0" err="1"/>
              <a:t>Komandletlar</a:t>
            </a:r>
            <a:r>
              <a:rPr lang="en-US" sz="2000" dirty="0"/>
              <a:t> Windows </a:t>
            </a:r>
            <a:r>
              <a:rPr lang="en-US" sz="2000" dirty="0" err="1"/>
              <a:t>buyruqlarini</a:t>
            </a:r>
            <a:r>
              <a:rPr lang="en-US" sz="2000" dirty="0"/>
              <a:t> PowerShell </a:t>
            </a:r>
            <a:r>
              <a:rPr lang="en-US" sz="2000" b="1" dirty="0" err="1"/>
              <a:t>skript</a:t>
            </a:r>
            <a:r>
              <a:rPr lang="en-US" sz="2000" b="1" dirty="0"/>
              <a:t> </a:t>
            </a:r>
            <a:r>
              <a:rPr lang="en-US" sz="2000" b="1" dirty="0" err="1"/>
              <a:t>tili</a:t>
            </a:r>
            <a:r>
              <a:rPr lang="en-US" sz="2000" b="1" dirty="0"/>
              <a:t> </a:t>
            </a:r>
            <a:r>
              <a:rPr lang="en-US" sz="2000" dirty="0" err="1"/>
              <a:t>vositasida</a:t>
            </a:r>
            <a:r>
              <a:rPr lang="en-US" sz="2000" dirty="0"/>
              <a:t> </a:t>
            </a:r>
            <a:r>
              <a:rPr lang="en-US" sz="2000" dirty="0" err="1"/>
              <a:t>kengaytiradi</a:t>
            </a:r>
            <a:r>
              <a:rPr lang="en-US" sz="2000" dirty="0"/>
              <a:t>. </a:t>
            </a:r>
          </a:p>
          <a:p>
            <a:r>
              <a:rPr lang="en-US" sz="2000" dirty="0"/>
              <a:t>PowerShell – </a:t>
            </a:r>
            <a:r>
              <a:rPr lang="en-US" sz="2000" dirty="0" err="1"/>
              <a:t>buyruqlar</a:t>
            </a:r>
            <a:r>
              <a:rPr lang="en-US" sz="2000" dirty="0"/>
              <a:t> </a:t>
            </a:r>
            <a:r>
              <a:rPr lang="en-US" sz="2000" dirty="0" err="1"/>
              <a:t>satri</a:t>
            </a:r>
            <a:r>
              <a:rPr lang="en-US" sz="2000" dirty="0"/>
              <a:t> </a:t>
            </a:r>
            <a:r>
              <a:rPr lang="en-US" sz="2000" dirty="0" err="1"/>
              <a:t>interfeysli</a:t>
            </a:r>
            <a:r>
              <a:rPr lang="en-US" sz="2000" dirty="0"/>
              <a:t> </a:t>
            </a:r>
            <a:r>
              <a:rPr lang="en-US" sz="2000" dirty="0" err="1"/>
              <a:t>qobiq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skript</a:t>
            </a:r>
            <a:r>
              <a:rPr lang="en-US" sz="2000" dirty="0"/>
              <a:t> </a:t>
            </a:r>
            <a:r>
              <a:rPr lang="en-US" sz="2000" dirty="0" err="1"/>
              <a:t>tilidan</a:t>
            </a:r>
            <a:r>
              <a:rPr lang="en-US" sz="2000" dirty="0"/>
              <a:t> </a:t>
            </a:r>
            <a:r>
              <a:rPr lang="en-US" sz="2000" dirty="0" err="1"/>
              <a:t>iborat</a:t>
            </a:r>
            <a:r>
              <a:rPr lang="en-US" sz="2000" dirty="0"/>
              <a:t> </a:t>
            </a:r>
            <a:r>
              <a:rPr lang="en-US" sz="2000" dirty="0" err="1"/>
              <a:t>Microsoftdan</a:t>
            </a:r>
            <a:r>
              <a:rPr lang="en-US" sz="2000" dirty="0"/>
              <a:t> </a:t>
            </a:r>
            <a:r>
              <a:rPr lang="en-US" sz="2000" dirty="0" err="1"/>
              <a:t>kengaytiriladigan</a:t>
            </a:r>
            <a:r>
              <a:rPr lang="en-US" sz="2000" dirty="0"/>
              <a:t> </a:t>
            </a:r>
            <a:r>
              <a:rPr lang="en-US" sz="2000" dirty="0" err="1"/>
              <a:t>ochiq</a:t>
            </a:r>
            <a:r>
              <a:rPr lang="en-US" sz="2000" dirty="0"/>
              <a:t> </a:t>
            </a:r>
            <a:r>
              <a:rPr lang="en-US" sz="2000" dirty="0" err="1"/>
              <a:t>kodli</a:t>
            </a:r>
            <a:r>
              <a:rPr lang="en-US" sz="2000" dirty="0"/>
              <a:t> </a:t>
            </a:r>
            <a:r>
              <a:rPr lang="en-US" sz="2000" dirty="0" err="1"/>
              <a:t>avtomatlashtirish</a:t>
            </a:r>
            <a:r>
              <a:rPr lang="en-US" sz="2000" dirty="0"/>
              <a:t> </a:t>
            </a:r>
            <a:r>
              <a:rPr lang="en-US" sz="2000" dirty="0" err="1"/>
              <a:t>vositasi</a:t>
            </a:r>
            <a:r>
              <a:rPr lang="en-US" sz="2000" dirty="0"/>
              <a:t> </a:t>
            </a:r>
            <a:r>
              <a:rPr lang="en-US" sz="2000" dirty="0" err="1"/>
              <a:t>hisoblanadi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 err="1"/>
              <a:t>PowerShellning</a:t>
            </a:r>
            <a:r>
              <a:rPr lang="en-US" sz="2000" dirty="0"/>
              <a:t> </a:t>
            </a:r>
            <a:r>
              <a:rPr lang="en-US" sz="2000" dirty="0" err="1"/>
              <a:t>dastlabki</a:t>
            </a:r>
            <a:r>
              <a:rPr lang="en-US" sz="2000" dirty="0"/>
              <a:t> </a:t>
            </a:r>
            <a:r>
              <a:rPr lang="en-US" sz="2000" dirty="0" err="1"/>
              <a:t>versiyasi</a:t>
            </a:r>
            <a:r>
              <a:rPr lang="en-US" sz="2000" dirty="0"/>
              <a:t> </a:t>
            </a:r>
            <a:r>
              <a:rPr lang="ru-RU" sz="2000" dirty="0"/>
              <a:t>2006</a:t>
            </a:r>
            <a:r>
              <a:rPr lang="en-US" sz="2000" dirty="0"/>
              <a:t> </a:t>
            </a:r>
            <a:r>
              <a:rPr lang="en-US" sz="2000" dirty="0" err="1"/>
              <a:t>yil</a:t>
            </a:r>
            <a:r>
              <a:rPr lang="en-US" sz="2000" dirty="0"/>
              <a:t> 14 </a:t>
            </a:r>
            <a:r>
              <a:rPr lang="en-US" sz="2000" dirty="0" err="1"/>
              <a:t>noyabrda</a:t>
            </a:r>
            <a:r>
              <a:rPr lang="en-US" sz="2000" dirty="0"/>
              <a:t> </a:t>
            </a:r>
            <a:r>
              <a:rPr lang="en-US" sz="2000" dirty="0" err="1"/>
              <a:t>chiqarilgan</a:t>
            </a:r>
            <a:r>
              <a:rPr lang="en-US" sz="2000" dirty="0"/>
              <a:t>.</a:t>
            </a:r>
            <a:endParaRPr lang="ru-RU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0516" y="690594"/>
            <a:ext cx="1898415" cy="1479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84048"/>
            <a:ext cx="4860762" cy="4850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9908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8508" y="1094014"/>
            <a:ext cx="10249500" cy="4939393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</a:rPr>
              <a:t>Windows PowerShell 2.0 </a:t>
            </a:r>
            <a:r>
              <a:rPr lang="en-US" dirty="0" err="1"/>
              <a:t>operatsion</a:t>
            </a:r>
            <a:r>
              <a:rPr lang="en-US" dirty="0"/>
              <a:t> </a:t>
            </a:r>
            <a:r>
              <a:rPr lang="en-US" dirty="0" err="1"/>
              <a:t>tizimning</a:t>
            </a:r>
            <a:r>
              <a:rPr lang="en-US" dirty="0"/>
              <a:t> </a:t>
            </a:r>
            <a:r>
              <a:rPr lang="en-US" dirty="0" err="1"/>
              <a:t>ajralmas</a:t>
            </a:r>
            <a:r>
              <a:rPr lang="en-US" dirty="0"/>
              <a:t> </a:t>
            </a:r>
            <a:r>
              <a:rPr lang="en-US" dirty="0" err="1"/>
              <a:t>qismi</a:t>
            </a:r>
            <a:r>
              <a:rPr lang="en-US" dirty="0"/>
              <a:t> </a:t>
            </a:r>
            <a:r>
              <a:rPr lang="en-US" dirty="0" err="1"/>
              <a:t>sifatida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Windows 7, Windows 8, Windows Server 2008 R2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Windows Server 2012 R2 </a:t>
            </a:r>
            <a:r>
              <a:rPr lang="en-US" dirty="0" err="1"/>
              <a:t>OTlariga</a:t>
            </a:r>
            <a:r>
              <a:rPr lang="en-US" dirty="0"/>
              <a:t> </a:t>
            </a:r>
            <a:r>
              <a:rPr lang="en-US" dirty="0" err="1"/>
              <a:t>qo’shib</a:t>
            </a:r>
            <a:r>
              <a:rPr lang="en-US" dirty="0"/>
              <a:t> </a:t>
            </a:r>
            <a:r>
              <a:rPr lang="en-US" dirty="0" err="1"/>
              <a:t>chiqarildi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PowerShell </a:t>
            </a:r>
            <a:r>
              <a:rPr lang="en-US" dirty="0" err="1"/>
              <a:t>dastlab</a:t>
            </a:r>
            <a:r>
              <a:rPr lang="en-US" dirty="0"/>
              <a:t> Microsoft </a:t>
            </a:r>
            <a:r>
              <a:rPr lang="en-US" b="1" dirty="0">
                <a:solidFill>
                  <a:srgbClr val="0070C0"/>
                </a:solidFill>
              </a:rPr>
              <a:t>.NET </a:t>
            </a:r>
            <a:r>
              <a:rPr lang="en-US" b="1" dirty="0" err="1">
                <a:solidFill>
                  <a:srgbClr val="0070C0"/>
                </a:solidFill>
              </a:rPr>
              <a:t>Framework</a:t>
            </a:r>
            <a:r>
              <a:rPr lang="en-US" dirty="0" err="1"/>
              <a:t>ning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qismi</a:t>
            </a:r>
            <a:r>
              <a:rPr lang="en-US" dirty="0"/>
              <a:t> </a:t>
            </a:r>
            <a:r>
              <a:rPr lang="en-US" dirty="0" err="1"/>
              <a:t>sifatida</a:t>
            </a:r>
            <a:r>
              <a:rPr lang="en-US" dirty="0"/>
              <a:t>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chiqilgan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keyinchalik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.NET Core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birlashtirilgan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PowerShell </a:t>
            </a:r>
            <a:r>
              <a:rPr lang="en-US" dirty="0" err="1"/>
              <a:t>administratorlarga</a:t>
            </a:r>
            <a:r>
              <a:rPr lang="en-US" dirty="0"/>
              <a:t> </a:t>
            </a:r>
            <a:r>
              <a:rPr lang="en-US" dirty="0" err="1"/>
              <a:t>mahalliy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masofaviy</a:t>
            </a:r>
            <a:r>
              <a:rPr lang="en-US" dirty="0"/>
              <a:t> </a:t>
            </a:r>
            <a:r>
              <a:rPr lang="en-US" dirty="0" err="1"/>
              <a:t>tizimlarda</a:t>
            </a:r>
            <a:r>
              <a:rPr lang="en-US" dirty="0"/>
              <a:t>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vazifalarni</a:t>
            </a:r>
            <a:r>
              <a:rPr lang="en-US" dirty="0"/>
              <a:t> </a:t>
            </a:r>
            <a:r>
              <a:rPr lang="en-US" dirty="0" err="1"/>
              <a:t>bajara</a:t>
            </a:r>
            <a:r>
              <a:rPr lang="en-US" dirty="0"/>
              <a:t> </a:t>
            </a:r>
            <a:r>
              <a:rPr lang="en-US" dirty="0" err="1"/>
              <a:t>oladigan</a:t>
            </a:r>
            <a:r>
              <a:rPr lang="en-US" dirty="0"/>
              <a:t> </a:t>
            </a:r>
            <a:r>
              <a:rPr lang="en-US" dirty="0" err="1"/>
              <a:t>yagona</a:t>
            </a:r>
            <a:r>
              <a:rPr lang="en-US" dirty="0"/>
              <a:t> </a:t>
            </a:r>
            <a:r>
              <a:rPr lang="en-US" dirty="0" err="1"/>
              <a:t>muhit</a:t>
            </a:r>
            <a:r>
              <a:rPr lang="en-US" dirty="0"/>
              <a:t> </a:t>
            </a:r>
            <a:r>
              <a:rPr lang="en-US" dirty="0" err="1"/>
              <a:t>yaratish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buyruqlarini</a:t>
            </a:r>
            <a:r>
              <a:rPr lang="en-US" dirty="0"/>
              <a:t> </a:t>
            </a:r>
            <a:r>
              <a:rPr lang="en-US" dirty="0" err="1"/>
              <a:t>bajarishga</a:t>
            </a:r>
            <a:r>
              <a:rPr lang="en-US" dirty="0"/>
              <a:t> </a:t>
            </a:r>
            <a:r>
              <a:rPr lang="en-US" dirty="0" err="1"/>
              <a:t>imkon</a:t>
            </a:r>
            <a:r>
              <a:rPr lang="en-US" dirty="0"/>
              <a:t> </a:t>
            </a:r>
            <a:r>
              <a:rPr lang="en-US" dirty="0" err="1"/>
              <a:t>beradi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Ushbu</a:t>
            </a:r>
            <a:r>
              <a:rPr lang="en-US" dirty="0"/>
              <a:t> </a:t>
            </a:r>
            <a:r>
              <a:rPr lang="en-US" dirty="0" err="1"/>
              <a:t>ma'muriy</a:t>
            </a:r>
            <a:r>
              <a:rPr lang="en-US" dirty="0"/>
              <a:t> </a:t>
            </a:r>
            <a:r>
              <a:rPr lang="en-US" dirty="0" err="1"/>
              <a:t>vazifalar</a:t>
            </a:r>
            <a:r>
              <a:rPr lang="en-US" dirty="0"/>
              <a:t> </a:t>
            </a:r>
            <a:r>
              <a:rPr lang="en-US" dirty="0" err="1"/>
              <a:t>odatda</a:t>
            </a:r>
            <a:r>
              <a:rPr lang="en-US" dirty="0"/>
              <a:t> </a:t>
            </a:r>
            <a:r>
              <a:rPr lang="en-US" dirty="0" err="1"/>
              <a:t>maxsus</a:t>
            </a:r>
            <a:r>
              <a:rPr lang="en-US" dirty="0"/>
              <a:t> .NET </a:t>
            </a:r>
            <a:r>
              <a:rPr lang="en-US" dirty="0" err="1"/>
              <a:t>sinflaridagi</a:t>
            </a:r>
            <a:r>
              <a:rPr lang="en-US" dirty="0"/>
              <a:t> </a:t>
            </a:r>
            <a:r>
              <a:rPr lang="en-US" b="1" dirty="0" err="1">
                <a:solidFill>
                  <a:srgbClr val="0070C0"/>
                </a:solidFill>
              </a:rPr>
              <a:t>kommandletlar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(cmdlets) </a:t>
            </a:r>
            <a:r>
              <a:rPr lang="en-US" dirty="0" err="1"/>
              <a:t>yordamida</a:t>
            </a:r>
            <a:r>
              <a:rPr lang="en-US" dirty="0"/>
              <a:t> </a:t>
            </a:r>
            <a:r>
              <a:rPr lang="en-US" dirty="0" err="1"/>
              <a:t>amalga</a:t>
            </a:r>
            <a:r>
              <a:rPr lang="en-US" dirty="0"/>
              <a:t> </a:t>
            </a:r>
            <a:r>
              <a:rPr lang="en-US" dirty="0" err="1"/>
              <a:t>oshiriladi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11046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8508" y="724619"/>
            <a:ext cx="10249500" cy="5909544"/>
          </a:xfrm>
        </p:spPr>
        <p:txBody>
          <a:bodyPr>
            <a:normAutofit lnSpcReduction="10000"/>
          </a:bodyPr>
          <a:lstStyle/>
          <a:p>
            <a:r>
              <a:rPr lang="uz-Latn-UZ" sz="2400" b="1" dirty="0" smtClean="0"/>
              <a:t>2.</a:t>
            </a:r>
            <a:r>
              <a:rPr lang="en-US" sz="2400" b="1" dirty="0" smtClean="0"/>
              <a:t>PowerShell</a:t>
            </a:r>
            <a:r>
              <a:rPr lang="en-US" sz="2400" dirty="0" smtClean="0"/>
              <a:t> </a:t>
            </a:r>
            <a:r>
              <a:rPr lang="en-US" sz="2400" dirty="0"/>
              <a:t>-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o'zgaruvchilar</a:t>
            </a:r>
            <a:r>
              <a:rPr lang="en-US" sz="2400" dirty="0"/>
              <a:t>, </a:t>
            </a:r>
            <a:r>
              <a:rPr lang="en-US" sz="2400" dirty="0" err="1"/>
              <a:t>sikllar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konveyrlashni</a:t>
            </a:r>
            <a:r>
              <a:rPr lang="en-US" sz="2400" dirty="0"/>
              <a:t> </a:t>
            </a:r>
            <a:r>
              <a:rPr lang="en-US" sz="2400" dirty="0" err="1"/>
              <a:t>to'liq</a:t>
            </a:r>
            <a:r>
              <a:rPr lang="en-US" sz="2400" dirty="0"/>
              <a:t> </a:t>
            </a:r>
            <a:r>
              <a:rPr lang="en-US" sz="2400" dirty="0" err="1"/>
              <a:t>qo'llab-quvvatlaydigan</a:t>
            </a:r>
            <a:r>
              <a:rPr lang="en-US" sz="2400" dirty="0"/>
              <a:t> </a:t>
            </a:r>
            <a:r>
              <a:rPr lang="en-US" sz="2400" dirty="0" err="1"/>
              <a:t>kengaytiriladigan</a:t>
            </a:r>
            <a:r>
              <a:rPr lang="en-US" sz="2400" dirty="0"/>
              <a:t> </a:t>
            </a:r>
            <a:r>
              <a:rPr lang="en-US" sz="2400" dirty="0" err="1"/>
              <a:t>ob'ektga</a:t>
            </a:r>
            <a:r>
              <a:rPr lang="en-US" sz="2400" dirty="0"/>
              <a:t> </a:t>
            </a:r>
            <a:r>
              <a:rPr lang="en-US" sz="2400" dirty="0" err="1"/>
              <a:t>yo'naltirilgan</a:t>
            </a:r>
            <a:r>
              <a:rPr lang="en-US" sz="2400" dirty="0"/>
              <a:t> </a:t>
            </a:r>
            <a:r>
              <a:rPr lang="en-US" sz="2400" dirty="0" err="1"/>
              <a:t>skript</a:t>
            </a:r>
            <a:r>
              <a:rPr lang="en-US" sz="2400" dirty="0"/>
              <a:t> </a:t>
            </a:r>
            <a:r>
              <a:rPr lang="en-US" sz="2400" dirty="0" err="1"/>
              <a:t>tili</a:t>
            </a:r>
            <a:r>
              <a:rPr lang="en-US" sz="2400" dirty="0"/>
              <a:t> </a:t>
            </a:r>
            <a:r>
              <a:rPr lang="en-US" sz="2400" dirty="0" err="1"/>
              <a:t>hisoblanadi</a:t>
            </a:r>
            <a:r>
              <a:rPr lang="en-US" sz="2400" dirty="0"/>
              <a:t>. </a:t>
            </a:r>
          </a:p>
          <a:p>
            <a:r>
              <a:rPr lang="en-US" sz="2400" dirty="0"/>
              <a:t>PowerShell (</a:t>
            </a:r>
            <a:r>
              <a:rPr lang="en-US" sz="2400" dirty="0" err="1"/>
              <a:t>qisqartma</a:t>
            </a:r>
            <a:r>
              <a:rPr lang="en-US" sz="2400" dirty="0"/>
              <a:t> PS) dasturi </a:t>
            </a:r>
            <a:r>
              <a:rPr lang="en-US" sz="2400" dirty="0" err="1"/>
              <a:t>asosan</a:t>
            </a:r>
            <a:r>
              <a:rPr lang="en-US" sz="2400" dirty="0"/>
              <a:t> administrator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dasturchilar</a:t>
            </a:r>
            <a:r>
              <a:rPr lang="en-US" sz="2400" dirty="0"/>
              <a:t> </a:t>
            </a:r>
            <a:r>
              <a:rPr lang="en-US" sz="2400" dirty="0" err="1"/>
              <a:t>uchun</a:t>
            </a:r>
            <a:r>
              <a:rPr lang="en-US" sz="2400" dirty="0"/>
              <a:t> </a:t>
            </a:r>
            <a:r>
              <a:rPr lang="en-US" sz="2400" dirty="0" err="1"/>
              <a:t>mo'ljallangan</a:t>
            </a:r>
            <a:r>
              <a:rPr lang="en-US" sz="2400" dirty="0"/>
              <a:t>. 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OTdagi</a:t>
            </a:r>
            <a:r>
              <a:rPr lang="en-US" sz="2400" dirty="0"/>
              <a:t> </a:t>
            </a:r>
            <a:r>
              <a:rPr lang="en-US" sz="2400" dirty="0" err="1"/>
              <a:t>barcha</a:t>
            </a:r>
            <a:r>
              <a:rPr lang="en-US" sz="2400" dirty="0"/>
              <a:t> </a:t>
            </a:r>
            <a:r>
              <a:rPr lang="en-US" sz="2400" dirty="0" err="1"/>
              <a:t>vazifalarning</a:t>
            </a:r>
            <a:r>
              <a:rPr lang="en-US" sz="2400" dirty="0"/>
              <a:t> </a:t>
            </a:r>
            <a:r>
              <a:rPr lang="en-US" sz="2400" dirty="0" err="1"/>
              <a:t>taxminan</a:t>
            </a:r>
            <a:r>
              <a:rPr lang="en-US" sz="2400" dirty="0"/>
              <a:t> 99%ni </a:t>
            </a:r>
            <a:r>
              <a:rPr lang="en-US" sz="2400" dirty="0" err="1"/>
              <a:t>avtomatlashtirishga</a:t>
            </a:r>
            <a:r>
              <a:rPr lang="en-US" sz="2400" dirty="0"/>
              <a:t> </a:t>
            </a:r>
            <a:r>
              <a:rPr lang="en-US" sz="2400" dirty="0" err="1"/>
              <a:t>imkon</a:t>
            </a:r>
            <a:r>
              <a:rPr lang="en-US" sz="2400" dirty="0"/>
              <a:t> </a:t>
            </a:r>
            <a:r>
              <a:rPr lang="en-US" sz="2400" dirty="0" err="1"/>
              <a:t>beradi</a:t>
            </a:r>
            <a:r>
              <a:rPr lang="en-US" sz="2400" dirty="0"/>
              <a:t>. </a:t>
            </a:r>
            <a:r>
              <a:rPr lang="en-US" sz="2400" dirty="0" err="1"/>
              <a:t>Uning</a:t>
            </a:r>
            <a:r>
              <a:rPr lang="en-US" sz="2400" dirty="0"/>
              <a:t> </a:t>
            </a:r>
            <a:r>
              <a:rPr lang="en-US" sz="2400" dirty="0" err="1"/>
              <a:t>yordamida</a:t>
            </a:r>
            <a:r>
              <a:rPr lang="en-US" sz="2400" dirty="0"/>
              <a:t> </a:t>
            </a:r>
            <a:r>
              <a:rPr lang="en-US" sz="2400" dirty="0" err="1"/>
              <a:t>siz</a:t>
            </a:r>
            <a:r>
              <a:rPr lang="en-US" sz="2400" dirty="0"/>
              <a:t> </a:t>
            </a:r>
            <a:r>
              <a:rPr lang="en-US" sz="2400" dirty="0" err="1"/>
              <a:t>masofaviy</a:t>
            </a:r>
            <a:r>
              <a:rPr lang="en-US" sz="2400" dirty="0"/>
              <a:t> </a:t>
            </a:r>
            <a:r>
              <a:rPr lang="en-US" sz="2400" dirty="0" err="1"/>
              <a:t>kompyuterlarni</a:t>
            </a:r>
            <a:r>
              <a:rPr lang="en-US" sz="2400" dirty="0"/>
              <a:t> </a:t>
            </a:r>
            <a:r>
              <a:rPr lang="en-US" sz="2400" dirty="0" err="1"/>
              <a:t>sozlashingiz</a:t>
            </a:r>
            <a:r>
              <a:rPr lang="en-US" sz="2400" dirty="0"/>
              <a:t>, </a:t>
            </a:r>
            <a:r>
              <a:rPr lang="en-US" sz="2400" dirty="0" err="1"/>
              <a:t>xizmatlarni</a:t>
            </a:r>
            <a:r>
              <a:rPr lang="en-US" sz="2400" dirty="0"/>
              <a:t> </a:t>
            </a:r>
            <a:r>
              <a:rPr lang="en-US" sz="2400" dirty="0" err="1"/>
              <a:t>ishga</a:t>
            </a:r>
            <a:r>
              <a:rPr lang="en-US" sz="2400" dirty="0"/>
              <a:t> </a:t>
            </a:r>
            <a:r>
              <a:rPr lang="en-US" sz="2400" dirty="0" err="1"/>
              <a:t>tushirishingiz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qayta</a:t>
            </a:r>
            <a:r>
              <a:rPr lang="en-US" sz="2400" dirty="0"/>
              <a:t> </a:t>
            </a:r>
            <a:r>
              <a:rPr lang="en-US" sz="2400" dirty="0" err="1"/>
              <a:t>yoqishingiz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ko'pgina</a:t>
            </a:r>
            <a:r>
              <a:rPr lang="en-US" sz="2400" dirty="0"/>
              <a:t> server </a:t>
            </a:r>
            <a:r>
              <a:rPr lang="en-US" sz="2400" dirty="0" err="1"/>
              <a:t>dasturlarini</a:t>
            </a:r>
            <a:r>
              <a:rPr lang="en-US" sz="2400" dirty="0"/>
              <a:t> </a:t>
            </a:r>
            <a:r>
              <a:rPr lang="en-US" sz="2400" dirty="0" err="1"/>
              <a:t>saqlashingiz</a:t>
            </a:r>
            <a:r>
              <a:rPr lang="en-US" sz="2400" dirty="0"/>
              <a:t> </a:t>
            </a:r>
            <a:r>
              <a:rPr lang="en-US" sz="2400" dirty="0" err="1"/>
              <a:t>mumkin</a:t>
            </a:r>
            <a:r>
              <a:rPr lang="en-US" sz="2400" dirty="0"/>
              <a:t>. </a:t>
            </a:r>
          </a:p>
          <a:p>
            <a:r>
              <a:rPr lang="en-US" sz="2400" dirty="0" err="1"/>
              <a:t>Foydalanuvchi</a:t>
            </a:r>
            <a:r>
              <a:rPr lang="en-US" sz="2400" dirty="0"/>
              <a:t> </a:t>
            </a:r>
            <a:r>
              <a:rPr lang="en-US" sz="2400" dirty="0" err="1"/>
              <a:t>turli</a:t>
            </a:r>
            <a:r>
              <a:rPr lang="en-US" sz="2400" dirty="0"/>
              <a:t> </a:t>
            </a:r>
            <a:r>
              <a:rPr lang="en-US" sz="2400" dirty="0" err="1"/>
              <a:t>xil</a:t>
            </a:r>
            <a:r>
              <a:rPr lang="en-US" sz="2400" dirty="0"/>
              <a:t> </a:t>
            </a:r>
            <a:r>
              <a:rPr lang="en-US" sz="2400" dirty="0" err="1"/>
              <a:t>konstruktsiyalar</a:t>
            </a:r>
            <a:r>
              <a:rPr lang="en-US" sz="2400" dirty="0"/>
              <a:t>, </a:t>
            </a:r>
            <a:r>
              <a:rPr lang="en-US" sz="2400" dirty="0" err="1"/>
              <a:t>buyruqlar</a:t>
            </a:r>
            <a:r>
              <a:rPr lang="en-US" sz="2400" dirty="0"/>
              <a:t> </a:t>
            </a:r>
            <a:r>
              <a:rPr lang="en-US" sz="2400" dirty="0" err="1"/>
              <a:t>satri</a:t>
            </a:r>
            <a:r>
              <a:rPr lang="en-US" sz="2400" dirty="0"/>
              <a:t> utilitalari</a:t>
            </a:r>
            <a:r>
              <a:rPr lang="en-US" sz="2400" i="1" dirty="0">
                <a:solidFill>
                  <a:srgbClr val="0070C0"/>
                </a:solidFill>
              </a:rPr>
              <a:t>.NET </a:t>
            </a:r>
            <a:r>
              <a:rPr lang="en-US" sz="2400" dirty="0" err="1"/>
              <a:t>sinflari</a:t>
            </a:r>
            <a:r>
              <a:rPr lang="en-US" sz="2400" dirty="0"/>
              <a:t>, </a:t>
            </a:r>
            <a:r>
              <a:rPr lang="en-US" sz="2400" b="1" i="1" dirty="0">
                <a:solidFill>
                  <a:srgbClr val="0070C0"/>
                </a:solidFill>
              </a:rPr>
              <a:t>WMI (Windows Management Instrumentation</a:t>
            </a:r>
            <a:r>
              <a:rPr lang="en-US" sz="2400" dirty="0"/>
              <a:t>) </a:t>
            </a:r>
            <a:r>
              <a:rPr lang="en-US" sz="2400" dirty="0" err="1"/>
              <a:t>yoki</a:t>
            </a:r>
            <a:r>
              <a:rPr lang="en-US" sz="2400" dirty="0"/>
              <a:t> </a:t>
            </a:r>
            <a:r>
              <a:rPr lang="en-US" sz="2400" b="1" i="1" dirty="0">
                <a:solidFill>
                  <a:srgbClr val="0070C0"/>
                </a:solidFill>
              </a:rPr>
              <a:t>COM (Component Object Model) </a:t>
            </a:r>
            <a:r>
              <a:rPr lang="en-US" sz="2400" dirty="0" err="1"/>
              <a:t>ob'ektlariga</a:t>
            </a:r>
            <a:r>
              <a:rPr lang="en-US" sz="2400" dirty="0"/>
              <a:t> </a:t>
            </a:r>
            <a:r>
              <a:rPr lang="en-US" sz="2400" dirty="0" err="1"/>
              <a:t>murojaat</a:t>
            </a:r>
            <a:r>
              <a:rPr lang="en-US" sz="2400" dirty="0"/>
              <a:t> </a:t>
            </a:r>
            <a:r>
              <a:rPr lang="en-US" sz="2400" dirty="0" err="1"/>
              <a:t>qilib</a:t>
            </a:r>
            <a:r>
              <a:rPr lang="en-US" sz="2400" dirty="0"/>
              <a:t> </a:t>
            </a:r>
            <a:r>
              <a:rPr lang="en-US" sz="2400" dirty="0" err="1"/>
              <a:t>komandletlarni</a:t>
            </a:r>
            <a:r>
              <a:rPr lang="en-US" sz="2400" dirty="0"/>
              <a:t> </a:t>
            </a:r>
            <a:r>
              <a:rPr lang="en-US" sz="2400" dirty="0" err="1"/>
              <a:t>skriptlarda</a:t>
            </a:r>
            <a:r>
              <a:rPr lang="en-US" sz="2400" dirty="0"/>
              <a:t> (</a:t>
            </a:r>
            <a:r>
              <a:rPr lang="en-US" sz="2400" dirty="0" err="1"/>
              <a:t>senariylarda</a:t>
            </a:r>
            <a:r>
              <a:rPr lang="en-US" sz="2400" dirty="0"/>
              <a:t>) </a:t>
            </a:r>
            <a:r>
              <a:rPr lang="en-US" sz="2400" dirty="0" err="1"/>
              <a:t>birlashtirishi</a:t>
            </a:r>
            <a:r>
              <a:rPr lang="en-US" sz="2400" dirty="0"/>
              <a:t> </a:t>
            </a:r>
            <a:r>
              <a:rPr lang="en-US" sz="2400" dirty="0" err="1"/>
              <a:t>orqali</a:t>
            </a:r>
            <a:r>
              <a:rPr lang="en-US" sz="2400" dirty="0"/>
              <a:t> </a:t>
            </a:r>
            <a:r>
              <a:rPr lang="en-US" sz="2400" dirty="0" err="1"/>
              <a:t>ko’plab</a:t>
            </a:r>
            <a:r>
              <a:rPr lang="en-US" sz="2400" dirty="0"/>
              <a:t> </a:t>
            </a:r>
            <a:r>
              <a:rPr lang="en-US" sz="2400" dirty="0" err="1"/>
              <a:t>ma’muriy</a:t>
            </a:r>
            <a:r>
              <a:rPr lang="en-US" sz="2400" dirty="0"/>
              <a:t> </a:t>
            </a:r>
            <a:r>
              <a:rPr lang="en-US" sz="2400" dirty="0" err="1"/>
              <a:t>amallarni</a:t>
            </a:r>
            <a:r>
              <a:rPr lang="en-US" sz="2400" dirty="0"/>
              <a:t> </a:t>
            </a:r>
            <a:r>
              <a:rPr lang="en-US" sz="2400" dirty="0" err="1"/>
              <a:t>bajarishi</a:t>
            </a:r>
            <a:r>
              <a:rPr lang="en-US" sz="2400" dirty="0"/>
              <a:t> </a:t>
            </a:r>
            <a:r>
              <a:rPr lang="en-US" sz="2400" dirty="0" err="1"/>
              <a:t>mumkin</a:t>
            </a:r>
            <a:r>
              <a:rPr lang="en-US" sz="2400" dirty="0"/>
              <a:t>. </a:t>
            </a:r>
          </a:p>
          <a:p>
            <a:r>
              <a:rPr lang="en-US" sz="2400" dirty="0" err="1"/>
              <a:t>Bundan</a:t>
            </a:r>
            <a:r>
              <a:rPr lang="en-US" sz="2400" dirty="0"/>
              <a:t> </a:t>
            </a:r>
            <a:r>
              <a:rPr lang="en-US" sz="2400" dirty="0" err="1"/>
              <a:t>tashqari</a:t>
            </a:r>
            <a:r>
              <a:rPr lang="en-US" sz="2400" dirty="0"/>
              <a:t>, </a:t>
            </a:r>
            <a:r>
              <a:rPr lang="en-US" sz="2400" b="1" i="1" dirty="0">
                <a:solidFill>
                  <a:srgbClr val="FF0000"/>
                </a:solidFill>
              </a:rPr>
              <a:t>PowerShell </a:t>
            </a:r>
            <a:r>
              <a:rPr lang="en-US" sz="2400" dirty="0" err="1"/>
              <a:t>tomonidan</a:t>
            </a:r>
            <a:r>
              <a:rPr lang="en-US" sz="2400" dirty="0"/>
              <a:t> </a:t>
            </a:r>
            <a:r>
              <a:rPr lang="en-US" sz="2400" dirty="0" err="1"/>
              <a:t>provayderlar</a:t>
            </a:r>
            <a:r>
              <a:rPr lang="en-US" sz="2400" dirty="0"/>
              <a:t> </a:t>
            </a:r>
            <a:r>
              <a:rPr lang="en-US" sz="2400" dirty="0" err="1"/>
              <a:t>tomonidan</a:t>
            </a:r>
            <a:r>
              <a:rPr lang="en-US" sz="2400" dirty="0"/>
              <a:t> </a:t>
            </a:r>
            <a:r>
              <a:rPr lang="en-US" sz="2400" dirty="0" err="1"/>
              <a:t>taqdim</a:t>
            </a:r>
            <a:r>
              <a:rPr lang="en-US" sz="2400" dirty="0"/>
              <a:t> </a:t>
            </a:r>
            <a:r>
              <a:rPr lang="en-US" sz="2400" dirty="0" err="1"/>
              <a:t>etiladigan</a:t>
            </a:r>
            <a:r>
              <a:rPr lang="en-US" sz="2400" dirty="0"/>
              <a:t> </a:t>
            </a:r>
            <a:r>
              <a:rPr lang="en-US" sz="2400" dirty="0" err="1"/>
              <a:t>fayl</a:t>
            </a:r>
            <a:r>
              <a:rPr lang="en-US" sz="2400" dirty="0"/>
              <a:t> </a:t>
            </a:r>
            <a:r>
              <a:rPr lang="en-US" sz="2400" dirty="0" err="1"/>
              <a:t>tizimi</a:t>
            </a:r>
            <a:r>
              <a:rPr lang="en-US" sz="2400" dirty="0"/>
              <a:t> </a:t>
            </a:r>
            <a:r>
              <a:rPr lang="en-US" sz="2400" dirty="0" err="1"/>
              <a:t>yoki</a:t>
            </a:r>
            <a:r>
              <a:rPr lang="en-US" sz="2400" dirty="0"/>
              <a:t> Windows </a:t>
            </a:r>
            <a:r>
              <a:rPr lang="en-US" sz="2400" dirty="0" err="1"/>
              <a:t>ro'yxatga</a:t>
            </a:r>
            <a:r>
              <a:rPr lang="en-US" sz="2400" dirty="0"/>
              <a:t> </a:t>
            </a:r>
            <a:r>
              <a:rPr lang="en-US" sz="2400" dirty="0" err="1"/>
              <a:t>olish</a:t>
            </a:r>
            <a:r>
              <a:rPr lang="en-US" sz="2400" dirty="0"/>
              <a:t> </a:t>
            </a:r>
            <a:r>
              <a:rPr lang="en-US" sz="2400" dirty="0" err="1"/>
              <a:t>kitobi</a:t>
            </a:r>
            <a:r>
              <a:rPr lang="en-US" sz="2400" dirty="0"/>
              <a:t> </a:t>
            </a:r>
            <a:r>
              <a:rPr lang="en-US" sz="2400" dirty="0" err="1"/>
              <a:t>kabi</a:t>
            </a:r>
            <a:r>
              <a:rPr lang="en-US" sz="2400" dirty="0"/>
              <a:t> </a:t>
            </a:r>
            <a:r>
              <a:rPr lang="en-US" sz="2400" dirty="0" err="1"/>
              <a:t>turli</a:t>
            </a:r>
            <a:r>
              <a:rPr lang="en-US" sz="2400" dirty="0"/>
              <a:t> </a:t>
            </a:r>
            <a:r>
              <a:rPr lang="en-US" sz="2400" dirty="0" err="1"/>
              <a:t>xil</a:t>
            </a:r>
            <a:r>
              <a:rPr lang="en-US" sz="2400" dirty="0"/>
              <a:t> </a:t>
            </a:r>
            <a:r>
              <a:rPr lang="en-US" sz="2400" dirty="0" err="1"/>
              <a:t>ma'lumotlar</a:t>
            </a:r>
            <a:r>
              <a:rPr lang="en-US" sz="2400" dirty="0"/>
              <a:t> </a:t>
            </a:r>
            <a:r>
              <a:rPr lang="en-US" sz="2400" dirty="0" err="1"/>
              <a:t>bazalaridan</a:t>
            </a:r>
            <a:r>
              <a:rPr lang="en-US" sz="2400" dirty="0"/>
              <a:t> </a:t>
            </a:r>
            <a:r>
              <a:rPr lang="en-US" sz="2400" dirty="0" err="1"/>
              <a:t>foydalanishingiz</a:t>
            </a:r>
            <a:r>
              <a:rPr lang="en-US" sz="2400" dirty="0"/>
              <a:t> </a:t>
            </a:r>
            <a:r>
              <a:rPr lang="en-US" sz="2400" dirty="0" err="1"/>
              <a:t>mumkin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0786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EE0E0F-3469-44DC-9C7C-322ACAA47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93"/>
            <a:ext cx="10515600" cy="700277"/>
          </a:xfrm>
        </p:spPr>
        <p:txBody>
          <a:bodyPr>
            <a:normAutofit fontScale="90000"/>
          </a:bodyPr>
          <a:lstStyle/>
          <a:p>
            <a:pPr algn="ctr"/>
            <a:r>
              <a:rPr lang="uz-Latn-UZ" dirty="0" smtClean="0">
                <a:solidFill>
                  <a:srgbClr val="FF0000"/>
                </a:solidFill>
              </a:rPr>
              <a:t>2.</a:t>
            </a:r>
            <a:r>
              <a:rPr lang="en-US" dirty="0" smtClean="0">
                <a:solidFill>
                  <a:srgbClr val="FF0000"/>
                </a:solidFill>
              </a:rPr>
              <a:t>PowerShell </a:t>
            </a:r>
            <a:r>
              <a:rPr lang="en-US" dirty="0" err="1">
                <a:solidFill>
                  <a:srgbClr val="FF0000"/>
                </a:solidFill>
              </a:rPr>
              <a:t>buyruqlar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toyifalari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54715C-6E89-4442-8384-3C94E31E7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67" y="1055719"/>
            <a:ext cx="10722033" cy="532014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Cmdlets</a:t>
            </a:r>
            <a:r>
              <a:rPr lang="en-US" dirty="0"/>
              <a:t>. Bu PowerShell-</a:t>
            </a:r>
            <a:r>
              <a:rPr lang="en-US" dirty="0" err="1"/>
              <a:t>ning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qurilish</a:t>
            </a:r>
            <a:r>
              <a:rPr lang="en-US" dirty="0"/>
              <a:t> </a:t>
            </a:r>
            <a:r>
              <a:rPr lang="en-US" dirty="0" err="1"/>
              <a:t>bloklari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 err="1"/>
              <a:t>Cmdletlar</a:t>
            </a:r>
            <a:r>
              <a:rPr lang="en-US" dirty="0"/>
              <a:t> </a:t>
            </a:r>
            <a:r>
              <a:rPr lang="en-US" dirty="0" err="1"/>
              <a:t>odatda</a:t>
            </a:r>
            <a:r>
              <a:rPr lang="en-US" dirty="0"/>
              <a:t> </a:t>
            </a:r>
            <a:r>
              <a:rPr lang="en-US" b="1" i="1" dirty="0">
                <a:solidFill>
                  <a:srgbClr val="FF0000"/>
                </a:solidFill>
              </a:rPr>
              <a:t>Get-Process, Stop-Service, New-Item</a:t>
            </a:r>
            <a:r>
              <a:rPr lang="en-US" dirty="0"/>
              <a:t> </a:t>
            </a:r>
            <a:r>
              <a:rPr lang="en-US" dirty="0" err="1"/>
              <a:t>kabi</a:t>
            </a:r>
            <a:r>
              <a:rPr lang="en-US" dirty="0"/>
              <a:t> </a:t>
            </a:r>
            <a:r>
              <a:rPr lang="en-US" dirty="0" err="1"/>
              <a:t>fe'l</a:t>
            </a:r>
            <a:r>
              <a:rPr lang="en-US" dirty="0"/>
              <a:t>-ism </a:t>
            </a:r>
            <a:r>
              <a:rPr lang="en-US" dirty="0" err="1"/>
              <a:t>formatida</a:t>
            </a:r>
            <a:r>
              <a:rPr lang="en-US" dirty="0"/>
              <a:t> </a:t>
            </a:r>
            <a:r>
              <a:rPr lang="en-US" dirty="0" err="1"/>
              <a:t>bo'ladi</a:t>
            </a:r>
            <a:r>
              <a:rPr lang="en-US" dirty="0"/>
              <a:t>. </a:t>
            </a:r>
            <a:r>
              <a:rPr lang="en-US" dirty="0" err="1"/>
              <a:t>Cmdletlar</a:t>
            </a:r>
            <a:r>
              <a:rPr lang="en-US" dirty="0"/>
              <a:t> </a:t>
            </a:r>
            <a:r>
              <a:rPr lang="en-US" dirty="0" err="1"/>
              <a:t>ob'ektlarni</a:t>
            </a:r>
            <a:r>
              <a:rPr lang="en-US" dirty="0"/>
              <a:t> </a:t>
            </a:r>
            <a:r>
              <a:rPr lang="en-US" dirty="0" err="1"/>
              <a:t>qaytaradi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ma'lumotlar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ishlashni</a:t>
            </a:r>
            <a:r>
              <a:rPr lang="en-US" dirty="0"/>
              <a:t> </a:t>
            </a:r>
            <a:r>
              <a:rPr lang="en-US" dirty="0" err="1"/>
              <a:t>yanada</a:t>
            </a:r>
            <a:r>
              <a:rPr lang="en-US" dirty="0"/>
              <a:t> </a:t>
            </a:r>
            <a:r>
              <a:rPr lang="en-US" dirty="0" err="1"/>
              <a:t>qulay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samarali</a:t>
            </a:r>
            <a:r>
              <a:rPr lang="en-US" dirty="0"/>
              <a:t> </a:t>
            </a:r>
            <a:r>
              <a:rPr lang="en-US" dirty="0" err="1"/>
              <a:t>qiladi</a:t>
            </a:r>
            <a:r>
              <a:rPr lang="en-US" dirty="0"/>
              <a:t>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Functions</a:t>
            </a:r>
            <a:r>
              <a:rPr lang="en-US" dirty="0"/>
              <a:t>. </a:t>
            </a:r>
            <a:r>
              <a:rPr lang="en-US" dirty="0" err="1"/>
              <a:t>Bular</a:t>
            </a:r>
            <a:r>
              <a:rPr lang="en-US" dirty="0"/>
              <a:t> PowerShell </a:t>
            </a:r>
            <a:r>
              <a:rPr lang="en-US" dirty="0" err="1"/>
              <a:t>skriptlarida</a:t>
            </a:r>
            <a:r>
              <a:rPr lang="en-US" dirty="0"/>
              <a:t> </a:t>
            </a:r>
            <a:r>
              <a:rPr lang="en-US" dirty="0" err="1"/>
              <a:t>qayta</a:t>
            </a:r>
            <a:r>
              <a:rPr lang="en-US" dirty="0"/>
              <a:t> </a:t>
            </a:r>
            <a:r>
              <a:rPr lang="en-US" dirty="0" err="1"/>
              <a:t>ishlatilishi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 </a:t>
            </a:r>
            <a:r>
              <a:rPr lang="en-US" dirty="0" err="1"/>
              <a:t>bo'lgan</a:t>
            </a:r>
            <a:r>
              <a:rPr lang="en-US" dirty="0"/>
              <a:t> </a:t>
            </a:r>
            <a:r>
              <a:rPr lang="en-US" dirty="0" err="1"/>
              <a:t>maxsus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bloklari</a:t>
            </a:r>
            <a:r>
              <a:rPr lang="en-US" dirty="0"/>
              <a:t>. </a:t>
            </a:r>
            <a:r>
              <a:rPr lang="en-US" dirty="0" err="1"/>
              <a:t>Funktsiyalar</a:t>
            </a:r>
            <a:r>
              <a:rPr lang="en-US" dirty="0"/>
              <a:t> </a:t>
            </a:r>
            <a:r>
              <a:rPr lang="en-US" dirty="0" err="1"/>
              <a:t>parametrlarni</a:t>
            </a:r>
            <a:r>
              <a:rPr lang="en-US" dirty="0"/>
              <a:t> </a:t>
            </a:r>
            <a:r>
              <a:rPr lang="en-US" dirty="0" err="1"/>
              <a:t>qabul</a:t>
            </a:r>
            <a:r>
              <a:rPr lang="en-US" dirty="0"/>
              <a:t> </a:t>
            </a:r>
            <a:r>
              <a:rPr lang="en-US" dirty="0" err="1"/>
              <a:t>qilishi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qaytarishi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 </a:t>
            </a:r>
            <a:r>
              <a:rPr lang="en-US" dirty="0" err="1"/>
              <a:t>Ular</a:t>
            </a:r>
            <a:r>
              <a:rPr lang="en-US" dirty="0"/>
              <a:t> PowerShell </a:t>
            </a:r>
            <a:r>
              <a:rPr lang="en-US" dirty="0" err="1"/>
              <a:t>skriptlarida</a:t>
            </a:r>
            <a:r>
              <a:rPr lang="en-US" dirty="0"/>
              <a:t> </a:t>
            </a:r>
            <a:r>
              <a:rPr lang="en-US" dirty="0" err="1"/>
              <a:t>aniqlanishi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chaqirilishi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Scripts</a:t>
            </a:r>
            <a:r>
              <a:rPr lang="en-US" dirty="0"/>
              <a:t>. </a:t>
            </a:r>
            <a:r>
              <a:rPr lang="en-US" dirty="0" err="1"/>
              <a:t>Bular</a:t>
            </a:r>
            <a:r>
              <a:rPr lang="en-US" dirty="0"/>
              <a:t> PowerShell </a:t>
            </a:r>
            <a:r>
              <a:rPr lang="en-US" dirty="0" err="1"/>
              <a:t>buyruqlari</a:t>
            </a:r>
            <a:r>
              <a:rPr lang="en-US" dirty="0"/>
              <a:t> </a:t>
            </a:r>
            <a:r>
              <a:rPr lang="en-US" dirty="0" err="1"/>
              <a:t>ketma-ketligini</a:t>
            </a:r>
            <a:r>
              <a:rPr lang="en-US" dirty="0"/>
              <a:t> </a:t>
            </a:r>
            <a:r>
              <a:rPr lang="en-US" dirty="0" err="1"/>
              <a:t>o'z</a:t>
            </a:r>
            <a:r>
              <a:rPr lang="en-US" dirty="0"/>
              <a:t> </a:t>
            </a:r>
            <a:r>
              <a:rPr lang="en-US" dirty="0" err="1"/>
              <a:t>ichiga</a:t>
            </a:r>
            <a:r>
              <a:rPr lang="en-US" dirty="0"/>
              <a:t> </a:t>
            </a:r>
            <a:r>
              <a:rPr lang="en-US" dirty="0" err="1"/>
              <a:t>olgan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.ps1 </a:t>
            </a:r>
            <a:r>
              <a:rPr lang="en-US" dirty="0" err="1"/>
              <a:t>kengaytmali</a:t>
            </a:r>
            <a:r>
              <a:rPr lang="en-US" dirty="0"/>
              <a:t> </a:t>
            </a:r>
            <a:r>
              <a:rPr lang="en-US" dirty="0" err="1"/>
              <a:t>fayllar</a:t>
            </a:r>
            <a:r>
              <a:rPr lang="en-US" dirty="0"/>
              <a:t>. </a:t>
            </a:r>
            <a:r>
              <a:rPr lang="en-US" dirty="0" err="1"/>
              <a:t>Skriptlar</a:t>
            </a:r>
            <a:r>
              <a:rPr lang="en-US" dirty="0"/>
              <a:t> </a:t>
            </a:r>
            <a:r>
              <a:rPr lang="en-US" dirty="0" err="1"/>
              <a:t>sizga</a:t>
            </a:r>
            <a:r>
              <a:rPr lang="en-US" dirty="0"/>
              <a:t> </a:t>
            </a:r>
            <a:r>
              <a:rPr lang="en-US" dirty="0" err="1"/>
              <a:t>ko'p</a:t>
            </a:r>
            <a:r>
              <a:rPr lang="en-US" dirty="0"/>
              <a:t> </a:t>
            </a:r>
            <a:r>
              <a:rPr lang="en-US" dirty="0" err="1"/>
              <a:t>vaqt</a:t>
            </a:r>
            <a:r>
              <a:rPr lang="en-US" dirty="0"/>
              <a:t> talab </a:t>
            </a:r>
            <a:r>
              <a:rPr lang="en-US" dirty="0" err="1"/>
              <a:t>qiladigan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takrorlanadigan</a:t>
            </a:r>
            <a:r>
              <a:rPr lang="en-US" dirty="0"/>
              <a:t> </a:t>
            </a:r>
            <a:r>
              <a:rPr lang="en-US" dirty="0" err="1"/>
              <a:t>vazifalarni</a:t>
            </a:r>
            <a:r>
              <a:rPr lang="en-US" dirty="0"/>
              <a:t> </a:t>
            </a:r>
            <a:r>
              <a:rPr lang="en-US" dirty="0" err="1"/>
              <a:t>avtomatlashtirishga</a:t>
            </a:r>
            <a:r>
              <a:rPr lang="en-US" dirty="0"/>
              <a:t> </a:t>
            </a:r>
            <a:r>
              <a:rPr lang="en-US" dirty="0" err="1"/>
              <a:t>imkon</a:t>
            </a:r>
            <a:r>
              <a:rPr lang="en-US" dirty="0"/>
              <a:t> </a:t>
            </a:r>
            <a:r>
              <a:rPr lang="en-US" dirty="0" err="1"/>
              <a:t>beradi</a:t>
            </a:r>
            <a:r>
              <a:rPr lang="en-US" dirty="0"/>
              <a:t>. </a:t>
            </a:r>
            <a:r>
              <a:rPr lang="en-US" dirty="0" err="1"/>
              <a:t>Ular</a:t>
            </a:r>
            <a:r>
              <a:rPr lang="en-US" dirty="0"/>
              <a:t> PowerShell </a:t>
            </a:r>
            <a:r>
              <a:rPr lang="en-US" dirty="0" err="1"/>
              <a:t>buyruq</a:t>
            </a:r>
            <a:r>
              <a:rPr lang="en-US" dirty="0"/>
              <a:t> </a:t>
            </a:r>
            <a:r>
              <a:rPr lang="en-US" dirty="0" err="1"/>
              <a:t>satridan</a:t>
            </a:r>
            <a:r>
              <a:rPr lang="en-US" dirty="0"/>
              <a:t> </a:t>
            </a:r>
            <a:r>
              <a:rPr lang="en-US" dirty="0" err="1"/>
              <a:t>amalga</a:t>
            </a:r>
            <a:r>
              <a:rPr lang="en-US" dirty="0"/>
              <a:t> </a:t>
            </a:r>
            <a:r>
              <a:rPr lang="en-US" dirty="0" err="1"/>
              <a:t>oshirilishi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Filters</a:t>
            </a:r>
            <a:r>
              <a:rPr lang="en-US" dirty="0"/>
              <a:t>. </a:t>
            </a:r>
            <a:r>
              <a:rPr lang="en-US" dirty="0" err="1"/>
              <a:t>Bular</a:t>
            </a:r>
            <a:r>
              <a:rPr lang="en-US" dirty="0"/>
              <a:t> </a:t>
            </a:r>
            <a:r>
              <a:rPr lang="en-US" dirty="0" err="1"/>
              <a:t>to'plam</a:t>
            </a:r>
            <a:r>
              <a:rPr lang="en-US" dirty="0"/>
              <a:t> </a:t>
            </a:r>
            <a:r>
              <a:rPr lang="en-US" dirty="0" err="1"/>
              <a:t>elementlarini</a:t>
            </a:r>
            <a:r>
              <a:rPr lang="en-US" dirty="0"/>
              <a:t> </a:t>
            </a:r>
            <a:r>
              <a:rPr lang="en-US" dirty="0" err="1"/>
              <a:t>qayta</a:t>
            </a:r>
            <a:r>
              <a:rPr lang="en-US" dirty="0"/>
              <a:t> </a:t>
            </a:r>
            <a:r>
              <a:rPr lang="en-US" dirty="0" err="1"/>
              <a:t>ishlaydigan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o'zgartirilgan</a:t>
            </a:r>
            <a:r>
              <a:rPr lang="en-US" dirty="0"/>
              <a:t> </a:t>
            </a:r>
            <a:r>
              <a:rPr lang="en-US" dirty="0" err="1"/>
              <a:t>elementlarni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dirty="0" err="1"/>
              <a:t>to'plamni</a:t>
            </a:r>
            <a:r>
              <a:rPr lang="en-US" dirty="0"/>
              <a:t> </a:t>
            </a:r>
            <a:r>
              <a:rPr lang="en-US" dirty="0" err="1"/>
              <a:t>qaytaradigan</a:t>
            </a:r>
            <a:r>
              <a:rPr lang="en-US" dirty="0"/>
              <a:t> </a:t>
            </a:r>
            <a:r>
              <a:rPr lang="en-US" dirty="0" err="1"/>
              <a:t>maxsus</a:t>
            </a:r>
            <a:r>
              <a:rPr lang="en-US" dirty="0"/>
              <a:t> </a:t>
            </a:r>
            <a:r>
              <a:rPr lang="en-US" dirty="0" err="1"/>
              <a:t>funktsiyalardir</a:t>
            </a:r>
            <a:r>
              <a:rPr lang="en-US" dirty="0"/>
              <a:t>. </a:t>
            </a:r>
            <a:r>
              <a:rPr lang="en-US" dirty="0" err="1"/>
              <a:t>Filtrlar</a:t>
            </a:r>
            <a:r>
              <a:rPr lang="en-US" dirty="0"/>
              <a:t> </a:t>
            </a:r>
            <a:r>
              <a:rPr lang="en-US" dirty="0" err="1"/>
              <a:t>ma'lumotlarni</a:t>
            </a:r>
            <a:r>
              <a:rPr lang="en-US" dirty="0"/>
              <a:t> </a:t>
            </a:r>
            <a:r>
              <a:rPr lang="en-US" dirty="0" err="1"/>
              <a:t>filtrlash</a:t>
            </a:r>
            <a:r>
              <a:rPr lang="en-US" dirty="0"/>
              <a:t>, </a:t>
            </a:r>
            <a:r>
              <a:rPr lang="en-US" dirty="0" err="1"/>
              <a:t>qayta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o'zgartirish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ishlatiladi</a:t>
            </a:r>
            <a:r>
              <a:rPr lang="en-US" dirty="0"/>
              <a:t>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Built-in commands</a:t>
            </a:r>
            <a:r>
              <a:rPr lang="en-US" dirty="0"/>
              <a:t>. PowerShell </a:t>
            </a:r>
            <a:r>
              <a:rPr lang="en-US" dirty="0" err="1"/>
              <a:t>shuningdek</a:t>
            </a:r>
            <a:r>
              <a:rPr lang="en-US" dirty="0"/>
              <a:t>, </a:t>
            </a:r>
            <a:r>
              <a:rPr lang="en-US" b="1" i="1" dirty="0">
                <a:solidFill>
                  <a:srgbClr val="FF0000"/>
                </a:solidFill>
              </a:rPr>
              <a:t>Write-Output, Write-Host, Get-Help </a:t>
            </a:r>
            <a:r>
              <a:rPr lang="en-US" dirty="0" err="1"/>
              <a:t>kabi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qator</a:t>
            </a:r>
            <a:r>
              <a:rPr lang="en-US" dirty="0"/>
              <a:t> </a:t>
            </a:r>
            <a:r>
              <a:rPr lang="en-US" dirty="0" err="1"/>
              <a:t>o'rnatilgan</a:t>
            </a:r>
            <a:r>
              <a:rPr lang="en-US" dirty="0"/>
              <a:t> </a:t>
            </a:r>
            <a:r>
              <a:rPr lang="en-US" dirty="0" err="1"/>
              <a:t>buyruqlarni</a:t>
            </a:r>
            <a:r>
              <a:rPr lang="en-US" dirty="0"/>
              <a:t> </a:t>
            </a:r>
            <a:r>
              <a:rPr lang="en-US" dirty="0" err="1"/>
              <a:t>o'z</a:t>
            </a:r>
            <a:r>
              <a:rPr lang="en-US" dirty="0"/>
              <a:t> </a:t>
            </a:r>
            <a:r>
              <a:rPr lang="en-US" dirty="0" err="1"/>
              <a:t>ichiga</a:t>
            </a:r>
            <a:r>
              <a:rPr lang="en-US" dirty="0"/>
              <a:t> </a:t>
            </a:r>
            <a:r>
              <a:rPr lang="en-US" dirty="0" err="1"/>
              <a:t>oladi</a:t>
            </a:r>
            <a:r>
              <a:rPr lang="en-US" dirty="0"/>
              <a:t>. </a:t>
            </a:r>
            <a:r>
              <a:rPr lang="en-US" dirty="0" err="1"/>
              <a:t>Ushbu</a:t>
            </a:r>
            <a:r>
              <a:rPr lang="en-US" dirty="0"/>
              <a:t> </a:t>
            </a:r>
            <a:r>
              <a:rPr lang="en-US" dirty="0" err="1"/>
              <a:t>buyruqlar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chiqishni</a:t>
            </a:r>
            <a:r>
              <a:rPr lang="en-US" dirty="0"/>
              <a:t> </a:t>
            </a:r>
            <a:r>
              <a:rPr lang="en-US" dirty="0" err="1"/>
              <a:t>amalga</a:t>
            </a:r>
            <a:r>
              <a:rPr lang="en-US" dirty="0"/>
              <a:t> </a:t>
            </a:r>
            <a:r>
              <a:rPr lang="en-US" dirty="0" err="1"/>
              <a:t>oshiradi</a:t>
            </a:r>
            <a:r>
              <a:rPr lang="en-US" dirty="0"/>
              <a:t>, </a:t>
            </a:r>
            <a:r>
              <a:rPr lang="en-US" dirty="0" err="1"/>
              <a:t>yordam</a:t>
            </a:r>
            <a:r>
              <a:rPr lang="en-US" dirty="0"/>
              <a:t> </a:t>
            </a:r>
            <a:r>
              <a:rPr lang="en-US" dirty="0" err="1"/>
              <a:t>ma'lumotlarini</a:t>
            </a:r>
            <a:r>
              <a:rPr lang="en-US" dirty="0"/>
              <a:t> </a:t>
            </a:r>
            <a:r>
              <a:rPr lang="en-US" dirty="0" err="1"/>
              <a:t>ko'rsatadi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PowerShell </a:t>
            </a:r>
            <a:r>
              <a:rPr lang="en-US" dirty="0" err="1"/>
              <a:t>ish</a:t>
            </a:r>
            <a:r>
              <a:rPr lang="en-US" dirty="0"/>
              <a:t> </a:t>
            </a:r>
            <a:r>
              <a:rPr lang="en-US" dirty="0" err="1"/>
              <a:t>vaqtini</a:t>
            </a:r>
            <a:r>
              <a:rPr lang="en-US" dirty="0"/>
              <a:t> </a:t>
            </a:r>
            <a:r>
              <a:rPr lang="en-US" dirty="0" err="1"/>
              <a:t>boshqaradi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0407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1056" y="799407"/>
            <a:ext cx="7808173" cy="5765801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PowerShell </a:t>
            </a:r>
            <a:r>
              <a:rPr lang="en-US" sz="2400" dirty="0" err="1"/>
              <a:t>buyruqlar</a:t>
            </a:r>
            <a:r>
              <a:rPr lang="en-US" sz="2400" dirty="0"/>
              <a:t> </a:t>
            </a:r>
            <a:r>
              <a:rPr lang="en-US" sz="2400" dirty="0" err="1"/>
              <a:t>satri</a:t>
            </a:r>
            <a:r>
              <a:rPr lang="en-US" sz="2400" dirty="0"/>
              <a:t> </a:t>
            </a:r>
            <a:r>
              <a:rPr lang="en-US" sz="2400" dirty="0" err="1"/>
              <a:t>interfeysi</a:t>
            </a:r>
            <a:r>
              <a:rPr lang="en-US" sz="2400" dirty="0"/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MS DOS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UNIX OT</a:t>
            </a:r>
            <a:r>
              <a:rPr lang="ru-RU" sz="2400" dirty="0"/>
              <a:t>-</a:t>
            </a:r>
            <a:r>
              <a:rPr lang="en-US" sz="2400" dirty="0" err="1"/>
              <a:t>lariga</a:t>
            </a:r>
            <a:r>
              <a:rPr lang="en-US" sz="2400" dirty="0"/>
              <a:t> </a:t>
            </a:r>
            <a:r>
              <a:rPr lang="en-US" sz="2400" dirty="0" err="1"/>
              <a:t>o’xshaydi</a:t>
            </a:r>
            <a:r>
              <a:rPr lang="en-US" sz="2400" dirty="0"/>
              <a:t>. </a:t>
            </a:r>
            <a:r>
              <a:rPr lang="en-US" sz="2400" dirty="0" err="1"/>
              <a:t>Ulardan</a:t>
            </a:r>
            <a:r>
              <a:rPr lang="en-US" sz="2400" dirty="0"/>
              <a:t> </a:t>
            </a:r>
            <a:r>
              <a:rPr lang="en-US" sz="2400" dirty="0" err="1"/>
              <a:t>ajralib</a:t>
            </a:r>
            <a:r>
              <a:rPr lang="en-US" sz="2400" dirty="0"/>
              <a:t> </a:t>
            </a:r>
            <a:r>
              <a:rPr lang="en-US" sz="2400" dirty="0" err="1"/>
              <a:t>turadigan</a:t>
            </a:r>
            <a:r>
              <a:rPr lang="en-US" sz="2400" dirty="0"/>
              <a:t> 2 ta </a:t>
            </a:r>
            <a:r>
              <a:rPr lang="en-US" sz="2400" dirty="0" err="1"/>
              <a:t>asosiy</a:t>
            </a:r>
            <a:r>
              <a:rPr lang="en-US" sz="2400" dirty="0"/>
              <a:t> </a:t>
            </a:r>
            <a:r>
              <a:rPr lang="en-US" sz="2400" dirty="0" err="1"/>
              <a:t>farqi</a:t>
            </a:r>
            <a:r>
              <a:rPr lang="en-US" sz="2400" dirty="0"/>
              <a:t> </a:t>
            </a:r>
            <a:r>
              <a:rPr lang="en-US" sz="2400" dirty="0" err="1"/>
              <a:t>mavjud</a:t>
            </a:r>
            <a:r>
              <a:rPr lang="en-US" sz="2400" dirty="0"/>
              <a:t>:</a:t>
            </a:r>
          </a:p>
          <a:p>
            <a:pPr marL="355600" indent="-355600" algn="just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rgbClr val="FF0000"/>
                </a:solidFill>
              </a:rPr>
              <a:t>Microsoft .NET Framework </a:t>
            </a:r>
            <a:r>
              <a:rPr lang="en-US" sz="2400" dirty="0" err="1"/>
              <a:t>bilan</a:t>
            </a:r>
            <a:r>
              <a:rPr lang="en-US" sz="2400" dirty="0"/>
              <a:t> </a:t>
            </a:r>
            <a:r>
              <a:rPr lang="en-US" sz="2400" dirty="0" err="1"/>
              <a:t>juda</a:t>
            </a:r>
            <a:r>
              <a:rPr lang="en-US" sz="2400" dirty="0"/>
              <a:t> </a:t>
            </a:r>
            <a:r>
              <a:rPr lang="en-US" sz="2400" dirty="0" err="1"/>
              <a:t>yaxshi</a:t>
            </a:r>
            <a:r>
              <a:rPr lang="en-US" sz="2400" dirty="0"/>
              <a:t> </a:t>
            </a:r>
            <a:r>
              <a:rPr lang="en-US" sz="2400" dirty="0" err="1"/>
              <a:t>integratsiyalanadi</a:t>
            </a:r>
            <a:r>
              <a:rPr lang="en-US" sz="2400" dirty="0"/>
              <a:t>. Bu </a:t>
            </a:r>
            <a:r>
              <a:rPr lang="en-US" sz="2400" dirty="0" err="1"/>
              <a:t>esa</a:t>
            </a:r>
            <a:r>
              <a:rPr lang="en-US" sz="2400" dirty="0"/>
              <a:t> </a:t>
            </a:r>
            <a:r>
              <a:rPr lang="en-US" sz="2400" dirty="0" err="1"/>
              <a:t>buyruqlar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skriptlarga</a:t>
            </a:r>
            <a:r>
              <a:rPr lang="en-US" sz="2400" dirty="0"/>
              <a:t> </a:t>
            </a:r>
            <a:r>
              <a:rPr lang="en-US" sz="2400" dirty="0" err="1"/>
              <a:t>kuchli</a:t>
            </a:r>
            <a:r>
              <a:rPr lang="en-US" sz="2400" dirty="0"/>
              <a:t> </a:t>
            </a:r>
            <a:r>
              <a:rPr lang="en-US" sz="2400" dirty="0" err="1"/>
              <a:t>dasturiy</a:t>
            </a:r>
            <a:r>
              <a:rPr lang="en-US" sz="2400" dirty="0"/>
              <a:t> </a:t>
            </a:r>
            <a:r>
              <a:rPr lang="en-US" sz="2400" dirty="0" err="1"/>
              <a:t>yechimlarni</a:t>
            </a:r>
            <a:r>
              <a:rPr lang="en-US" sz="2400" dirty="0"/>
              <a:t> </a:t>
            </a:r>
            <a:r>
              <a:rPr lang="en-US" sz="2400" dirty="0" err="1"/>
              <a:t>topish</a:t>
            </a:r>
            <a:r>
              <a:rPr lang="en-US" sz="2400" dirty="0"/>
              <a:t> </a:t>
            </a:r>
            <a:r>
              <a:rPr lang="en-US" sz="2400" dirty="0" err="1"/>
              <a:t>imkoniyatini</a:t>
            </a:r>
            <a:r>
              <a:rPr lang="en-US" sz="2400" dirty="0"/>
              <a:t> </a:t>
            </a:r>
            <a:r>
              <a:rPr lang="en-US" sz="2400" dirty="0" err="1"/>
              <a:t>beradi</a:t>
            </a:r>
            <a:r>
              <a:rPr lang="en-US" sz="2400" dirty="0"/>
              <a:t>.</a:t>
            </a:r>
          </a:p>
          <a:p>
            <a:pPr marL="355600" indent="-355600" algn="just">
              <a:buFont typeface="Wingdings" panose="05000000000000000000" pitchFamily="2" charset="2"/>
              <a:buChar char="Ø"/>
            </a:pPr>
            <a:r>
              <a:rPr lang="en-US" sz="2400" dirty="0" err="1"/>
              <a:t>Terminalda</a:t>
            </a:r>
            <a:r>
              <a:rPr lang="en-US" sz="2400" dirty="0"/>
              <a:t> </a:t>
            </a:r>
            <a:r>
              <a:rPr lang="en-US" sz="2400" dirty="0" err="1"/>
              <a:t>qaytadigan</a:t>
            </a:r>
            <a:r>
              <a:rPr lang="en-US" sz="2400" dirty="0"/>
              <a:t> </a:t>
            </a:r>
            <a:r>
              <a:rPr lang="en-US" sz="2400" dirty="0" err="1"/>
              <a:t>barcha</a:t>
            </a:r>
            <a:r>
              <a:rPr lang="en-US" sz="2400" dirty="0"/>
              <a:t> </a:t>
            </a:r>
            <a:r>
              <a:rPr lang="en-US" sz="2400" dirty="0" err="1"/>
              <a:t>qiymatlar</a:t>
            </a:r>
            <a:r>
              <a:rPr lang="en-US" sz="2400" dirty="0"/>
              <a:t> </a:t>
            </a:r>
            <a:r>
              <a:rPr lang="en-US" sz="2400" dirty="0" err="1"/>
              <a:t>shunchaki</a:t>
            </a:r>
            <a:r>
              <a:rPr lang="en-US" sz="2400" dirty="0"/>
              <a:t> </a:t>
            </a:r>
            <a:r>
              <a:rPr lang="en-US" sz="2400" dirty="0" err="1"/>
              <a:t>qatorlar</a:t>
            </a:r>
            <a:r>
              <a:rPr lang="en-US" sz="2400" dirty="0"/>
              <a:t> </a:t>
            </a:r>
            <a:r>
              <a:rPr lang="en-US" sz="2400" dirty="0" err="1"/>
              <a:t>emas</a:t>
            </a:r>
            <a:r>
              <a:rPr lang="en-US" sz="2400" dirty="0"/>
              <a:t>, </a:t>
            </a:r>
            <a:r>
              <a:rPr lang="en-US" sz="2400" dirty="0" err="1"/>
              <a:t>balki</a:t>
            </a:r>
            <a:r>
              <a:rPr lang="en-US" sz="2400" dirty="0"/>
              <a:t> </a:t>
            </a:r>
            <a:r>
              <a:rPr lang="en-US" sz="2400" dirty="0" err="1"/>
              <a:t>murojaat</a:t>
            </a:r>
            <a:r>
              <a:rPr lang="en-US" sz="2400" dirty="0"/>
              <a:t> </a:t>
            </a:r>
            <a:r>
              <a:rPr lang="en-US" sz="2400" dirty="0" err="1"/>
              <a:t>qilish</a:t>
            </a:r>
            <a:r>
              <a:rPr lang="en-US" sz="2400" dirty="0"/>
              <a:t> </a:t>
            </a:r>
            <a:r>
              <a:rPr lang="en-US" sz="2400" dirty="0" err="1"/>
              <a:t>mumkin</a:t>
            </a:r>
            <a:r>
              <a:rPr lang="en-US" sz="2400" dirty="0"/>
              <a:t> </a:t>
            </a:r>
            <a:r>
              <a:rPr lang="en-US" sz="2400" dirty="0" err="1"/>
              <a:t>bo’lgan</a:t>
            </a:r>
            <a:r>
              <a:rPr lang="en-US" sz="2400" dirty="0"/>
              <a:t> </a:t>
            </a:r>
            <a:r>
              <a:rPr lang="en-US" sz="2400" dirty="0" err="1"/>
              <a:t>ob'ektlar</a:t>
            </a:r>
            <a:r>
              <a:rPr lang="en-US" sz="2400" dirty="0"/>
              <a:t> </a:t>
            </a:r>
            <a:r>
              <a:rPr lang="en-US" sz="2400" dirty="0" err="1"/>
              <a:t>hisoblanadi</a:t>
            </a:r>
            <a:r>
              <a:rPr lang="en-US" sz="2400" dirty="0"/>
              <a:t>. Bu </a:t>
            </a:r>
            <a:r>
              <a:rPr lang="en-US" sz="2400" dirty="0" err="1"/>
              <a:t>sizga</a:t>
            </a:r>
            <a:r>
              <a:rPr lang="en-US" sz="2400" dirty="0"/>
              <a:t> </a:t>
            </a:r>
            <a:r>
              <a:rPr lang="en-US" sz="2400" dirty="0" err="1"/>
              <a:t>nihoyatda</a:t>
            </a:r>
            <a:r>
              <a:rPr lang="en-US" sz="2400" dirty="0"/>
              <a:t> </a:t>
            </a:r>
            <a:r>
              <a:rPr lang="en-US" sz="2400" dirty="0" err="1"/>
              <a:t>kuchli</a:t>
            </a:r>
            <a:r>
              <a:rPr lang="en-US" sz="2400" dirty="0"/>
              <a:t> </a:t>
            </a:r>
            <a:r>
              <a:rPr lang="en-US" sz="2400" dirty="0" err="1"/>
              <a:t>dasturiy</a:t>
            </a:r>
            <a:r>
              <a:rPr lang="en-US" sz="2400" dirty="0"/>
              <a:t> </a:t>
            </a:r>
            <a:r>
              <a:rPr lang="en-US" sz="2400" dirty="0" err="1"/>
              <a:t>skriptlarini</a:t>
            </a:r>
            <a:r>
              <a:rPr lang="en-US" sz="2400" dirty="0"/>
              <a:t> </a:t>
            </a:r>
            <a:r>
              <a:rPr lang="en-US" sz="2400" dirty="0" err="1"/>
              <a:t>yaratishga</a:t>
            </a:r>
            <a:r>
              <a:rPr lang="en-US" sz="2400" dirty="0"/>
              <a:t> </a:t>
            </a:r>
            <a:r>
              <a:rPr lang="en-US" sz="2400" dirty="0" err="1"/>
              <a:t>imkon</a:t>
            </a:r>
            <a:r>
              <a:rPr lang="en-US" sz="2400" dirty="0"/>
              <a:t> </a:t>
            </a:r>
            <a:r>
              <a:rPr lang="en-US" sz="2400" dirty="0" err="1"/>
              <a:t>beradi</a:t>
            </a:r>
            <a:r>
              <a:rPr lang="en-US" sz="2400" dirty="0"/>
              <a:t>.</a:t>
            </a:r>
          </a:p>
          <a:p>
            <a:pPr algn="just"/>
            <a:r>
              <a:rPr lang="en-US" sz="2400" b="1" i="1" dirty="0" err="1" smtClean="0">
                <a:solidFill>
                  <a:srgbClr val="FF0000"/>
                </a:solidFill>
              </a:rPr>
              <a:t>PowerShell</a:t>
            </a:r>
            <a:r>
              <a:rPr lang="en-US" sz="2400" dirty="0" err="1" smtClean="0"/>
              <a:t>ga</a:t>
            </a:r>
            <a:r>
              <a:rPr lang="en-US" sz="2400" dirty="0" smtClean="0"/>
              <a:t> </a:t>
            </a:r>
            <a:r>
              <a:rPr lang="en-US" sz="2400" dirty="0" err="1"/>
              <a:t>kirish</a:t>
            </a:r>
            <a:r>
              <a:rPr lang="en-US" sz="2400" dirty="0"/>
              <a:t> </a:t>
            </a:r>
            <a:r>
              <a:rPr lang="en-US" sz="2400" dirty="0" err="1"/>
              <a:t>uchun</a:t>
            </a:r>
            <a:r>
              <a:rPr lang="en-US" sz="2400" dirty="0"/>
              <a:t> </a:t>
            </a:r>
            <a:r>
              <a:rPr lang="en-US" sz="2400" dirty="0" err="1"/>
              <a:t>Windowsda</a:t>
            </a:r>
            <a:r>
              <a:rPr lang="en-US" sz="2400" dirty="0"/>
              <a:t> </a:t>
            </a:r>
            <a:r>
              <a:rPr lang="uz-Cyrl-UZ" sz="2400" dirty="0"/>
              <a:t>Пуск</a:t>
            </a:r>
            <a:r>
              <a:rPr lang="en-US" sz="2400" dirty="0"/>
              <a:t> </a:t>
            </a:r>
            <a:r>
              <a:rPr lang="en-US" sz="2400" dirty="0" err="1" smtClean="0"/>
              <a:t>orqali</a:t>
            </a:r>
            <a:r>
              <a:rPr lang="en-US" sz="2400" dirty="0" smtClean="0"/>
              <a:t> </a:t>
            </a:r>
            <a:r>
              <a:rPr lang="en-US" sz="2400" b="1" dirty="0" smtClean="0"/>
              <a:t>PowerShell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err="1"/>
              <a:t>so’zini</a:t>
            </a:r>
            <a:r>
              <a:rPr lang="en-US" sz="2400" dirty="0"/>
              <a:t> </a:t>
            </a:r>
            <a:r>
              <a:rPr lang="en-US" sz="2400" dirty="0" err="1"/>
              <a:t>kiritib</a:t>
            </a:r>
            <a:r>
              <a:rPr lang="en-US" sz="2400" dirty="0"/>
              <a:t> </a:t>
            </a:r>
            <a:r>
              <a:rPr lang="en-US" sz="2400" dirty="0" err="1"/>
              <a:t>ochiladi</a:t>
            </a:r>
            <a:r>
              <a:rPr lang="en-US" sz="2400" dirty="0"/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3467" y="1953491"/>
            <a:ext cx="2674541" cy="4257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5972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2359" y="480888"/>
            <a:ext cx="10515600" cy="7302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uz-Latn-UZ" b="1" dirty="0" smtClean="0">
                <a:solidFill>
                  <a:srgbClr val="C00000"/>
                </a:solidFill>
              </a:rPr>
              <a:t>2.</a:t>
            </a:r>
            <a:r>
              <a:rPr lang="en-US" b="1" dirty="0" err="1" smtClean="0">
                <a:solidFill>
                  <a:srgbClr val="C00000"/>
                </a:solidFill>
              </a:rPr>
              <a:t>PowerShellni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yangilash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9585" y="1211137"/>
            <a:ext cx="10904740" cy="5088063"/>
          </a:xfrm>
        </p:spPr>
        <p:txBody>
          <a:bodyPr>
            <a:noAutofit/>
          </a:bodyPr>
          <a:lstStyle/>
          <a:p>
            <a:r>
              <a:rPr lang="en-GB" dirty="0"/>
              <a:t>PowerShell </a:t>
            </a:r>
            <a:r>
              <a:rPr lang="en-GB" dirty="0" err="1"/>
              <a:t>buyruqlar</a:t>
            </a:r>
            <a:r>
              <a:rPr lang="en-GB" dirty="0"/>
              <a:t> </a:t>
            </a:r>
            <a:r>
              <a:rPr lang="en-GB" dirty="0" err="1"/>
              <a:t>satrida</a:t>
            </a:r>
            <a:r>
              <a:rPr lang="en-GB" dirty="0"/>
              <a:t> </a:t>
            </a:r>
            <a:r>
              <a:rPr lang="en-GB" dirty="0" err="1"/>
              <a:t>uning</a:t>
            </a:r>
            <a:r>
              <a:rPr lang="en-GB" dirty="0"/>
              <a:t> </a:t>
            </a:r>
            <a:r>
              <a:rPr lang="en-GB" dirty="0" err="1"/>
              <a:t>versiyasini</a:t>
            </a:r>
            <a:r>
              <a:rPr lang="en-GB" dirty="0"/>
              <a:t> </a:t>
            </a:r>
            <a:r>
              <a:rPr lang="en-GB" dirty="0" err="1"/>
              <a:t>aniqalash</a:t>
            </a:r>
            <a:r>
              <a:rPr lang="en-GB" dirty="0"/>
              <a:t> </a:t>
            </a:r>
            <a:r>
              <a:rPr lang="en-GB" dirty="0" err="1"/>
              <a:t>uchun</a:t>
            </a:r>
            <a:r>
              <a:rPr lang="en-GB" dirty="0"/>
              <a:t> </a:t>
            </a:r>
            <a:r>
              <a:rPr lang="en-GB" dirty="0" err="1"/>
              <a:t>quyidagi</a:t>
            </a:r>
            <a:r>
              <a:rPr lang="en-GB" dirty="0"/>
              <a:t> </a:t>
            </a:r>
            <a:r>
              <a:rPr lang="en-GB" dirty="0" err="1"/>
              <a:t>kiritiladi</a:t>
            </a:r>
            <a:r>
              <a:rPr lang="en-GB" dirty="0"/>
              <a:t>:</a:t>
            </a:r>
          </a:p>
          <a:p>
            <a:pPr marL="1071563" indent="0">
              <a:buNone/>
            </a:pPr>
            <a:r>
              <a:rPr lang="en-GB" b="1" dirty="0">
                <a:solidFill>
                  <a:srgbClr val="0070C0"/>
                </a:solidFill>
              </a:rPr>
              <a:t>Get-Host | Select-Object Version</a:t>
            </a:r>
          </a:p>
          <a:p>
            <a:r>
              <a:rPr lang="en-US" dirty="0" err="1"/>
              <a:t>Natija</a:t>
            </a:r>
            <a:endParaRPr lang="en-US" dirty="0"/>
          </a:p>
          <a:p>
            <a:pPr marL="1071563" indent="0">
              <a:buNone/>
            </a:pPr>
            <a:r>
              <a:rPr lang="en-US" b="1" dirty="0">
                <a:solidFill>
                  <a:srgbClr val="0070C0"/>
                </a:solidFill>
              </a:rPr>
              <a:t>Version</a:t>
            </a:r>
          </a:p>
          <a:p>
            <a:pPr marL="1071563" indent="0">
              <a:buNone/>
            </a:pPr>
            <a:r>
              <a:rPr lang="en-US" b="1" dirty="0">
                <a:solidFill>
                  <a:srgbClr val="0070C0"/>
                </a:solidFill>
              </a:rPr>
              <a:t>-------</a:t>
            </a:r>
          </a:p>
          <a:p>
            <a:pPr marL="1071563" indent="0">
              <a:buNone/>
            </a:pPr>
            <a:r>
              <a:rPr lang="en-US" b="1" dirty="0">
                <a:solidFill>
                  <a:srgbClr val="0070C0"/>
                </a:solidFill>
              </a:rPr>
              <a:t>2.0</a:t>
            </a:r>
          </a:p>
          <a:p>
            <a:r>
              <a:rPr lang="en-GB" dirty="0"/>
              <a:t>PowerShell </a:t>
            </a:r>
            <a:r>
              <a:rPr lang="en-GB" dirty="0" err="1"/>
              <a:t>versiyasi</a:t>
            </a:r>
            <a:r>
              <a:rPr lang="en-GB" dirty="0"/>
              <a:t> 5.1 </a:t>
            </a:r>
            <a:r>
              <a:rPr lang="en-GB" dirty="0" err="1"/>
              <a:t>dan</a:t>
            </a:r>
            <a:r>
              <a:rPr lang="en-GB" dirty="0"/>
              <a:t> </a:t>
            </a:r>
            <a:r>
              <a:rPr lang="en-GB" dirty="0" err="1"/>
              <a:t>kichik</a:t>
            </a:r>
            <a:r>
              <a:rPr lang="en-GB" dirty="0"/>
              <a:t> </a:t>
            </a:r>
            <a:r>
              <a:rPr lang="en-GB" dirty="0" err="1"/>
              <a:t>bo'lsa</a:t>
            </a:r>
            <a:r>
              <a:rPr lang="en-GB" dirty="0"/>
              <a:t>, </a:t>
            </a:r>
            <a:r>
              <a:rPr lang="en-GB" dirty="0" err="1"/>
              <a:t>unda</a:t>
            </a:r>
            <a:r>
              <a:rPr lang="en-GB" dirty="0"/>
              <a:t> Windows PowerShell 5.1 </a:t>
            </a:r>
            <a:r>
              <a:rPr lang="en-GB" dirty="0" err="1"/>
              <a:t>va</a:t>
            </a:r>
            <a:r>
              <a:rPr lang="en-GB" dirty="0"/>
              <a:t> </a:t>
            </a:r>
            <a:r>
              <a:rPr lang="en-GB" dirty="0" err="1"/>
              <a:t>undan</a:t>
            </a:r>
            <a:r>
              <a:rPr lang="en-GB" dirty="0"/>
              <a:t> </a:t>
            </a:r>
            <a:r>
              <a:rPr lang="en-GB" dirty="0" err="1"/>
              <a:t>yuqori</a:t>
            </a:r>
            <a:r>
              <a:rPr lang="en-GB" dirty="0"/>
              <a:t> </a:t>
            </a:r>
            <a:r>
              <a:rPr lang="en-GB" dirty="0" err="1"/>
              <a:t>versiyasini</a:t>
            </a:r>
            <a:r>
              <a:rPr lang="en-GB" dirty="0"/>
              <a:t> </a:t>
            </a:r>
            <a:r>
              <a:rPr lang="en-GB" dirty="0" err="1"/>
              <a:t>o'rnatish</a:t>
            </a:r>
            <a:r>
              <a:rPr lang="en-GB" dirty="0"/>
              <a:t> </a:t>
            </a:r>
            <a:r>
              <a:rPr lang="en-GB" dirty="0" err="1"/>
              <a:t>kerak</a:t>
            </a:r>
            <a:r>
              <a:rPr lang="en-GB" dirty="0"/>
              <a:t> </a:t>
            </a:r>
            <a:r>
              <a:rPr lang="en-GB" dirty="0" err="1"/>
              <a:t>bo'ladi</a:t>
            </a:r>
            <a:r>
              <a:rPr lang="en-GB" dirty="0"/>
              <a:t>. </a:t>
            </a:r>
          </a:p>
          <a:p>
            <a:r>
              <a:rPr lang="en-GB" dirty="0"/>
              <a:t>PowerShell 5.1 </a:t>
            </a:r>
            <a:r>
              <a:rPr lang="en-GB" dirty="0" err="1"/>
              <a:t>ning</a:t>
            </a:r>
            <a:r>
              <a:rPr lang="en-GB" dirty="0"/>
              <a:t> </a:t>
            </a:r>
            <a:r>
              <a:rPr lang="en-GB" dirty="0" err="1"/>
              <a:t>tarkibiga</a:t>
            </a:r>
            <a:r>
              <a:rPr lang="en-GB" dirty="0"/>
              <a:t> </a:t>
            </a:r>
            <a:r>
              <a:rPr lang="en-GB" dirty="0" err="1"/>
              <a:t>kiruvchi</a:t>
            </a:r>
            <a:r>
              <a:rPr lang="en-GB" dirty="0"/>
              <a:t> </a:t>
            </a:r>
            <a:r>
              <a:rPr lang="en-GB" b="1" i="1" dirty="0">
                <a:solidFill>
                  <a:srgbClr val="FF0000"/>
                </a:solidFill>
              </a:rPr>
              <a:t>Windows Management Framework </a:t>
            </a:r>
            <a:r>
              <a:rPr lang="en-GB" dirty="0"/>
              <a:t>5.1 </a:t>
            </a:r>
            <a:r>
              <a:rPr lang="en-GB" dirty="0" err="1"/>
              <a:t>ni</a:t>
            </a:r>
            <a:r>
              <a:rPr lang="en-GB" dirty="0"/>
              <a:t> </a:t>
            </a:r>
            <a:r>
              <a:rPr lang="en-GB" b="1" i="1" dirty="0">
                <a:solidFill>
                  <a:srgbClr val="FF0000"/>
                </a:solidFill>
              </a:rPr>
              <a:t>Microsoft Download </a:t>
            </a:r>
            <a:r>
              <a:rPr lang="en-GB" b="1" i="1" dirty="0" err="1">
                <a:solidFill>
                  <a:srgbClr val="FF0000"/>
                </a:solidFill>
              </a:rPr>
              <a:t>Center</a:t>
            </a:r>
            <a:r>
              <a:rPr lang="en-GB" b="1" i="1" dirty="0">
                <a:solidFill>
                  <a:srgbClr val="FF0000"/>
                </a:solidFill>
              </a:rPr>
              <a:t> </a:t>
            </a:r>
            <a:r>
              <a:rPr lang="en-GB" dirty="0" err="1"/>
              <a:t>dan</a:t>
            </a:r>
            <a:r>
              <a:rPr lang="en-GB" dirty="0"/>
              <a:t> </a:t>
            </a:r>
            <a:r>
              <a:rPr lang="en-GB" dirty="0" err="1"/>
              <a:t>yuklab</a:t>
            </a:r>
            <a:r>
              <a:rPr lang="en-GB" dirty="0"/>
              <a:t> </a:t>
            </a:r>
            <a:r>
              <a:rPr lang="en-GB" dirty="0" err="1"/>
              <a:t>olishingiz</a:t>
            </a:r>
            <a:r>
              <a:rPr lang="en-GB" dirty="0"/>
              <a:t> </a:t>
            </a:r>
            <a:r>
              <a:rPr lang="en-GB" dirty="0" err="1"/>
              <a:t>mumkin</a:t>
            </a:r>
            <a:r>
              <a:rPr lang="en-GB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7924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6458" y="425219"/>
            <a:ext cx="10515600" cy="7302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uz-Latn-UZ" b="1" dirty="0" smtClean="0">
                <a:solidFill>
                  <a:srgbClr val="C00000"/>
                </a:solidFill>
              </a:rPr>
              <a:t>2.</a:t>
            </a:r>
            <a:r>
              <a:rPr lang="en-US" b="1" dirty="0" smtClean="0">
                <a:solidFill>
                  <a:srgbClr val="C00000"/>
                </a:solidFill>
              </a:rPr>
              <a:t>PowerShell </a:t>
            </a:r>
            <a:r>
              <a:rPr lang="en-US" b="1" dirty="0" err="1">
                <a:solidFill>
                  <a:srgbClr val="C00000"/>
                </a:solidFill>
              </a:rPr>
              <a:t>buyruqlari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6458" y="1155469"/>
            <a:ext cx="7835451" cy="4995949"/>
          </a:xfrm>
        </p:spPr>
        <p:txBody>
          <a:bodyPr>
            <a:normAutofit fontScale="92500" lnSpcReduction="10000"/>
          </a:bodyPr>
          <a:lstStyle/>
          <a:p>
            <a:r>
              <a:rPr lang="en-US" sz="2200" b="1" dirty="0">
                <a:solidFill>
                  <a:srgbClr val="0070C0"/>
                </a:solidFill>
              </a:rPr>
              <a:t>Get-Help – </a:t>
            </a:r>
            <a:r>
              <a:rPr lang="en-US" sz="2200" dirty="0"/>
              <a:t>PowerShell </a:t>
            </a:r>
            <a:r>
              <a:rPr lang="en-US" sz="2200" dirty="0" err="1"/>
              <a:t>buyruqlari</a:t>
            </a:r>
            <a:r>
              <a:rPr lang="en-US" sz="2200" dirty="0"/>
              <a:t> </a:t>
            </a:r>
            <a:r>
              <a:rPr lang="en-US" sz="2200" dirty="0" err="1"/>
              <a:t>haqidagi</a:t>
            </a:r>
            <a:r>
              <a:rPr lang="en-US" sz="2200" dirty="0"/>
              <a:t> </a:t>
            </a:r>
            <a:r>
              <a:rPr lang="en-US" sz="2200" dirty="0" err="1"/>
              <a:t>ma’lumotni</a:t>
            </a:r>
            <a:r>
              <a:rPr lang="en-US" sz="2200" dirty="0"/>
              <a:t> </a:t>
            </a:r>
            <a:r>
              <a:rPr lang="en-US" sz="2200" dirty="0" err="1"/>
              <a:t>ko’rish</a:t>
            </a:r>
            <a:r>
              <a:rPr lang="en-US" sz="2200" dirty="0"/>
              <a:t>.</a:t>
            </a:r>
          </a:p>
          <a:p>
            <a:r>
              <a:rPr lang="en-US" sz="2200" b="1" dirty="0" err="1">
                <a:solidFill>
                  <a:srgbClr val="0070C0"/>
                </a:solidFill>
              </a:rPr>
              <a:t>dir</a:t>
            </a:r>
            <a:r>
              <a:rPr lang="en-US" sz="2200" b="1" dirty="0">
                <a:solidFill>
                  <a:srgbClr val="0070C0"/>
                </a:solidFill>
              </a:rPr>
              <a:t> – </a:t>
            </a:r>
            <a:r>
              <a:rPr lang="en-US" sz="2200" dirty="0" err="1"/>
              <a:t>joriy</a:t>
            </a:r>
            <a:r>
              <a:rPr lang="en-US" sz="2200" dirty="0"/>
              <a:t> </a:t>
            </a:r>
            <a:r>
              <a:rPr lang="en-US" sz="2200" dirty="0" err="1"/>
              <a:t>katalogdagi</a:t>
            </a:r>
            <a:r>
              <a:rPr lang="en-US" sz="2200" dirty="0"/>
              <a:t> </a:t>
            </a:r>
            <a:r>
              <a:rPr lang="en-US" sz="2200" dirty="0" err="1"/>
              <a:t>fayllar</a:t>
            </a:r>
            <a:r>
              <a:rPr lang="en-US" sz="2200" dirty="0"/>
              <a:t> </a:t>
            </a:r>
            <a:r>
              <a:rPr lang="en-US" sz="2200" dirty="0" err="1"/>
              <a:t>va</a:t>
            </a:r>
            <a:r>
              <a:rPr lang="en-US" sz="2200" dirty="0"/>
              <a:t> </a:t>
            </a:r>
            <a:r>
              <a:rPr lang="en-US" sz="2200" dirty="0" err="1"/>
              <a:t>papkalar</a:t>
            </a:r>
            <a:r>
              <a:rPr lang="en-US" sz="2200" dirty="0"/>
              <a:t> </a:t>
            </a:r>
            <a:r>
              <a:rPr lang="en-US" sz="2200" dirty="0" err="1"/>
              <a:t>ro'yxatini</a:t>
            </a:r>
            <a:r>
              <a:rPr lang="en-US" sz="2200" dirty="0"/>
              <a:t> </a:t>
            </a:r>
            <a:r>
              <a:rPr lang="en-US" sz="2200" dirty="0" err="1"/>
              <a:t>ko’rish</a:t>
            </a:r>
            <a:r>
              <a:rPr lang="en-US" sz="2200" dirty="0"/>
              <a:t>, </a:t>
            </a:r>
            <a:r>
              <a:rPr lang="en-US" sz="2200" b="1" dirty="0">
                <a:solidFill>
                  <a:srgbClr val="0070C0"/>
                </a:solidFill>
              </a:rPr>
              <a:t>ls </a:t>
            </a:r>
            <a:r>
              <a:rPr lang="en-US" sz="2200" dirty="0" err="1"/>
              <a:t>va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0070C0"/>
                </a:solidFill>
              </a:rPr>
              <a:t>Get-</a:t>
            </a:r>
            <a:r>
              <a:rPr lang="en-US" sz="2200" b="1" dirty="0" err="1">
                <a:solidFill>
                  <a:srgbClr val="0070C0"/>
                </a:solidFill>
              </a:rPr>
              <a:t>ChildItem</a:t>
            </a:r>
            <a:r>
              <a:rPr lang="en-US" sz="2200" dirty="0"/>
              <a:t> </a:t>
            </a:r>
            <a:r>
              <a:rPr lang="en-US" sz="2200" dirty="0" err="1"/>
              <a:t>komandletlari</a:t>
            </a:r>
            <a:r>
              <a:rPr lang="en-US" sz="2200" dirty="0"/>
              <a:t> </a:t>
            </a:r>
            <a:r>
              <a:rPr lang="en-US" sz="2200" b="1" dirty="0" err="1"/>
              <a:t>dir</a:t>
            </a:r>
            <a:r>
              <a:rPr lang="en-US" sz="2200" dirty="0"/>
              <a:t> u </a:t>
            </a:r>
            <a:r>
              <a:rPr lang="en-US" sz="2200" dirty="0" err="1"/>
              <a:t>bilan</a:t>
            </a:r>
            <a:r>
              <a:rPr lang="en-US" sz="2200" dirty="0"/>
              <a:t> </a:t>
            </a:r>
            <a:r>
              <a:rPr lang="en-US" sz="2200" dirty="0" err="1"/>
              <a:t>bir</a:t>
            </a:r>
            <a:r>
              <a:rPr lang="en-US" sz="2200" dirty="0"/>
              <a:t> </a:t>
            </a:r>
            <a:r>
              <a:rPr lang="en-US" sz="2200" dirty="0" err="1"/>
              <a:t>xil</a:t>
            </a:r>
            <a:r>
              <a:rPr lang="en-US" sz="2200" dirty="0"/>
              <a:t> </a:t>
            </a:r>
            <a:r>
              <a:rPr lang="en-US" sz="2200" dirty="0" err="1"/>
              <a:t>vazifani</a:t>
            </a:r>
            <a:r>
              <a:rPr lang="en-US" sz="2200" dirty="0"/>
              <a:t> </a:t>
            </a:r>
            <a:r>
              <a:rPr lang="en-US" sz="2200" dirty="0" err="1"/>
              <a:t>bajaradi</a:t>
            </a:r>
            <a:r>
              <a:rPr lang="en-US" sz="2200" dirty="0"/>
              <a:t>.</a:t>
            </a:r>
          </a:p>
          <a:p>
            <a:r>
              <a:rPr lang="uz-Latn-UZ" sz="2200" b="1" dirty="0">
                <a:solidFill>
                  <a:srgbClr val="0070C0"/>
                </a:solidFill>
              </a:rPr>
              <a:t>cd hklm:software</a:t>
            </a:r>
            <a:endParaRPr lang="uz-Cyrl-UZ" sz="2200" b="1" dirty="0">
              <a:solidFill>
                <a:srgbClr val="0070C0"/>
              </a:solidFill>
            </a:endParaRPr>
          </a:p>
          <a:p>
            <a:endParaRPr lang="en-US" sz="2200" b="1" dirty="0">
              <a:solidFill>
                <a:srgbClr val="0070C0"/>
              </a:solidFill>
            </a:endParaRPr>
          </a:p>
          <a:p>
            <a:r>
              <a:rPr lang="en-US" sz="2200" b="1" dirty="0">
                <a:solidFill>
                  <a:srgbClr val="0070C0"/>
                </a:solidFill>
              </a:rPr>
              <a:t>Get-Command </a:t>
            </a:r>
            <a:r>
              <a:rPr lang="en-US" sz="2200" dirty="0"/>
              <a:t>– </a:t>
            </a:r>
            <a:r>
              <a:rPr lang="en-US" sz="2200" dirty="0" err="1"/>
              <a:t>mavjud</a:t>
            </a:r>
            <a:r>
              <a:rPr lang="en-US" sz="2200" dirty="0"/>
              <a:t> </a:t>
            </a:r>
            <a:r>
              <a:rPr lang="en-US" sz="2200" dirty="0" err="1"/>
              <a:t>buyruqlar</a:t>
            </a:r>
            <a:r>
              <a:rPr lang="en-US" sz="2200" dirty="0"/>
              <a:t> </a:t>
            </a:r>
            <a:r>
              <a:rPr lang="en-US" sz="2200" dirty="0" err="1"/>
              <a:t>ro'yxatini</a:t>
            </a:r>
            <a:r>
              <a:rPr lang="en-US" sz="2200" dirty="0"/>
              <a:t> </a:t>
            </a:r>
            <a:r>
              <a:rPr lang="en-US" sz="2200" dirty="0" err="1"/>
              <a:t>olish</a:t>
            </a:r>
            <a:r>
              <a:rPr lang="en-US" sz="2200" dirty="0"/>
              <a:t> </a:t>
            </a:r>
            <a:r>
              <a:rPr lang="en-US" sz="2200" dirty="0" err="1"/>
              <a:t>uchun</a:t>
            </a:r>
            <a:r>
              <a:rPr lang="en-US" sz="2200" dirty="0"/>
              <a:t> </a:t>
            </a:r>
            <a:r>
              <a:rPr lang="en-US" sz="2200" dirty="0" err="1"/>
              <a:t>ishlatiladi</a:t>
            </a:r>
            <a:r>
              <a:rPr lang="en-US" sz="2200" dirty="0"/>
              <a:t>.</a:t>
            </a:r>
          </a:p>
          <a:p>
            <a:r>
              <a:rPr lang="en-US" sz="2200" b="1" dirty="0">
                <a:solidFill>
                  <a:srgbClr val="0070C0"/>
                </a:solidFill>
              </a:rPr>
              <a:t>Get-Alias</a:t>
            </a:r>
            <a:r>
              <a:rPr lang="en-US" sz="2200" dirty="0"/>
              <a:t> – </a:t>
            </a:r>
            <a:r>
              <a:rPr lang="en-US" sz="2200" dirty="0" err="1"/>
              <a:t>PowerShellda</a:t>
            </a:r>
            <a:r>
              <a:rPr lang="en-US" sz="2200" dirty="0"/>
              <a:t> </a:t>
            </a:r>
            <a:r>
              <a:rPr lang="en-US" sz="2200" dirty="0" err="1"/>
              <a:t>yuzdan</a:t>
            </a:r>
            <a:r>
              <a:rPr lang="en-US" sz="2200" dirty="0"/>
              <a:t> </a:t>
            </a:r>
            <a:r>
              <a:rPr lang="en-US" sz="2200" dirty="0" err="1"/>
              <a:t>ortiq</a:t>
            </a:r>
            <a:r>
              <a:rPr lang="en-US" sz="2200" dirty="0"/>
              <a:t> </a:t>
            </a:r>
            <a:r>
              <a:rPr lang="en-US" sz="2200" dirty="0" err="1"/>
              <a:t>turli</a:t>
            </a:r>
            <a:r>
              <a:rPr lang="en-US" sz="2200" dirty="0"/>
              <a:t> </a:t>
            </a:r>
            <a:r>
              <a:rPr lang="en-US" sz="2200" dirty="0" err="1"/>
              <a:t>psevdonimlar</a:t>
            </a:r>
            <a:r>
              <a:rPr lang="en-US" sz="2200" dirty="0"/>
              <a:t> </a:t>
            </a:r>
            <a:r>
              <a:rPr lang="en-US" sz="2200" dirty="0" err="1"/>
              <a:t>mavjud</a:t>
            </a:r>
            <a:r>
              <a:rPr lang="en-US" sz="2200" dirty="0"/>
              <a:t>. </a:t>
            </a:r>
            <a:r>
              <a:rPr lang="en-US" sz="2200" dirty="0" err="1"/>
              <a:t>Yangi</a:t>
            </a:r>
            <a:r>
              <a:rPr lang="en-US" sz="2200" dirty="0"/>
              <a:t> </a:t>
            </a:r>
            <a:r>
              <a:rPr lang="en-US" sz="2200" dirty="0" err="1"/>
              <a:t>psevdonim</a:t>
            </a:r>
            <a:r>
              <a:rPr lang="en-US" sz="2200" dirty="0"/>
              <a:t> </a:t>
            </a:r>
            <a:r>
              <a:rPr lang="en-US" sz="2200" dirty="0" err="1"/>
              <a:t>buyrug'i</a:t>
            </a:r>
            <a:r>
              <a:rPr lang="en-US" sz="2200" dirty="0"/>
              <a:t> </a:t>
            </a:r>
            <a:r>
              <a:rPr lang="en-US" sz="2200" dirty="0" err="1"/>
              <a:t>yordamida</a:t>
            </a:r>
            <a:r>
              <a:rPr lang="en-US" sz="2200" dirty="0"/>
              <a:t> </a:t>
            </a:r>
            <a:r>
              <a:rPr lang="en-US" sz="2200" dirty="0" err="1"/>
              <a:t>shaxsiy</a:t>
            </a:r>
            <a:r>
              <a:rPr lang="en-US" sz="2200" dirty="0"/>
              <a:t> </a:t>
            </a:r>
            <a:r>
              <a:rPr lang="en-US" sz="2200" dirty="0" err="1"/>
              <a:t>psevdonimlarni</a:t>
            </a:r>
            <a:r>
              <a:rPr lang="en-US" sz="2200" dirty="0"/>
              <a:t> ham </a:t>
            </a:r>
            <a:r>
              <a:rPr lang="en-US" sz="2200" dirty="0" err="1"/>
              <a:t>yaratishingiz</a:t>
            </a:r>
            <a:r>
              <a:rPr lang="en-US" sz="2200" dirty="0"/>
              <a:t> </a:t>
            </a:r>
            <a:r>
              <a:rPr lang="en-US" sz="2200" dirty="0" err="1"/>
              <a:t>mumkin</a:t>
            </a:r>
            <a:r>
              <a:rPr lang="en-US" sz="2200" dirty="0"/>
              <a:t>.</a:t>
            </a:r>
            <a:endParaRPr lang="uz-Cyrl-UZ" sz="2200" dirty="0"/>
          </a:p>
          <a:p>
            <a:r>
              <a:rPr lang="en-US" sz="2200" b="1" dirty="0">
                <a:solidFill>
                  <a:srgbClr val="0070C0"/>
                </a:solidFill>
              </a:rPr>
              <a:t>Set-Content</a:t>
            </a:r>
            <a:r>
              <a:rPr lang="en-US" sz="2200" dirty="0"/>
              <a:t>. Set-Content (</a:t>
            </a:r>
            <a:r>
              <a:rPr lang="en-US" sz="2200" dirty="0" err="1"/>
              <a:t>yoki</a:t>
            </a:r>
            <a:r>
              <a:rPr lang="en-US" sz="2200" dirty="0"/>
              <a:t> </a:t>
            </a:r>
            <a:r>
              <a:rPr lang="en-US" sz="2200" b="1" dirty="0" err="1"/>
              <a:t>sc</a:t>
            </a:r>
            <a:r>
              <a:rPr lang="en-US" sz="2200" dirty="0"/>
              <a:t>) </a:t>
            </a:r>
            <a:r>
              <a:rPr lang="en-US" sz="2200" dirty="0" err="1"/>
              <a:t>buyrug'i</a:t>
            </a:r>
            <a:r>
              <a:rPr lang="en-US" sz="2200" dirty="0"/>
              <a:t> </a:t>
            </a:r>
            <a:r>
              <a:rPr lang="en-US" sz="2200" dirty="0" err="1"/>
              <a:t>faylga</a:t>
            </a:r>
            <a:r>
              <a:rPr lang="en-US" sz="2200" dirty="0"/>
              <a:t> </a:t>
            </a:r>
            <a:r>
              <a:rPr lang="en-US" sz="2200" dirty="0" err="1"/>
              <a:t>qiymatlarni</a:t>
            </a:r>
            <a:r>
              <a:rPr lang="en-US" sz="2200" dirty="0"/>
              <a:t> </a:t>
            </a:r>
            <a:r>
              <a:rPr lang="en-US" sz="2200" dirty="0" err="1"/>
              <a:t>yozish</a:t>
            </a:r>
            <a:r>
              <a:rPr lang="en-US" sz="2200" dirty="0"/>
              <a:t> </a:t>
            </a:r>
            <a:r>
              <a:rPr lang="en-US" sz="2200" dirty="0" err="1"/>
              <a:t>uchun</a:t>
            </a:r>
            <a:r>
              <a:rPr lang="en-US" sz="2200" dirty="0"/>
              <a:t> </a:t>
            </a:r>
            <a:r>
              <a:rPr lang="en-US" sz="2200" dirty="0" err="1"/>
              <a:t>ishlatiladi</a:t>
            </a:r>
            <a:r>
              <a:rPr lang="en-US" sz="2200" dirty="0"/>
              <a:t>. </a:t>
            </a:r>
            <a:r>
              <a:rPr lang="en-US" sz="2200" dirty="0" err="1"/>
              <a:t>Belgilangan</a:t>
            </a:r>
            <a:r>
              <a:rPr lang="en-US" sz="2200" dirty="0"/>
              <a:t> </a:t>
            </a:r>
            <a:r>
              <a:rPr lang="en-US" sz="2200" dirty="0" err="1"/>
              <a:t>maqsadli</a:t>
            </a:r>
            <a:r>
              <a:rPr lang="en-US" sz="2200" dirty="0"/>
              <a:t> </a:t>
            </a:r>
            <a:r>
              <a:rPr lang="en-US" sz="2200" dirty="0" err="1"/>
              <a:t>fayl</a:t>
            </a:r>
            <a:r>
              <a:rPr lang="en-US" sz="2200" dirty="0"/>
              <a:t> </a:t>
            </a:r>
            <a:r>
              <a:rPr lang="en-US" sz="2200" dirty="0" err="1"/>
              <a:t>mavjud</a:t>
            </a:r>
            <a:r>
              <a:rPr lang="en-US" sz="2200" dirty="0"/>
              <a:t> </a:t>
            </a:r>
            <a:r>
              <a:rPr lang="en-US" sz="2200" dirty="0" err="1"/>
              <a:t>bo'lmasa</a:t>
            </a:r>
            <a:r>
              <a:rPr lang="en-US" sz="2200" dirty="0"/>
              <a:t>, </a:t>
            </a:r>
            <a:r>
              <a:rPr lang="en-US" sz="2200" dirty="0" err="1"/>
              <a:t>buyruq</a:t>
            </a:r>
            <a:r>
              <a:rPr lang="en-US" sz="2200" dirty="0"/>
              <a:t> </a:t>
            </a:r>
            <a:r>
              <a:rPr lang="en-US" sz="2200" dirty="0" err="1"/>
              <a:t>uni</a:t>
            </a:r>
            <a:r>
              <a:rPr lang="en-US" sz="2200" dirty="0"/>
              <a:t> </a:t>
            </a:r>
            <a:r>
              <a:rPr lang="en-US" sz="2200" dirty="0" err="1"/>
              <a:t>yaratadi</a:t>
            </a:r>
            <a:r>
              <a:rPr lang="en-US" sz="2200" dirty="0"/>
              <a:t>. </a:t>
            </a:r>
            <a:r>
              <a:rPr lang="en-US" sz="2200" dirty="0" err="1"/>
              <a:t>Quyidagi</a:t>
            </a:r>
            <a:r>
              <a:rPr lang="en-US" sz="2200" dirty="0"/>
              <a:t> </a:t>
            </a:r>
            <a:r>
              <a:rPr lang="en-US" sz="2200" dirty="0" err="1"/>
              <a:t>misol</a:t>
            </a:r>
            <a:r>
              <a:rPr lang="en-US" sz="2200" dirty="0"/>
              <a:t> mynewfile.txt </a:t>
            </a:r>
            <a:r>
              <a:rPr lang="en-US" sz="2200" dirty="0" err="1"/>
              <a:t>nomli</a:t>
            </a:r>
            <a:r>
              <a:rPr lang="en-US" sz="2200" dirty="0"/>
              <a:t> </a:t>
            </a:r>
            <a:r>
              <a:rPr lang="en-US" sz="2200" dirty="0" err="1"/>
              <a:t>faylga</a:t>
            </a:r>
            <a:r>
              <a:rPr lang="en-US" sz="2200" dirty="0"/>
              <a:t> "</a:t>
            </a:r>
            <a:r>
              <a:rPr lang="en-US" sz="2200" dirty="0" err="1"/>
              <a:t>Mening</a:t>
            </a:r>
            <a:r>
              <a:rPr lang="en-US" sz="2200" dirty="0"/>
              <a:t> </a:t>
            </a:r>
            <a:r>
              <a:rPr lang="en-US" sz="2200" dirty="0" err="1"/>
              <a:t>ma'lumotlarim</a:t>
            </a:r>
            <a:r>
              <a:rPr lang="en-US" sz="2200" dirty="0"/>
              <a:t>" </a:t>
            </a:r>
            <a:r>
              <a:rPr lang="en-US" sz="2200" dirty="0" err="1"/>
              <a:t>qiymatini</a:t>
            </a:r>
            <a:r>
              <a:rPr lang="en-US" sz="2200" dirty="0"/>
              <a:t> </a:t>
            </a:r>
            <a:r>
              <a:rPr lang="en-US" sz="2200" dirty="0" err="1"/>
              <a:t>yozishni</a:t>
            </a:r>
            <a:r>
              <a:rPr lang="en-US" sz="2200" dirty="0"/>
              <a:t> </a:t>
            </a:r>
            <a:r>
              <a:rPr lang="en-US" sz="2200" dirty="0" err="1"/>
              <a:t>ko'rsatadi</a:t>
            </a:r>
            <a:r>
              <a:rPr lang="en-US" sz="2200" dirty="0"/>
              <a:t>:</a:t>
            </a:r>
            <a:r>
              <a:rPr lang="uz-Cyrl-UZ" sz="2200" dirty="0"/>
              <a:t/>
            </a:r>
            <a:br>
              <a:rPr lang="uz-Cyrl-UZ" sz="2200" dirty="0"/>
            </a:br>
            <a:r>
              <a:rPr lang="en-US" sz="2200" b="1" dirty="0" err="1"/>
              <a:t>sc</a:t>
            </a:r>
            <a:r>
              <a:rPr lang="en-US" sz="2200" b="1" dirty="0"/>
              <a:t> c:empmynewfile.txt -</a:t>
            </a:r>
            <a:r>
              <a:rPr lang="en-US" sz="2200" b="1" dirty="0" err="1"/>
              <a:t>qiymati</a:t>
            </a:r>
            <a:r>
              <a:rPr lang="en-US" sz="2200" b="1" dirty="0"/>
              <a:t> "</a:t>
            </a:r>
            <a:r>
              <a:rPr lang="en-US" sz="2200" b="1" dirty="0" err="1"/>
              <a:t>Mening</a:t>
            </a:r>
            <a:r>
              <a:rPr lang="en-US" sz="2200" b="1" dirty="0"/>
              <a:t> </a:t>
            </a:r>
            <a:r>
              <a:rPr lang="en-US" sz="2200" b="1" dirty="0" err="1"/>
              <a:t>ma'lumotlarim</a:t>
            </a:r>
            <a:r>
              <a:rPr lang="en-US" sz="2200" b="1" dirty="0"/>
              <a:t>"</a:t>
            </a:r>
          </a:p>
          <a:p>
            <a:pPr marL="0" indent="0">
              <a:buNone/>
            </a:pPr>
            <a:endParaRPr lang="en-US" sz="2200" b="1" dirty="0">
              <a:solidFill>
                <a:srgbClr val="0070C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143" y="2152468"/>
            <a:ext cx="5723109" cy="84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22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9579" y="522452"/>
            <a:ext cx="10515600" cy="7302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uz-Latn-UZ" b="1" dirty="0" smtClean="0">
                <a:solidFill>
                  <a:srgbClr val="C00000"/>
                </a:solidFill>
              </a:rPr>
              <a:t>2.</a:t>
            </a:r>
            <a:r>
              <a:rPr lang="en-US" b="1" dirty="0" smtClean="0">
                <a:solidFill>
                  <a:srgbClr val="C00000"/>
                </a:solidFill>
              </a:rPr>
              <a:t>PowerShell </a:t>
            </a:r>
            <a:r>
              <a:rPr lang="en-US" b="1" dirty="0">
                <a:solidFill>
                  <a:srgbClr val="C00000"/>
                </a:solidFill>
              </a:rPr>
              <a:t>da </a:t>
            </a:r>
            <a:r>
              <a:rPr lang="en-US" b="1" dirty="0" err="1">
                <a:solidFill>
                  <a:srgbClr val="C00000"/>
                </a:solidFill>
              </a:rPr>
              <a:t>jarayonlarni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ko’rish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9579" y="964277"/>
            <a:ext cx="10449098" cy="5218546"/>
          </a:xfrm>
        </p:spPr>
        <p:txBody>
          <a:bodyPr>
            <a:noAutofit/>
          </a:bodyPr>
          <a:lstStyle/>
          <a:p>
            <a:endParaRPr lang="en-US" b="1" dirty="0">
              <a:solidFill>
                <a:srgbClr val="0070C0"/>
              </a:solidFill>
            </a:endParaRPr>
          </a:p>
          <a:p>
            <a:pPr marL="0" indent="0" algn="just">
              <a:buNone/>
            </a:pPr>
            <a:r>
              <a:rPr lang="ru-RU" b="1" dirty="0" err="1">
                <a:solidFill>
                  <a:srgbClr val="0070C0"/>
                </a:solidFill>
              </a:rPr>
              <a:t>Get-Process</a:t>
            </a:r>
            <a:r>
              <a:rPr lang="ru-RU" b="1" dirty="0">
                <a:solidFill>
                  <a:srgbClr val="0070C0"/>
                </a:solidFill>
              </a:rPr>
              <a:t> - </a:t>
            </a:r>
            <a:r>
              <a:rPr lang="en-US" dirty="0" err="1"/>
              <a:t>jarayonlarni</a:t>
            </a:r>
            <a:r>
              <a:rPr lang="en-US" dirty="0"/>
              <a:t> </a:t>
            </a:r>
            <a:r>
              <a:rPr lang="en-US" dirty="0" err="1"/>
              <a:t>ko’rish</a:t>
            </a:r>
            <a:r>
              <a:rPr lang="ru-RU" dirty="0"/>
              <a:t>.</a:t>
            </a:r>
            <a:endParaRPr lang="ru-RU" b="1" dirty="0">
              <a:solidFill>
                <a:srgbClr val="0070C0"/>
              </a:solidFill>
            </a:endParaRPr>
          </a:p>
          <a:p>
            <a:pPr algn="just"/>
            <a:r>
              <a:rPr lang="ru-RU" sz="2400" dirty="0"/>
              <a:t>“</a:t>
            </a:r>
            <a:r>
              <a:rPr lang="ru-RU" sz="2400" dirty="0" err="1"/>
              <a:t>get-process</a:t>
            </a:r>
            <a:r>
              <a:rPr lang="ru-RU" sz="2400" dirty="0"/>
              <a:t> </a:t>
            </a:r>
            <a:r>
              <a:rPr lang="ru-RU" sz="2400" dirty="0" err="1"/>
              <a:t>explorer</a:t>
            </a:r>
            <a:r>
              <a:rPr lang="ru-RU" sz="2400" dirty="0"/>
              <a:t>”</a:t>
            </a:r>
            <a:r>
              <a:rPr lang="en-US" sz="2400" dirty="0"/>
              <a:t> </a:t>
            </a:r>
            <a:r>
              <a:rPr lang="en-US" sz="2400" dirty="0" err="1"/>
              <a:t>buyruqlaridan</a:t>
            </a:r>
            <a:r>
              <a:rPr lang="en-US" sz="2400" dirty="0"/>
              <a:t> </a:t>
            </a:r>
            <a:r>
              <a:rPr lang="en-US" sz="2400" dirty="0" err="1"/>
              <a:t>qaytadigan</a:t>
            </a:r>
            <a:r>
              <a:rPr lang="en-US" sz="2400" dirty="0"/>
              <a:t> </a:t>
            </a:r>
            <a:r>
              <a:rPr lang="en-US" sz="2400" dirty="0" err="1"/>
              <a:t>ob’yektning</a:t>
            </a:r>
            <a:r>
              <a:rPr lang="en-US" sz="2400" dirty="0"/>
              <a:t> </a:t>
            </a:r>
            <a:r>
              <a:rPr lang="en-US" sz="2400" dirty="0" err="1"/>
              <a:t>usullari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xossalari</a:t>
            </a:r>
            <a:r>
              <a:rPr lang="en-US" sz="2400" dirty="0"/>
              <a:t> </a:t>
            </a:r>
            <a:r>
              <a:rPr lang="en-US" sz="2400" dirty="0" err="1"/>
              <a:t>ro’yxatini</a:t>
            </a:r>
            <a:r>
              <a:rPr lang="en-US" sz="2400" dirty="0"/>
              <a:t> </a:t>
            </a:r>
            <a:r>
              <a:rPr lang="en-US" sz="2400" dirty="0" err="1"/>
              <a:t>ko’rsatish</a:t>
            </a:r>
            <a:r>
              <a:rPr lang="ru-RU" sz="2400" dirty="0"/>
              <a:t>:</a:t>
            </a:r>
          </a:p>
          <a:p>
            <a:pPr marL="0" indent="0" algn="just">
              <a:buNone/>
            </a:pPr>
            <a:r>
              <a:rPr lang="ru-RU" b="1" dirty="0" err="1">
                <a:solidFill>
                  <a:srgbClr val="0070C0"/>
                </a:solidFill>
              </a:rPr>
              <a:t>get-process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ru-RU" b="1" dirty="0" err="1">
                <a:solidFill>
                  <a:srgbClr val="0070C0"/>
                </a:solidFill>
              </a:rPr>
              <a:t>explorer</a:t>
            </a:r>
            <a:r>
              <a:rPr lang="ru-RU" b="1" dirty="0">
                <a:solidFill>
                  <a:srgbClr val="0070C0"/>
                </a:solidFill>
              </a:rPr>
              <a:t> | </a:t>
            </a:r>
            <a:r>
              <a:rPr lang="ru-RU" b="1" dirty="0" err="1">
                <a:solidFill>
                  <a:srgbClr val="0070C0"/>
                </a:solidFill>
              </a:rPr>
              <a:t>get-member</a:t>
            </a:r>
            <a:endParaRPr lang="ru-RU" b="1" dirty="0">
              <a:solidFill>
                <a:srgbClr val="0070C0"/>
              </a:solidFill>
            </a:endParaRPr>
          </a:p>
          <a:p>
            <a:pPr algn="just"/>
            <a:r>
              <a:rPr lang="en-US" sz="2400" dirty="0" err="1"/>
              <a:t>Ochiq</a:t>
            </a:r>
            <a:r>
              <a:rPr lang="en-US" sz="2400" dirty="0"/>
              <a:t> </a:t>
            </a:r>
            <a:r>
              <a:rPr lang="en-US" sz="2400" dirty="0" err="1"/>
              <a:t>tavsiflar</a:t>
            </a:r>
            <a:r>
              <a:rPr lang="en-US" sz="2400" dirty="0"/>
              <a:t> </a:t>
            </a:r>
            <a:r>
              <a:rPr lang="en-US" sz="2400" dirty="0" err="1"/>
              <a:t>miqdorlarining</a:t>
            </a:r>
            <a:r>
              <a:rPr lang="en-US" sz="2400" dirty="0"/>
              <a:t> </a:t>
            </a:r>
            <a:r>
              <a:rPr lang="en-US" sz="2400" dirty="0" err="1"/>
              <a:t>o’sish</a:t>
            </a:r>
            <a:r>
              <a:rPr lang="en-US" sz="2400" dirty="0"/>
              <a:t> </a:t>
            </a:r>
            <a:r>
              <a:rPr lang="en-US" sz="2400" dirty="0" err="1"/>
              <a:t>bo’yicha</a:t>
            </a:r>
            <a:r>
              <a:rPr lang="en-US" sz="2400" dirty="0"/>
              <a:t> </a:t>
            </a:r>
            <a:r>
              <a:rPr lang="en-US" sz="2400" dirty="0" err="1"/>
              <a:t>jarayonlar</a:t>
            </a:r>
            <a:r>
              <a:rPr lang="en-US" sz="2400" dirty="0"/>
              <a:t> </a:t>
            </a:r>
            <a:r>
              <a:rPr lang="en-US" sz="2400" dirty="0" err="1"/>
              <a:t>ro’yxatini</a:t>
            </a:r>
            <a:r>
              <a:rPr lang="en-US" sz="2400" dirty="0"/>
              <a:t> </a:t>
            </a:r>
            <a:r>
              <a:rPr lang="en-US" sz="2400" dirty="0" err="1"/>
              <a:t>tartiblash</a:t>
            </a:r>
            <a:r>
              <a:rPr lang="ru-RU" sz="2400" dirty="0"/>
              <a:t>:</a:t>
            </a:r>
          </a:p>
          <a:p>
            <a:pPr marL="0" indent="0" algn="just">
              <a:buNone/>
            </a:pPr>
            <a:r>
              <a:rPr lang="ru-RU" b="1" dirty="0" err="1">
                <a:solidFill>
                  <a:srgbClr val="0070C0"/>
                </a:solidFill>
              </a:rPr>
              <a:t>get-process</a:t>
            </a:r>
            <a:r>
              <a:rPr lang="ru-RU" b="1" dirty="0">
                <a:solidFill>
                  <a:srgbClr val="0070C0"/>
                </a:solidFill>
              </a:rPr>
              <a:t> | </a:t>
            </a:r>
            <a:r>
              <a:rPr lang="ru-RU" b="1" dirty="0" err="1">
                <a:solidFill>
                  <a:srgbClr val="0070C0"/>
                </a:solidFill>
              </a:rPr>
              <a:t>sort-object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ru-RU" b="1" dirty="0" err="1">
                <a:solidFill>
                  <a:srgbClr val="0070C0"/>
                </a:solidFill>
              </a:rPr>
              <a:t>handles</a:t>
            </a:r>
            <a:endParaRPr lang="ru-RU" b="1" dirty="0">
              <a:solidFill>
                <a:srgbClr val="0070C0"/>
              </a:solidFill>
            </a:endParaRPr>
          </a:p>
          <a:p>
            <a:pPr algn="just"/>
            <a:r>
              <a:rPr lang="ru-RU" sz="2400" dirty="0" err="1"/>
              <a:t>working</a:t>
            </a:r>
            <a:r>
              <a:rPr lang="ru-RU" sz="2400" dirty="0"/>
              <a:t> </a:t>
            </a:r>
            <a:r>
              <a:rPr lang="ru-RU" sz="2400" dirty="0" err="1"/>
              <a:t>set</a:t>
            </a:r>
            <a:r>
              <a:rPr lang="en-US" sz="2400" dirty="0"/>
              <a:t> </a:t>
            </a:r>
            <a:r>
              <a:rPr lang="en-US" sz="2400" dirty="0" err="1"/>
              <a:t>hajmi</a:t>
            </a:r>
            <a:r>
              <a:rPr lang="en-US" sz="2400" dirty="0"/>
              <a:t> 20 Mb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katta</a:t>
            </a:r>
            <a:r>
              <a:rPr lang="en-US" sz="2400" dirty="0"/>
              <a:t> </a:t>
            </a:r>
            <a:r>
              <a:rPr lang="en-US" sz="2400" dirty="0" err="1"/>
              <a:t>bo’lgan</a:t>
            </a:r>
            <a:r>
              <a:rPr lang="en-US" sz="2400" dirty="0"/>
              <a:t> </a:t>
            </a:r>
            <a:r>
              <a:rPr lang="en-US" sz="2400" dirty="0" err="1"/>
              <a:t>jarayonlarni</a:t>
            </a:r>
            <a:r>
              <a:rPr lang="en-US" sz="2400" dirty="0"/>
              <a:t> </a:t>
            </a:r>
            <a:r>
              <a:rPr lang="en-US" sz="2400" dirty="0" err="1"/>
              <a:t>ko’rsatish</a:t>
            </a:r>
            <a:r>
              <a:rPr lang="en-US" sz="2400" dirty="0"/>
              <a:t>:</a:t>
            </a:r>
          </a:p>
          <a:p>
            <a:pPr marL="0" indent="0" algn="just">
              <a:buNone/>
            </a:pPr>
            <a:r>
              <a:rPr lang="ru-RU" b="1" dirty="0" err="1">
                <a:solidFill>
                  <a:srgbClr val="0070C0"/>
                </a:solidFill>
              </a:rPr>
              <a:t>get-process</a:t>
            </a:r>
            <a:r>
              <a:rPr lang="ru-RU" b="1" dirty="0">
                <a:solidFill>
                  <a:srgbClr val="0070C0"/>
                </a:solidFill>
              </a:rPr>
              <a:t> | </a:t>
            </a:r>
            <a:r>
              <a:rPr lang="ru-RU" b="1" dirty="0" err="1">
                <a:solidFill>
                  <a:srgbClr val="0070C0"/>
                </a:solidFill>
              </a:rPr>
              <a:t>where-object</a:t>
            </a:r>
            <a:r>
              <a:rPr lang="ru-RU" b="1" dirty="0">
                <a:solidFill>
                  <a:srgbClr val="0070C0"/>
                </a:solidFill>
              </a:rPr>
              <a:t> { $_.</a:t>
            </a:r>
            <a:r>
              <a:rPr lang="ru-RU" b="1" dirty="0" err="1">
                <a:solidFill>
                  <a:srgbClr val="0070C0"/>
                </a:solidFill>
              </a:rPr>
              <a:t>get_WorkingSet</a:t>
            </a:r>
            <a:r>
              <a:rPr lang="ru-RU" b="1" dirty="0">
                <a:solidFill>
                  <a:srgbClr val="0070C0"/>
                </a:solidFill>
              </a:rPr>
              <a:t>() -</a:t>
            </a:r>
            <a:r>
              <a:rPr lang="ru-RU" b="1" dirty="0" err="1">
                <a:solidFill>
                  <a:srgbClr val="0070C0"/>
                </a:solidFill>
              </a:rPr>
              <a:t>gt</a:t>
            </a:r>
            <a:r>
              <a:rPr lang="ru-RU" b="1" dirty="0">
                <a:solidFill>
                  <a:srgbClr val="0070C0"/>
                </a:solidFill>
              </a:rPr>
              <a:t> 20M }</a:t>
            </a:r>
          </a:p>
        </p:txBody>
      </p:sp>
    </p:spTree>
    <p:extLst>
      <p:ext uri="{BB962C8B-B14F-4D97-AF65-F5344CB8AC3E}">
        <p14:creationId xmlns:p14="http://schemas.microsoft.com/office/powerpoint/2010/main" val="2018396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1267" y="331259"/>
            <a:ext cx="10515600" cy="7302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uz-Latn-UZ" b="1" dirty="0" smtClean="0">
                <a:solidFill>
                  <a:srgbClr val="C00000"/>
                </a:solidFill>
              </a:rPr>
              <a:t>3.</a:t>
            </a:r>
            <a:r>
              <a:rPr lang="en-US" b="1" dirty="0" smtClean="0">
                <a:solidFill>
                  <a:srgbClr val="C00000"/>
                </a:solidFill>
              </a:rPr>
              <a:t>Unix </a:t>
            </a:r>
            <a:r>
              <a:rPr lang="en-US" b="1" dirty="0" err="1">
                <a:solidFill>
                  <a:srgbClr val="C00000"/>
                </a:solidFill>
              </a:rPr>
              <a:t>buyruqli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satri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va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terminali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5993" y="1094015"/>
            <a:ext cx="10917134" cy="2692981"/>
          </a:xfrm>
        </p:spPr>
        <p:txBody>
          <a:bodyPr>
            <a:noAutofit/>
          </a:bodyPr>
          <a:lstStyle/>
          <a:p>
            <a:r>
              <a:rPr lang="en-US" sz="2400" dirty="0"/>
              <a:t>OT </a:t>
            </a:r>
            <a:r>
              <a:rPr lang="en-US" sz="2400" dirty="0" err="1"/>
              <a:t>foydalanuvchiga</a:t>
            </a:r>
            <a:r>
              <a:rPr lang="en-US" sz="2400" dirty="0"/>
              <a:t> </a:t>
            </a:r>
            <a:r>
              <a:rPr lang="en-US" sz="2400" dirty="0" err="1"/>
              <a:t>maxsus</a:t>
            </a:r>
            <a:r>
              <a:rPr lang="en-US" sz="2400" dirty="0"/>
              <a:t> </a:t>
            </a:r>
            <a:r>
              <a:rPr lang="en-US" sz="2400" dirty="0" err="1"/>
              <a:t>interfeys</a:t>
            </a:r>
            <a:r>
              <a:rPr lang="en-US" sz="2400" dirty="0"/>
              <a:t> - </a:t>
            </a:r>
            <a:r>
              <a:rPr lang="en-US" sz="2400" b="1" dirty="0" err="1"/>
              <a:t>buyruqlar</a:t>
            </a:r>
            <a:r>
              <a:rPr lang="en-US" sz="2400" b="1" dirty="0"/>
              <a:t> </a:t>
            </a:r>
            <a:r>
              <a:rPr lang="en-US" sz="2400" b="1" dirty="0" err="1"/>
              <a:t>satrini</a:t>
            </a:r>
            <a:r>
              <a:rPr lang="en-US" sz="2400" dirty="0"/>
              <a:t> </a:t>
            </a:r>
            <a:r>
              <a:rPr lang="en-US" sz="2400" dirty="0" err="1"/>
              <a:t>taqdim</a:t>
            </a:r>
            <a:r>
              <a:rPr lang="en-US" sz="2400" dirty="0"/>
              <a:t> </a:t>
            </a:r>
            <a:r>
              <a:rPr lang="en-US" sz="2400" dirty="0" err="1"/>
              <a:t>etadi</a:t>
            </a:r>
            <a:r>
              <a:rPr lang="en-US" sz="2400" dirty="0"/>
              <a:t>. </a:t>
            </a:r>
            <a:r>
              <a:rPr lang="en-US" sz="2400" dirty="0" err="1"/>
              <a:t>Grafik</a:t>
            </a:r>
            <a:r>
              <a:rPr lang="en-US" sz="2400" dirty="0"/>
              <a:t> </a:t>
            </a:r>
            <a:r>
              <a:rPr lang="en-US" sz="2400" dirty="0" err="1"/>
              <a:t>foydalanuvchi</a:t>
            </a:r>
            <a:r>
              <a:rPr lang="en-US" sz="2400" dirty="0"/>
              <a:t> </a:t>
            </a:r>
            <a:r>
              <a:rPr lang="en-US" sz="2400" dirty="0" err="1"/>
              <a:t>interfeyslari</a:t>
            </a:r>
            <a:r>
              <a:rPr lang="en-US" sz="2400" dirty="0"/>
              <a:t> </a:t>
            </a:r>
            <a:r>
              <a:rPr lang="en-US" sz="2400" dirty="0" err="1"/>
              <a:t>zamonaviy</a:t>
            </a:r>
            <a:r>
              <a:rPr lang="en-US" sz="2400" dirty="0"/>
              <a:t> UNIX </a:t>
            </a:r>
            <a:r>
              <a:rPr lang="en-US" sz="2400" dirty="0" err="1"/>
              <a:t>tizimlarida</a:t>
            </a:r>
            <a:r>
              <a:rPr lang="en-US" sz="2400" dirty="0"/>
              <a:t> </a:t>
            </a:r>
            <a:r>
              <a:rPr lang="en-US" sz="2400" dirty="0" err="1"/>
              <a:t>keng</a:t>
            </a:r>
            <a:r>
              <a:rPr lang="en-US" sz="2400" dirty="0"/>
              <a:t> </a:t>
            </a:r>
            <a:r>
              <a:rPr lang="en-US" sz="2400" dirty="0" err="1"/>
              <a:t>qo'llanilishiga</a:t>
            </a:r>
            <a:r>
              <a:rPr lang="en-US" sz="2400" dirty="0"/>
              <a:t> </a:t>
            </a:r>
            <a:r>
              <a:rPr lang="en-US" sz="2400" dirty="0" err="1"/>
              <a:t>qaramay</a:t>
            </a:r>
            <a:r>
              <a:rPr lang="en-US" sz="2400" dirty="0"/>
              <a:t>, </a:t>
            </a:r>
            <a:r>
              <a:rPr lang="en-US" sz="2400" dirty="0" err="1"/>
              <a:t>buyruqlar</a:t>
            </a:r>
            <a:r>
              <a:rPr lang="en-US" sz="2400" dirty="0"/>
              <a:t> </a:t>
            </a:r>
            <a:r>
              <a:rPr lang="en-US" sz="2400" dirty="0" err="1"/>
              <a:t>satri</a:t>
            </a:r>
            <a:r>
              <a:rPr lang="en-US" sz="2400" dirty="0"/>
              <a:t> </a:t>
            </a:r>
            <a:r>
              <a:rPr lang="en-US" sz="2400" dirty="0" err="1"/>
              <a:t>tizim</a:t>
            </a:r>
            <a:r>
              <a:rPr lang="en-US" sz="2400" dirty="0"/>
              <a:t> </a:t>
            </a:r>
            <a:r>
              <a:rPr lang="en-US" sz="2400" dirty="0" err="1"/>
              <a:t>administratorining</a:t>
            </a:r>
            <a:r>
              <a:rPr lang="en-US" sz="2400" dirty="0"/>
              <a:t> </a:t>
            </a:r>
            <a:r>
              <a:rPr lang="en-US" sz="2400" dirty="0" err="1"/>
              <a:t>asosiy</a:t>
            </a:r>
            <a:r>
              <a:rPr lang="en-US" sz="2400" dirty="0"/>
              <a:t> </a:t>
            </a:r>
            <a:r>
              <a:rPr lang="en-US" sz="2400" dirty="0" err="1"/>
              <a:t>ish</a:t>
            </a:r>
            <a:r>
              <a:rPr lang="en-US" sz="2400" dirty="0"/>
              <a:t> </a:t>
            </a:r>
            <a:r>
              <a:rPr lang="en-US" sz="2400" dirty="0" err="1"/>
              <a:t>quroli</a:t>
            </a:r>
            <a:r>
              <a:rPr lang="en-US" sz="2400" dirty="0"/>
              <a:t> </a:t>
            </a:r>
            <a:r>
              <a:rPr lang="en-US" sz="2400" dirty="0" err="1"/>
              <a:t>bo'lib</a:t>
            </a:r>
            <a:r>
              <a:rPr lang="en-US" sz="2400" dirty="0"/>
              <a:t> </a:t>
            </a:r>
            <a:r>
              <a:rPr lang="en-US" sz="2400" dirty="0" err="1"/>
              <a:t>xizmat</a:t>
            </a:r>
            <a:r>
              <a:rPr lang="en-US" sz="2400" dirty="0"/>
              <a:t> </a:t>
            </a:r>
            <a:r>
              <a:rPr lang="en-US" sz="2400" dirty="0" err="1"/>
              <a:t>qiladi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Mashina</a:t>
            </a:r>
            <a:r>
              <a:rPr lang="en-US" sz="2400" dirty="0"/>
              <a:t> </a:t>
            </a:r>
            <a:r>
              <a:rPr lang="en-US" sz="2400" dirty="0" err="1"/>
              <a:t>bilan</a:t>
            </a:r>
            <a:r>
              <a:rPr lang="en-US" sz="2400" dirty="0"/>
              <a:t> </a:t>
            </a:r>
            <a:r>
              <a:rPr lang="en-US" sz="2400" dirty="0" err="1"/>
              <a:t>ishlashning</a:t>
            </a:r>
            <a:r>
              <a:rPr lang="en-US" sz="2400" dirty="0"/>
              <a:t> </a:t>
            </a:r>
            <a:r>
              <a:rPr lang="en-US" sz="2400" dirty="0" err="1"/>
              <a:t>matn</a:t>
            </a:r>
            <a:r>
              <a:rPr lang="en-US" sz="2400" dirty="0"/>
              <a:t> </a:t>
            </a:r>
            <a:r>
              <a:rPr lang="en-US" sz="2400" dirty="0" err="1"/>
              <a:t>kiritish</a:t>
            </a:r>
            <a:r>
              <a:rPr lang="en-US" sz="2400" dirty="0"/>
              <a:t> </a:t>
            </a:r>
            <a:r>
              <a:rPr lang="en-US" sz="2400" dirty="0" err="1"/>
              <a:t>printsipiga</a:t>
            </a:r>
            <a:r>
              <a:rPr lang="en-US" sz="2400" dirty="0"/>
              <a:t> </a:t>
            </a:r>
            <a:r>
              <a:rPr lang="en-US" sz="2400" dirty="0" err="1"/>
              <a:t>asoslanib</a:t>
            </a:r>
            <a:r>
              <a:rPr lang="en-US" sz="2400" dirty="0"/>
              <a:t>, </a:t>
            </a:r>
            <a:r>
              <a:rPr lang="en-US" sz="2400" dirty="0" err="1"/>
              <a:t>foydalanuvchi</a:t>
            </a:r>
            <a:r>
              <a:rPr lang="en-US" sz="2400" dirty="0"/>
              <a:t> </a:t>
            </a:r>
            <a:r>
              <a:rPr lang="en-US" sz="2400" dirty="0" err="1"/>
              <a:t>matnli</a:t>
            </a:r>
            <a:r>
              <a:rPr lang="en-US" sz="2400" dirty="0"/>
              <a:t> </a:t>
            </a:r>
            <a:r>
              <a:rPr lang="en-US" sz="2400" dirty="0" err="1"/>
              <a:t>buyruqlarni</a:t>
            </a:r>
            <a:r>
              <a:rPr lang="en-US" sz="2400" dirty="0"/>
              <a:t> </a:t>
            </a:r>
            <a:r>
              <a:rPr lang="en-US" sz="2400" dirty="0" err="1"/>
              <a:t>kiritadi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uni</a:t>
            </a:r>
            <a:r>
              <a:rPr lang="en-US" sz="2400" dirty="0"/>
              <a:t> </a:t>
            </a:r>
            <a:r>
              <a:rPr lang="en-US" sz="2400" dirty="0" err="1"/>
              <a:t>bajarilishini</a:t>
            </a:r>
            <a:r>
              <a:rPr lang="en-US" sz="2400" dirty="0"/>
              <a:t> </a:t>
            </a:r>
            <a:r>
              <a:rPr lang="en-US" sz="2400" dirty="0" err="1"/>
              <a:t>kuzatadi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tizim</a:t>
            </a:r>
            <a:r>
              <a:rPr lang="en-US" sz="2400" dirty="0"/>
              <a:t> </a:t>
            </a:r>
            <a:r>
              <a:rPr lang="en-US" sz="2400" dirty="0" err="1"/>
              <a:t>foydalanuvchi</a:t>
            </a:r>
            <a:r>
              <a:rPr lang="en-US" sz="2400" dirty="0"/>
              <a:t> </a:t>
            </a:r>
            <a:r>
              <a:rPr lang="en-US" sz="2400" dirty="0" err="1"/>
              <a:t>uchun</a:t>
            </a:r>
            <a:r>
              <a:rPr lang="en-US" sz="2400" dirty="0"/>
              <a:t> </a:t>
            </a:r>
            <a:r>
              <a:rPr lang="en-US" sz="2400" dirty="0" err="1"/>
              <a:t>zarur</a:t>
            </a:r>
            <a:r>
              <a:rPr lang="en-US" sz="2400" dirty="0"/>
              <a:t> </a:t>
            </a:r>
            <a:r>
              <a:rPr lang="en-US" sz="2400" dirty="0" err="1"/>
              <a:t>bo'lgan</a:t>
            </a:r>
            <a:r>
              <a:rPr lang="en-US" sz="2400" dirty="0"/>
              <a:t> </a:t>
            </a:r>
            <a:r>
              <a:rPr lang="en-US" sz="2400" dirty="0" err="1"/>
              <a:t>ma'lumotlar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xabarlarni</a:t>
            </a:r>
            <a:r>
              <a:rPr lang="en-US" sz="2400" dirty="0"/>
              <a:t> </a:t>
            </a:r>
            <a:r>
              <a:rPr lang="en-US" sz="2400" dirty="0" err="1"/>
              <a:t>ko'rsatadi</a:t>
            </a:r>
            <a:r>
              <a:rPr lang="en-US" sz="2400" dirty="0"/>
              <a:t>. </a:t>
            </a:r>
            <a:r>
              <a:rPr lang="en-US" sz="2400" dirty="0" err="1"/>
              <a:t>Bunday</a:t>
            </a:r>
            <a:r>
              <a:rPr lang="en-US" sz="2400" dirty="0"/>
              <a:t> </a:t>
            </a:r>
            <a:r>
              <a:rPr lang="en-US" sz="2400" dirty="0" err="1"/>
              <a:t>qurilma</a:t>
            </a:r>
            <a:r>
              <a:rPr lang="en-US" sz="2400" dirty="0"/>
              <a:t> </a:t>
            </a:r>
            <a:r>
              <a:rPr lang="en-US" sz="2400" b="1" dirty="0"/>
              <a:t>terminal </a:t>
            </a:r>
            <a:r>
              <a:rPr lang="en-US" sz="2400" dirty="0"/>
              <a:t>deb </a:t>
            </a:r>
            <a:r>
              <a:rPr lang="en-US" sz="2400" dirty="0" err="1"/>
              <a:t>ataladi</a:t>
            </a:r>
            <a:r>
              <a:rPr lang="en-US" sz="2400" dirty="0"/>
              <a:t>. </a:t>
            </a:r>
            <a:r>
              <a:rPr lang="en-US" sz="2400" dirty="0" err="1"/>
              <a:t>Umuman</a:t>
            </a:r>
            <a:r>
              <a:rPr lang="en-US" sz="2400" dirty="0"/>
              <a:t> </a:t>
            </a:r>
            <a:r>
              <a:rPr lang="en-US" sz="2400" dirty="0" err="1"/>
              <a:t>olganda</a:t>
            </a:r>
            <a:r>
              <a:rPr lang="en-US" sz="2400" dirty="0"/>
              <a:t>, terminal </a:t>
            </a:r>
            <a:r>
              <a:rPr lang="en-US" sz="2400" dirty="0" err="1"/>
              <a:t>matnli</a:t>
            </a:r>
            <a:r>
              <a:rPr lang="en-US" sz="2400" dirty="0"/>
              <a:t> </a:t>
            </a:r>
            <a:r>
              <a:rPr lang="en-US" sz="2400" dirty="0" err="1"/>
              <a:t>ma'lumotlarni</a:t>
            </a:r>
            <a:r>
              <a:rPr lang="en-US" sz="2400" dirty="0"/>
              <a:t> </a:t>
            </a:r>
            <a:r>
              <a:rPr lang="en-US" sz="2400" dirty="0" err="1"/>
              <a:t>uzatish</a:t>
            </a:r>
            <a:r>
              <a:rPr lang="en-US" sz="2400" dirty="0"/>
              <a:t> </a:t>
            </a:r>
            <a:r>
              <a:rPr lang="en-US" sz="2400" dirty="0" err="1"/>
              <a:t>imkoniyatiga</a:t>
            </a:r>
            <a:r>
              <a:rPr lang="en-US" sz="2400" dirty="0"/>
              <a:t> </a:t>
            </a:r>
            <a:r>
              <a:rPr lang="en-US" sz="2400" dirty="0" err="1"/>
              <a:t>ega</a:t>
            </a:r>
            <a:r>
              <a:rPr lang="en-US" sz="2400" dirty="0"/>
              <a:t> </a:t>
            </a:r>
            <a:r>
              <a:rPr lang="en-US" sz="2400" dirty="0" err="1"/>
              <a:t>bo'lgan</a:t>
            </a:r>
            <a:r>
              <a:rPr lang="en-US" sz="2400" dirty="0"/>
              <a:t> </a:t>
            </a:r>
            <a:r>
              <a:rPr lang="en-US" sz="2400" dirty="0" err="1"/>
              <a:t>foydalanuvchining</a:t>
            </a:r>
            <a:r>
              <a:rPr lang="en-US" sz="2400" dirty="0"/>
              <a:t> </a:t>
            </a:r>
            <a:r>
              <a:rPr lang="en-US" sz="2400" dirty="0" err="1"/>
              <a:t>tizimga</a:t>
            </a:r>
            <a:r>
              <a:rPr lang="en-US" sz="2400" dirty="0"/>
              <a:t> </a:t>
            </a:r>
            <a:r>
              <a:rPr lang="en-US" sz="2400" dirty="0" err="1"/>
              <a:t>kirish</a:t>
            </a:r>
            <a:r>
              <a:rPr lang="en-US" sz="2400" dirty="0"/>
              <a:t> </a:t>
            </a:r>
            <a:r>
              <a:rPr lang="en-US" sz="2400" dirty="0" err="1"/>
              <a:t>nuqtasidir</a:t>
            </a:r>
            <a:r>
              <a:rPr lang="en-US" sz="2400" dirty="0"/>
              <a:t>.</a:t>
            </a:r>
          </a:p>
        </p:txBody>
      </p:sp>
      <p:pic>
        <p:nvPicPr>
          <p:cNvPr id="2050" name="Picture 2" descr="Интерфейс командной строк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091" y="4256118"/>
            <a:ext cx="10133216" cy="1916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8154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CD20DB-1291-4EF2-A85B-825FEF15C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9D9514-3DB5-4712-A2C3-38B2E16BF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D95582-9CA8-4D75-9875-B76E4D3DB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84" y="664411"/>
            <a:ext cx="10623665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62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1267" y="508579"/>
            <a:ext cx="10515600" cy="7302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uz-Latn-UZ" b="1" dirty="0" smtClean="0">
                <a:solidFill>
                  <a:srgbClr val="C00000"/>
                </a:solidFill>
              </a:rPr>
              <a:t>3.</a:t>
            </a:r>
            <a:r>
              <a:rPr lang="en-US" b="1" dirty="0" smtClean="0">
                <a:solidFill>
                  <a:srgbClr val="C00000"/>
                </a:solidFill>
              </a:rPr>
              <a:t>Unix </a:t>
            </a:r>
            <a:r>
              <a:rPr lang="en-US" b="1" dirty="0" err="1">
                <a:solidFill>
                  <a:srgbClr val="C00000"/>
                </a:solidFill>
              </a:rPr>
              <a:t>buyruqli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satri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va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terminali</a:t>
            </a:r>
            <a:endParaRPr lang="ru-RU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942349"/>
              </p:ext>
            </p:extLst>
          </p:nvPr>
        </p:nvGraphicFramePr>
        <p:xfrm>
          <a:off x="821267" y="1205811"/>
          <a:ext cx="10515600" cy="5120640"/>
        </p:xfrm>
        <a:graphic>
          <a:graphicData uri="http://schemas.openxmlformats.org/drawingml/2006/table">
            <a:tbl>
              <a:tblPr/>
              <a:tblGrid>
                <a:gridCol w="1180381">
                  <a:extLst>
                    <a:ext uri="{9D8B030D-6E8A-4147-A177-3AD203B41FA5}">
                      <a16:colId xmlns:a16="http://schemas.microsoft.com/office/drawing/2014/main" val="763144803"/>
                    </a:ext>
                  </a:extLst>
                </a:gridCol>
                <a:gridCol w="9335219">
                  <a:extLst>
                    <a:ext uri="{9D8B030D-6E8A-4147-A177-3AD203B41FA5}">
                      <a16:colId xmlns:a16="http://schemas.microsoft.com/office/drawing/2014/main" val="3046511691"/>
                    </a:ext>
                  </a:extLst>
                </a:gridCol>
              </a:tblGrid>
              <a:tr h="343164"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pwd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Latn-UZ" sz="1800" b="1" dirty="0">
                          <a:effectLst/>
                        </a:rPr>
                        <a:t>joriy katalog nomini oladi</a:t>
                      </a:r>
                      <a:endParaRPr lang="ru-RU" sz="1800" b="1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806085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cd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joriy katalogni o'zgartiradi</a:t>
                      </a:r>
                      <a:endParaRPr lang="ru-RU" sz="1800" b="1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59123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ls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fayllar yoki kataloglar haqidagi ma'lumotlarni chop etadi</a:t>
                      </a:r>
                      <a:endParaRPr lang="ru-RU" sz="1800" b="1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224608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cat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argument fayllarini </a:t>
                      </a:r>
                      <a:r>
                        <a:rPr lang="en-US" sz="1800" b="1">
                          <a:effectLst/>
                        </a:rPr>
                        <a:t>standart chiqishga</a:t>
                      </a:r>
                      <a:r>
                        <a:rPr lang="en-US" sz="1800" b="1" baseline="0">
                          <a:effectLst/>
                        </a:rPr>
                        <a:t> </a:t>
                      </a:r>
                      <a:r>
                        <a:rPr lang="uz-Latn-UZ" sz="1800" b="1">
                          <a:effectLst/>
                        </a:rPr>
                        <a:t>birlashtirish yoki chop etish</a:t>
                      </a:r>
                      <a:endParaRPr lang="ru-RU" sz="1800" b="1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37434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cp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fayllarni nusxalash</a:t>
                      </a:r>
                      <a:endParaRPr lang="ru-RU" sz="1800" b="1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473214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mv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fayllarni ko'chirish (nomini o'zgartirish).</a:t>
                      </a:r>
                      <a:endParaRPr lang="ru-RU" sz="1800" b="1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143633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ln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faylga </a:t>
                      </a:r>
                      <a:r>
                        <a:rPr lang="uz-Latn-UZ" sz="1800" b="1">
                          <a:effectLst/>
                        </a:rPr>
                        <a:t>havola yarating</a:t>
                      </a:r>
                      <a:endParaRPr lang="ru-RU" sz="1800" b="1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532751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rm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fayllarni o'chirish</a:t>
                      </a:r>
                      <a:endParaRPr lang="ru-RU" sz="1800" b="1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143639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rmdir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Latn-UZ" sz="1800" b="1" dirty="0">
                          <a:effectLst/>
                        </a:rPr>
                        <a:t>katalogini olib tashlang</a:t>
                      </a:r>
                      <a:endParaRPr lang="ru-RU" sz="1800" b="1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485297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mkdir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katalog yaratish</a:t>
                      </a:r>
                      <a:endParaRPr lang="ru-RU" sz="1800" b="1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766802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echo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800" b="1">
                          <a:effectLst/>
                        </a:rPr>
                        <a:t>buyruq qatori argumentlarini </a:t>
                      </a:r>
                      <a:r>
                        <a:rPr lang="en-US" sz="1800" b="1">
                          <a:effectLst/>
                        </a:rPr>
                        <a:t>standart chiqarish</a:t>
                      </a:r>
                      <a:r>
                        <a:rPr lang="en-US" sz="1800" b="1" baseline="0">
                          <a:effectLst/>
                        </a:rPr>
                        <a:t> </a:t>
                      </a:r>
                      <a:endParaRPr lang="ru-RU" sz="1800" b="1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531854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ps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jarayon raqamlarini oladi</a:t>
                      </a:r>
                      <a:endParaRPr lang="ru-RU" sz="1800" b="1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096928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kill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Latn-UZ" sz="1800" b="1" dirty="0">
                          <a:effectLst/>
                        </a:rPr>
                        <a:t>ishlayotgan jarayonni raqami bo'yicha “</a:t>
                      </a:r>
                      <a:r>
                        <a:rPr lang="en-US" sz="1800" b="1" dirty="0" err="1">
                          <a:effectLst/>
                        </a:rPr>
                        <a:t>bekor</a:t>
                      </a:r>
                      <a:r>
                        <a:rPr lang="en-US" sz="1800" b="1" dirty="0">
                          <a:effectLst/>
                        </a:rPr>
                        <a:t> </a:t>
                      </a:r>
                      <a:r>
                        <a:rPr lang="en-US" sz="1800" b="1" dirty="0" err="1">
                          <a:effectLst/>
                        </a:rPr>
                        <a:t>qilish</a:t>
                      </a:r>
                      <a:r>
                        <a:rPr lang="uz-Latn-UZ" sz="1800" b="1" dirty="0">
                          <a:effectLst/>
                        </a:rPr>
                        <a:t>"</a:t>
                      </a:r>
                      <a:endParaRPr lang="ru-RU" sz="1800" b="1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475649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r>
                        <a:rPr lang="uz-Latn-UZ" sz="1800" b="1">
                          <a:effectLst/>
                        </a:rPr>
                        <a:t>man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Latn-UZ" sz="1800" b="1" dirty="0">
                          <a:effectLst/>
                        </a:rPr>
                        <a:t>buyruqlardan foydalanish va kalitlar haqida yordam berish</a:t>
                      </a:r>
                      <a:endParaRPr lang="ru-RU" sz="1800" b="1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437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1279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z-Latn-UZ" b="1" dirty="0" smtClean="0">
                <a:solidFill>
                  <a:srgbClr val="FF0000"/>
                </a:solidFill>
              </a:rPr>
              <a:t>3.</a:t>
            </a:r>
            <a:r>
              <a:rPr lang="en-US" b="1" dirty="0" smtClean="0">
                <a:solidFill>
                  <a:srgbClr val="FF0000"/>
                </a:solidFill>
              </a:rPr>
              <a:t>Ubuntu </a:t>
            </a:r>
            <a:r>
              <a:rPr lang="en-US" b="1" dirty="0">
                <a:solidFill>
                  <a:srgbClr val="FF0000"/>
                </a:solidFill>
              </a:rPr>
              <a:t>20.04 </a:t>
            </a:r>
            <a:r>
              <a:rPr lang="en-US" b="1" dirty="0" err="1">
                <a:solidFill>
                  <a:srgbClr val="FF0000"/>
                </a:solidFill>
              </a:rPr>
              <a:t>ni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Virtualboxga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o’rnatish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5162" y="1835150"/>
            <a:ext cx="10001913" cy="4351338"/>
          </a:xfrm>
        </p:spPr>
        <p:txBody>
          <a:bodyPr/>
          <a:lstStyle/>
          <a:p>
            <a:r>
              <a:rPr lang="en-US" dirty="0"/>
              <a:t>Windows OT </a:t>
            </a:r>
            <a:r>
              <a:rPr lang="en-US" dirty="0" err="1"/>
              <a:t>o’rnatilgan</a:t>
            </a:r>
            <a:r>
              <a:rPr lang="en-US" dirty="0"/>
              <a:t> </a:t>
            </a:r>
            <a:r>
              <a:rPr lang="en-US" dirty="0" err="1"/>
              <a:t>kompyuterlarda</a:t>
            </a:r>
            <a:r>
              <a:rPr lang="en-US" dirty="0"/>
              <a:t> Ubuntu </a:t>
            </a:r>
            <a:r>
              <a:rPr lang="en-US" dirty="0" err="1"/>
              <a:t>OTni</a:t>
            </a:r>
            <a:r>
              <a:rPr lang="en-US" dirty="0"/>
              <a:t> </a:t>
            </a:r>
            <a:r>
              <a:rPr lang="en-US" dirty="0" err="1"/>
              <a:t>ikki</a:t>
            </a:r>
            <a:r>
              <a:rPr lang="en-US" dirty="0"/>
              <a:t> </a:t>
            </a:r>
            <a:r>
              <a:rPr lang="en-US" dirty="0" err="1"/>
              <a:t>usulda</a:t>
            </a:r>
            <a:r>
              <a:rPr lang="en-US" dirty="0"/>
              <a:t> </a:t>
            </a:r>
            <a:r>
              <a:rPr lang="en-US" dirty="0" err="1"/>
              <a:t>o’rnatish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Windows </a:t>
            </a:r>
            <a:r>
              <a:rPr lang="en-US" dirty="0" err="1"/>
              <a:t>OTga</a:t>
            </a:r>
            <a:r>
              <a:rPr lang="en-US" dirty="0"/>
              <a:t> parallel</a:t>
            </a:r>
          </a:p>
          <a:p>
            <a:pPr lvl="1"/>
            <a:r>
              <a:rPr lang="en-US" dirty="0"/>
              <a:t>Windows </a:t>
            </a:r>
            <a:r>
              <a:rPr lang="en-US" dirty="0" err="1"/>
              <a:t>OTda</a:t>
            </a:r>
            <a:r>
              <a:rPr lang="en-US" dirty="0"/>
              <a:t> </a:t>
            </a:r>
            <a:r>
              <a:rPr lang="en-US" dirty="0" err="1"/>
              <a:t>o’rnatilgan</a:t>
            </a:r>
            <a:r>
              <a:rPr lang="en-US" dirty="0"/>
              <a:t> </a:t>
            </a:r>
            <a:r>
              <a:rPr lang="en-US" dirty="0" err="1"/>
              <a:t>Virtuallashiruvchi</a:t>
            </a:r>
            <a:r>
              <a:rPr lang="en-US" dirty="0"/>
              <a:t> </a:t>
            </a:r>
            <a:r>
              <a:rPr lang="en-US" dirty="0" err="1"/>
              <a:t>dasturiy</a:t>
            </a:r>
            <a:r>
              <a:rPr lang="en-US" dirty="0"/>
              <a:t> </a:t>
            </a:r>
            <a:r>
              <a:rPr lang="en-US" dirty="0" err="1"/>
              <a:t>ta’minotlarga</a:t>
            </a:r>
            <a:r>
              <a:rPr lang="en-US" dirty="0"/>
              <a:t> (Hyper-V, </a:t>
            </a:r>
            <a:r>
              <a:rPr lang="en-US" dirty="0" err="1"/>
              <a:t>VirtualBox</a:t>
            </a:r>
            <a:r>
              <a:rPr lang="en-US" dirty="0"/>
              <a:t>, </a:t>
            </a:r>
            <a:r>
              <a:rPr lang="en-US" dirty="0" err="1"/>
              <a:t>DOSBox</a:t>
            </a:r>
            <a:r>
              <a:rPr lang="en-US" dirty="0"/>
              <a:t>, Virtual PC ava </a:t>
            </a:r>
            <a:r>
              <a:rPr lang="en-US" dirty="0" err="1"/>
              <a:t>h.k</a:t>
            </a:r>
            <a:r>
              <a:rPr lang="en-US" dirty="0"/>
              <a:t>.) </a:t>
            </a:r>
          </a:p>
          <a:p>
            <a:r>
              <a:rPr lang="en-US" dirty="0"/>
              <a:t>Agar </a:t>
            </a:r>
            <a:r>
              <a:rPr lang="en-US" dirty="0" err="1"/>
              <a:t>kompyuteringizga</a:t>
            </a:r>
            <a:r>
              <a:rPr lang="en-US" dirty="0"/>
              <a:t> </a:t>
            </a:r>
            <a:r>
              <a:rPr lang="en-US" dirty="0" err="1"/>
              <a:t>VirtualBox</a:t>
            </a:r>
            <a:r>
              <a:rPr lang="en-US" dirty="0"/>
              <a:t> </a:t>
            </a:r>
            <a:r>
              <a:rPr lang="en-US" dirty="0" err="1"/>
              <a:t>dasturi</a:t>
            </a:r>
            <a:r>
              <a:rPr lang="en-US" dirty="0"/>
              <a:t> </a:t>
            </a:r>
            <a:r>
              <a:rPr lang="en-US" dirty="0" err="1"/>
              <a:t>o’rnatilmagan</a:t>
            </a:r>
            <a:r>
              <a:rPr lang="en-US" dirty="0"/>
              <a:t> </a:t>
            </a:r>
            <a:r>
              <a:rPr lang="en-US" dirty="0" err="1"/>
              <a:t>bo’lsa</a:t>
            </a:r>
            <a:r>
              <a:rPr lang="en-US" dirty="0"/>
              <a:t>, </a:t>
            </a:r>
            <a:r>
              <a:rPr lang="en-US" dirty="0" err="1"/>
              <a:t>unda</a:t>
            </a:r>
            <a:r>
              <a:rPr lang="en-US" dirty="0"/>
              <a:t> </a:t>
            </a:r>
            <a:r>
              <a:rPr lang="en-US" dirty="0" err="1"/>
              <a:t>dastlab</a:t>
            </a:r>
            <a:r>
              <a:rPr lang="en-US" dirty="0"/>
              <a:t> </a:t>
            </a:r>
            <a:r>
              <a:rPr lang="en-US" dirty="0" err="1"/>
              <a:t>VirtualBoxni</a:t>
            </a:r>
            <a:r>
              <a:rPr lang="en-US" dirty="0"/>
              <a:t> </a:t>
            </a:r>
            <a:r>
              <a:rPr lang="en-US" dirty="0" err="1"/>
              <a:t>o’rnatish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 </a:t>
            </a:r>
            <a:r>
              <a:rPr lang="en-US" dirty="0" err="1"/>
              <a:t>bo’ladi</a:t>
            </a:r>
            <a:r>
              <a:rPr lang="en-US" dirty="0"/>
              <a:t>.</a:t>
            </a:r>
          </a:p>
          <a:p>
            <a:r>
              <a:rPr lang="en-US" dirty="0" err="1"/>
              <a:t>Uning</a:t>
            </a:r>
            <a:r>
              <a:rPr lang="en-US" dirty="0"/>
              <a:t> </a:t>
            </a:r>
            <a:r>
              <a:rPr lang="en-US" dirty="0" err="1"/>
              <a:t>distributivi</a:t>
            </a:r>
            <a:r>
              <a:rPr lang="en-US" dirty="0"/>
              <a:t> </a:t>
            </a:r>
            <a:r>
              <a:rPr lang="en-US" dirty="0" err="1"/>
              <a:t>quyidasi</a:t>
            </a:r>
            <a:r>
              <a:rPr lang="en-US" dirty="0"/>
              <a:t> </a:t>
            </a:r>
            <a:r>
              <a:rPr lang="en-US" dirty="0" err="1"/>
              <a:t>saytdan</a:t>
            </a:r>
            <a:r>
              <a:rPr lang="en-US" dirty="0"/>
              <a:t> </a:t>
            </a:r>
            <a:r>
              <a:rPr lang="en-US" dirty="0" err="1"/>
              <a:t>ko’chirib</a:t>
            </a:r>
            <a:r>
              <a:rPr lang="en-US" dirty="0"/>
              <a:t> </a:t>
            </a:r>
            <a:r>
              <a:rPr lang="en-US" dirty="0" err="1"/>
              <a:t>olinadi</a:t>
            </a:r>
            <a:r>
              <a:rPr lang="en-US" dirty="0"/>
              <a:t>: https://www.virtualbox.org/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2563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585" y="735806"/>
            <a:ext cx="10515600" cy="5349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6447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5821" y="498129"/>
            <a:ext cx="10515600" cy="982069"/>
          </a:xfrm>
        </p:spPr>
        <p:txBody>
          <a:bodyPr>
            <a:no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VirtualBoxni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o’rnatish</a:t>
            </a:r>
            <a:r>
              <a:rPr lang="en-US" sz="3200" b="1" dirty="0">
                <a:solidFill>
                  <a:srgbClr val="FF0000"/>
                </a:solidFill>
              </a:rPr>
              <a:t>, </a:t>
            </a:r>
            <a:r>
              <a:rPr lang="en-US" sz="3200" b="1" dirty="0" err="1">
                <a:solidFill>
                  <a:srgbClr val="FF0000"/>
                </a:solidFill>
              </a:rPr>
              <a:t>ornatish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parametrlari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va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diskdagi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yo’lni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tanlash</a:t>
            </a:r>
            <a:endParaRPr lang="ru-RU" sz="3200" b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21" y="1662545"/>
            <a:ext cx="5370484" cy="4213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Рисунок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590" y="1662544"/>
            <a:ext cx="5023831" cy="4213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6854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61904" y="499994"/>
            <a:ext cx="9601196" cy="1303867"/>
          </a:xfrm>
        </p:spPr>
        <p:txBody>
          <a:bodyPr/>
          <a:lstStyle/>
          <a:p>
            <a:r>
              <a:rPr lang="en-US" dirty="0" err="1"/>
              <a:t>Kerakli</a:t>
            </a:r>
            <a:r>
              <a:rPr lang="en-US" dirty="0"/>
              <a:t> </a:t>
            </a:r>
            <a:r>
              <a:rPr lang="en-US" dirty="0" err="1"/>
              <a:t>sozlanmalarni</a:t>
            </a:r>
            <a:r>
              <a:rPr lang="en-US" dirty="0"/>
              <a:t> </a:t>
            </a:r>
            <a:r>
              <a:rPr lang="en-US" dirty="0" err="1"/>
              <a:t>tanlash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1737360"/>
            <a:ext cx="5032490" cy="4396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5515" y="1737360"/>
            <a:ext cx="5354610" cy="44634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1906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95649" y="483368"/>
            <a:ext cx="9601196" cy="1303867"/>
          </a:xfrm>
        </p:spPr>
        <p:txBody>
          <a:bodyPr/>
          <a:lstStyle/>
          <a:p>
            <a:r>
              <a:rPr lang="en-US" dirty="0" err="1"/>
              <a:t>Or’rnatishga</a:t>
            </a:r>
            <a:r>
              <a:rPr lang="en-US" dirty="0"/>
              <a:t> </a:t>
            </a:r>
            <a:r>
              <a:rPr lang="en-US" dirty="0" err="1"/>
              <a:t>tayyorlanish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davom</a:t>
            </a:r>
            <a:r>
              <a:rPr lang="en-US" dirty="0"/>
              <a:t> </a:t>
            </a:r>
            <a:r>
              <a:rPr lang="en-US" dirty="0" err="1"/>
              <a:t>etish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524" y="1562792"/>
            <a:ext cx="5046690" cy="4323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765" y="1562792"/>
            <a:ext cx="5209482" cy="43236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511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28653" y="441805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O’rnatishni</a:t>
            </a:r>
            <a:r>
              <a:rPr lang="en-US" dirty="0"/>
              <a:t> </a:t>
            </a:r>
            <a:r>
              <a:rPr lang="en-US" dirty="0" err="1"/>
              <a:t>yakunlash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VirtualBoxni</a:t>
            </a:r>
            <a:r>
              <a:rPr lang="en-US" dirty="0"/>
              <a:t> </a:t>
            </a:r>
            <a:r>
              <a:rPr lang="en-US" dirty="0" err="1"/>
              <a:t>ochish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1601"/>
            <a:ext cx="4859972" cy="456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372" y="1371600"/>
            <a:ext cx="5505999" cy="4562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8948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/>
          <a:lstStyle/>
          <a:p>
            <a:r>
              <a:rPr lang="en-US" dirty="0" err="1"/>
              <a:t>Yangi</a:t>
            </a:r>
            <a:r>
              <a:rPr lang="en-US" dirty="0"/>
              <a:t> virtual </a:t>
            </a:r>
            <a:r>
              <a:rPr lang="en-US" dirty="0" err="1"/>
              <a:t>mashina</a:t>
            </a:r>
            <a:r>
              <a:rPr lang="en-US" dirty="0"/>
              <a:t> </a:t>
            </a:r>
            <a:r>
              <a:rPr lang="en-US" dirty="0" err="1"/>
              <a:t>yaratish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0628"/>
            <a:ext cx="10433857" cy="4816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4694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6000"/>
          </a:xfrm>
        </p:spPr>
        <p:txBody>
          <a:bodyPr/>
          <a:lstStyle/>
          <a:p>
            <a:r>
              <a:rPr lang="en-US" dirty="0" err="1"/>
              <a:t>Kompyuter</a:t>
            </a:r>
            <a:r>
              <a:rPr lang="en-US" dirty="0"/>
              <a:t> </a:t>
            </a:r>
            <a:r>
              <a:rPr lang="en-US" dirty="0" err="1"/>
              <a:t>quvvatini</a:t>
            </a:r>
            <a:r>
              <a:rPr lang="en-US" dirty="0"/>
              <a:t> </a:t>
            </a:r>
            <a:r>
              <a:rPr lang="en-US" dirty="0" err="1"/>
              <a:t>aniqlash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45234"/>
            <a:ext cx="10515600" cy="47316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62872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2650"/>
          </a:xfrm>
        </p:spPr>
        <p:txBody>
          <a:bodyPr/>
          <a:lstStyle/>
          <a:p>
            <a:r>
              <a:rPr lang="en-US" dirty="0"/>
              <a:t>Virtual </a:t>
            </a:r>
            <a:r>
              <a:rPr lang="en-US" dirty="0" err="1"/>
              <a:t>mashinani</a:t>
            </a:r>
            <a:r>
              <a:rPr lang="en-US" dirty="0"/>
              <a:t> </a:t>
            </a:r>
            <a:r>
              <a:rPr lang="en-US" dirty="0" err="1"/>
              <a:t>yaratish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81644" y="1615034"/>
            <a:ext cx="50957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 err="1"/>
              <a:t>VirtualBoxni</a:t>
            </a:r>
            <a:r>
              <a:rPr lang="en-US" sz="2400" dirty="0"/>
              <a:t> </a:t>
            </a:r>
            <a:r>
              <a:rPr lang="en-US" sz="2400" dirty="0" err="1"/>
              <a:t>ishga</a:t>
            </a:r>
            <a:r>
              <a:rPr lang="en-US" sz="2400" dirty="0"/>
              <a:t> </a:t>
            </a:r>
            <a:r>
              <a:rPr lang="en-US" sz="2400" dirty="0" err="1"/>
              <a:t>tushiramiz</a:t>
            </a:r>
            <a:r>
              <a:rPr lang="en-US" sz="2400" dirty="0"/>
              <a:t>. </a:t>
            </a:r>
            <a:r>
              <a:rPr lang="en-US" sz="2400" dirty="0" err="1"/>
              <a:t>Yangi</a:t>
            </a:r>
            <a:r>
              <a:rPr lang="en-US" sz="2400" dirty="0"/>
              <a:t> virtual </a:t>
            </a:r>
            <a:r>
              <a:rPr lang="en-US" sz="2400" dirty="0" err="1"/>
              <a:t>mashinani</a:t>
            </a:r>
            <a:r>
              <a:rPr lang="en-US" sz="2400" dirty="0"/>
              <a:t> </a:t>
            </a:r>
            <a:r>
              <a:rPr lang="en-US" sz="2400" dirty="0" err="1"/>
              <a:t>yaratish</a:t>
            </a:r>
            <a:r>
              <a:rPr lang="en-US" sz="2400" dirty="0"/>
              <a:t> </a:t>
            </a:r>
            <a:r>
              <a:rPr lang="en-US" sz="2400" dirty="0" err="1"/>
              <a:t>uchun</a:t>
            </a:r>
            <a:r>
              <a:rPr lang="en-US" sz="2400" dirty="0"/>
              <a:t> </a:t>
            </a:r>
            <a:r>
              <a:rPr lang="en-US" sz="2400" dirty="0" err="1"/>
              <a:t>NEWni</a:t>
            </a:r>
            <a:r>
              <a:rPr lang="en-US" sz="2400" dirty="0"/>
              <a:t> </a:t>
            </a:r>
            <a:r>
              <a:rPr lang="en-US" sz="2400" dirty="0" err="1"/>
              <a:t>tanlaymiz</a:t>
            </a:r>
            <a:r>
              <a:rPr lang="en-US" sz="2400" dirty="0"/>
              <a:t>. Server </a:t>
            </a:r>
            <a:r>
              <a:rPr lang="en-US" sz="2400" dirty="0" err="1"/>
              <a:t>nomini</a:t>
            </a:r>
            <a:r>
              <a:rPr lang="en-US" sz="2400" dirty="0"/>
              <a:t> </a:t>
            </a:r>
            <a:r>
              <a:rPr lang="en-US" sz="2400" dirty="0" err="1"/>
              <a:t>MyServer</a:t>
            </a:r>
            <a:r>
              <a:rPr lang="en-US" sz="2400" dirty="0"/>
              <a:t> deb </a:t>
            </a:r>
            <a:r>
              <a:rPr lang="en-US" sz="2400" dirty="0" err="1"/>
              <a:t>nomlaymiz</a:t>
            </a:r>
            <a:r>
              <a:rPr lang="en-US" sz="2400" dirty="0"/>
              <a:t>. </a:t>
            </a:r>
            <a:r>
              <a:rPr lang="en-US" sz="2400" dirty="0" err="1"/>
              <a:t>Yangi</a:t>
            </a:r>
            <a:r>
              <a:rPr lang="en-US" sz="2400" dirty="0"/>
              <a:t> server </a:t>
            </a:r>
            <a:r>
              <a:rPr lang="en-US" sz="2400" dirty="0" err="1"/>
              <a:t>sifatida</a:t>
            </a:r>
            <a:r>
              <a:rPr lang="en-US" sz="2400" dirty="0"/>
              <a:t> Linux-&gt;Ubuntu (64-bit) .</a:t>
            </a:r>
            <a:r>
              <a:rPr lang="en-US" sz="2400" dirty="0" err="1"/>
              <a:t>iso</a:t>
            </a:r>
            <a:r>
              <a:rPr lang="en-US" sz="2400" dirty="0"/>
              <a:t> </a:t>
            </a:r>
            <a:r>
              <a:rPr lang="en-US" sz="2400" dirty="0" err="1"/>
              <a:t>distributivini</a:t>
            </a:r>
            <a:r>
              <a:rPr lang="en-US" sz="2400" dirty="0"/>
              <a:t> </a:t>
            </a:r>
            <a:r>
              <a:rPr lang="en-US" sz="2400" dirty="0" err="1"/>
              <a:t>tanlaymiz</a:t>
            </a:r>
            <a:r>
              <a:rPr lang="en-US" sz="24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 err="1"/>
              <a:t>Keyin</a:t>
            </a:r>
            <a:r>
              <a:rPr lang="en-US" sz="2400" dirty="0"/>
              <a:t> Ubuntu </a:t>
            </a:r>
            <a:r>
              <a:rPr lang="en-US" sz="2400" dirty="0" err="1"/>
              <a:t>uchun</a:t>
            </a:r>
            <a:r>
              <a:rPr lang="en-US" sz="2400" dirty="0"/>
              <a:t> </a:t>
            </a:r>
            <a:r>
              <a:rPr lang="en-US" sz="2400" dirty="0" err="1"/>
              <a:t>operativ</a:t>
            </a:r>
            <a:r>
              <a:rPr lang="en-US" sz="2400" dirty="0"/>
              <a:t> </a:t>
            </a:r>
            <a:r>
              <a:rPr lang="en-US" sz="2400" dirty="0" err="1"/>
              <a:t>xotira</a:t>
            </a:r>
            <a:r>
              <a:rPr lang="en-US" sz="2400" dirty="0"/>
              <a:t> (RAM) 2048 Mb </a:t>
            </a:r>
            <a:r>
              <a:rPr lang="en-US" sz="2400" dirty="0" err="1"/>
              <a:t>tanlaymiz</a:t>
            </a:r>
            <a:r>
              <a:rPr lang="en-US" sz="2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498" y="1421476"/>
            <a:ext cx="5448301" cy="47345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58908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8138" y="209849"/>
            <a:ext cx="11308756" cy="1325563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 err="1"/>
              <a:t>Keyingi</a:t>
            </a:r>
            <a:r>
              <a:rPr lang="en-US" sz="2400" b="1" dirty="0"/>
              <a:t> </a:t>
            </a:r>
            <a:r>
              <a:rPr lang="en-US" sz="2400" b="1" dirty="0" err="1"/>
              <a:t>bosqichda</a:t>
            </a:r>
            <a:r>
              <a:rPr lang="en-US" sz="2400" b="1" dirty="0"/>
              <a:t> Create Virtual Hard Disk (Virtual </a:t>
            </a:r>
            <a:r>
              <a:rPr lang="en-US" sz="2400" b="1" dirty="0" err="1"/>
              <a:t>diskni</a:t>
            </a:r>
            <a:r>
              <a:rPr lang="en-US" sz="2400" b="1" dirty="0"/>
              <a:t> </a:t>
            </a:r>
            <a:r>
              <a:rPr lang="en-US" sz="2400" b="1" dirty="0" err="1"/>
              <a:t>yaratishda</a:t>
            </a:r>
            <a:r>
              <a:rPr lang="en-US" sz="2400" b="1" dirty="0"/>
              <a:t> VDI </a:t>
            </a:r>
            <a:r>
              <a:rPr lang="en-US" sz="2400" b="1" dirty="0" err="1"/>
              <a:t>tanlanadi</a:t>
            </a:r>
            <a:r>
              <a:rPr lang="en-US" sz="2400" b="1" dirty="0"/>
              <a:t> (agar </a:t>
            </a:r>
            <a:r>
              <a:rPr lang="en-US" sz="2400" b="1" dirty="0" err="1"/>
              <a:t>bu</a:t>
            </a:r>
            <a:r>
              <a:rPr lang="en-US" sz="2400" b="1" dirty="0"/>
              <a:t> virtual </a:t>
            </a:r>
            <a:r>
              <a:rPr lang="en-US" sz="2400" b="1" dirty="0" err="1"/>
              <a:t>mashinani</a:t>
            </a:r>
            <a:r>
              <a:rPr lang="en-US" sz="2400" b="1" dirty="0"/>
              <a:t> </a:t>
            </a:r>
            <a:r>
              <a:rPr lang="en-US" sz="2400" b="1" dirty="0" err="1"/>
              <a:t>keyinchalik</a:t>
            </a:r>
            <a:r>
              <a:rPr lang="en-US" sz="2400" b="1" dirty="0"/>
              <a:t> Hyper-V </a:t>
            </a:r>
            <a:r>
              <a:rPr lang="en-US" sz="2400" b="1" dirty="0" err="1"/>
              <a:t>foydalanilsa</a:t>
            </a:r>
            <a:r>
              <a:rPr lang="en-US" sz="2400" b="1" dirty="0"/>
              <a:t>, VHD </a:t>
            </a:r>
            <a:r>
              <a:rPr lang="en-US" sz="2400" b="1" dirty="0" err="1"/>
              <a:t>tanlanishi</a:t>
            </a:r>
            <a:r>
              <a:rPr lang="en-US" sz="2400" b="1" dirty="0"/>
              <a:t> </a:t>
            </a:r>
            <a:r>
              <a:rPr lang="en-US" sz="2400" b="1" dirty="0" err="1"/>
              <a:t>kerak</a:t>
            </a:r>
            <a:r>
              <a:rPr lang="en-US" sz="2400" b="1" dirty="0"/>
              <a:t>).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" y="1728458"/>
            <a:ext cx="5273040" cy="431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90358"/>
            <a:ext cx="5450378" cy="43529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00151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0194" y="380154"/>
            <a:ext cx="10764328" cy="974663"/>
          </a:xfrm>
        </p:spPr>
        <p:txBody>
          <a:bodyPr>
            <a:noAutofit/>
          </a:bodyPr>
          <a:lstStyle/>
          <a:p>
            <a:r>
              <a:rPr lang="en-US" sz="2800" b="1" dirty="0" err="1"/>
              <a:t>Dinamik</a:t>
            </a:r>
            <a:r>
              <a:rPr lang="en-US" sz="2800" b="1" dirty="0"/>
              <a:t> </a:t>
            </a:r>
            <a:r>
              <a:rPr lang="en-US" sz="2800" b="1" dirty="0" err="1"/>
              <a:t>kengaytirish</a:t>
            </a:r>
            <a:r>
              <a:rPr lang="en-US" sz="2800" b="1" dirty="0"/>
              <a:t> (</a:t>
            </a:r>
            <a:r>
              <a:rPr lang="en-US" sz="2800" b="1" dirty="0" err="1"/>
              <a:t>Dinamically</a:t>
            </a:r>
            <a:r>
              <a:rPr lang="en-US" sz="2800" b="1" dirty="0"/>
              <a:t> Allocated)</a:t>
            </a:r>
            <a:r>
              <a:rPr lang="en-US" sz="2800" b="1" dirty="0" err="1"/>
              <a:t>ni</a:t>
            </a:r>
            <a:r>
              <a:rPr lang="en-US" sz="2800" b="1" dirty="0"/>
              <a:t> </a:t>
            </a:r>
            <a:r>
              <a:rPr lang="en-US" sz="2800" b="1" dirty="0" err="1"/>
              <a:t>tanlanadi</a:t>
            </a:r>
            <a:r>
              <a:rPr lang="en-US" sz="2800" b="1" dirty="0"/>
              <a:t>. </a:t>
            </a:r>
            <a:br>
              <a:rPr lang="en-US" sz="2800" b="1" dirty="0"/>
            </a:br>
            <a:r>
              <a:rPr lang="en-US" sz="2800" b="1" dirty="0"/>
              <a:t>Virtual disk </a:t>
            </a:r>
            <a:r>
              <a:rPr lang="en-US" sz="2800" b="1" dirty="0" err="1"/>
              <a:t>hajmini</a:t>
            </a:r>
            <a:r>
              <a:rPr lang="en-US" sz="2800" b="1" dirty="0"/>
              <a:t> </a:t>
            </a:r>
            <a:r>
              <a:rPr lang="en-US" sz="2800" b="1" dirty="0" err="1"/>
              <a:t>tanlash</a:t>
            </a:r>
            <a:r>
              <a:rPr lang="en-US" sz="2800" b="1" dirty="0"/>
              <a:t> (</a:t>
            </a:r>
            <a:r>
              <a:rPr lang="en-US" sz="2800" b="1" dirty="0" err="1"/>
              <a:t>rasmda</a:t>
            </a:r>
            <a:r>
              <a:rPr lang="en-US" sz="2800" b="1" dirty="0"/>
              <a:t> 10 Gb </a:t>
            </a:r>
            <a:r>
              <a:rPr lang="en-US" sz="2800" b="1" dirty="0" err="1"/>
              <a:t>keltirilgan</a:t>
            </a:r>
            <a:r>
              <a:rPr lang="en-US" sz="2800" b="1" dirty="0"/>
              <a:t>)</a:t>
            </a:r>
            <a:endParaRPr lang="ru-RU" sz="2800" b="1" dirty="0"/>
          </a:p>
        </p:txBody>
      </p:sp>
      <p:pic>
        <p:nvPicPr>
          <p:cNvPr id="3" name="Рисунок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75" y="1429702"/>
            <a:ext cx="5065961" cy="463772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  <p:pic>
        <p:nvPicPr>
          <p:cNvPr id="4" name="Рисунок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358" y="1429702"/>
            <a:ext cx="5142952" cy="463772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50688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848" y="395866"/>
            <a:ext cx="10749951" cy="687298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err="1"/>
              <a:t>Parametrlarni</a:t>
            </a:r>
            <a:r>
              <a:rPr lang="en-US" sz="2800" b="1" dirty="0"/>
              <a:t> </a:t>
            </a:r>
            <a:r>
              <a:rPr lang="en-US" sz="2800" b="1" dirty="0" err="1"/>
              <a:t>sozlash</a:t>
            </a:r>
            <a:r>
              <a:rPr lang="en-US" sz="2800" b="1" dirty="0"/>
              <a:t> </a:t>
            </a:r>
            <a:r>
              <a:rPr lang="en-US" sz="2800" b="1" dirty="0" err="1"/>
              <a:t>va</a:t>
            </a:r>
            <a:r>
              <a:rPr lang="en-US" sz="2800" b="1" dirty="0"/>
              <a:t> Ubuntu </a:t>
            </a:r>
            <a:r>
              <a:rPr lang="en-US" sz="2800" b="1" dirty="0" err="1"/>
              <a:t>obraz</a:t>
            </a:r>
            <a:r>
              <a:rPr lang="en-US" sz="2800" b="1" dirty="0"/>
              <a:t> </a:t>
            </a:r>
            <a:r>
              <a:rPr lang="en-US" sz="2800" b="1" dirty="0" err="1"/>
              <a:t>faylini</a:t>
            </a:r>
            <a:r>
              <a:rPr lang="en-US" sz="2800" b="1" dirty="0"/>
              <a:t> </a:t>
            </a:r>
            <a:r>
              <a:rPr lang="en-US" sz="2800" b="1" dirty="0" err="1"/>
              <a:t>tanlash</a:t>
            </a:r>
            <a:endParaRPr lang="ru-RU" sz="2800" b="1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847898" y="1526875"/>
            <a:ext cx="5509769" cy="4649638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680" y="1526875"/>
            <a:ext cx="4935119" cy="4649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6041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2835" y="714416"/>
            <a:ext cx="10515600" cy="524803"/>
          </a:xfrm>
        </p:spPr>
        <p:txBody>
          <a:bodyPr>
            <a:normAutofit fontScale="90000"/>
          </a:bodyPr>
          <a:lstStyle/>
          <a:p>
            <a:pPr algn="ctr"/>
            <a:r>
              <a:rPr lang="uz-Latn-UZ" b="1" dirty="0" smtClean="0"/>
              <a:t>3.</a:t>
            </a:r>
            <a:r>
              <a:rPr lang="en-US" b="1" dirty="0" err="1" smtClean="0"/>
              <a:t>Operatsion</a:t>
            </a:r>
            <a:r>
              <a:rPr lang="en-US" b="1" dirty="0" smtClean="0"/>
              <a:t> </a:t>
            </a:r>
            <a:r>
              <a:rPr lang="en-US" b="1" dirty="0" err="1"/>
              <a:t>tizim</a:t>
            </a:r>
            <a:r>
              <a:rPr lang="en-US" b="1" dirty="0"/>
              <a:t> </a:t>
            </a:r>
            <a:r>
              <a:rPr lang="en-US" b="1" dirty="0" err="1"/>
              <a:t>tilini</a:t>
            </a:r>
            <a:r>
              <a:rPr lang="en-US" b="1" dirty="0"/>
              <a:t> </a:t>
            </a:r>
            <a:r>
              <a:rPr lang="en-US" b="1" dirty="0" err="1"/>
              <a:t>tanlash</a:t>
            </a:r>
            <a:endParaRPr lang="ru-RU" b="1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839584" y="1596044"/>
            <a:ext cx="10548851" cy="427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883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872836" y="773084"/>
            <a:ext cx="10424160" cy="537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947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839585" y="673331"/>
            <a:ext cx="10498975" cy="546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500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806336" y="798022"/>
            <a:ext cx="10515600" cy="531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80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781396" y="748144"/>
            <a:ext cx="10631979" cy="542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3644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822961" y="756458"/>
            <a:ext cx="10523912" cy="536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230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864524" y="665018"/>
            <a:ext cx="10440785" cy="546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636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906087" y="714895"/>
            <a:ext cx="10490662" cy="546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552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898" y="773084"/>
            <a:ext cx="10548851" cy="5303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63159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0D4D636-53BA-4575-BF8C-F6D5A813F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03250"/>
          </a:xfrm>
        </p:spPr>
        <p:txBody>
          <a:bodyPr/>
          <a:lstStyle/>
          <a:p>
            <a:r>
              <a:rPr lang="en-US" dirty="0" err="1"/>
              <a:t>ip</a:t>
            </a:r>
            <a:r>
              <a:rPr lang="en-US" dirty="0"/>
              <a:t> address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FC06FB-EA5B-485F-8731-82EBA451B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04" y="2294143"/>
            <a:ext cx="9958647" cy="3624520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54454"/>
            <a:ext cx="6266917" cy="1038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91118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739274-843A-4F67-A134-80FCA05AA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211" y="839585"/>
            <a:ext cx="10565476" cy="52453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06169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1267" y="389448"/>
            <a:ext cx="10515600" cy="7302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uz-Latn-UZ" b="1" dirty="0" smtClean="0">
                <a:solidFill>
                  <a:srgbClr val="C00000"/>
                </a:solidFill>
              </a:rPr>
              <a:t>4.</a:t>
            </a:r>
            <a:r>
              <a:rPr lang="en-US" b="1" dirty="0" smtClean="0">
                <a:solidFill>
                  <a:srgbClr val="C00000"/>
                </a:solidFill>
              </a:rPr>
              <a:t>Linux </a:t>
            </a:r>
            <a:r>
              <a:rPr lang="en-US" b="1" dirty="0" err="1">
                <a:solidFill>
                  <a:srgbClr val="C00000"/>
                </a:solidFill>
              </a:rPr>
              <a:t>terminali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5993" y="977637"/>
            <a:ext cx="10740874" cy="5123906"/>
          </a:xfrm>
        </p:spPr>
        <p:txBody>
          <a:bodyPr>
            <a:noAutofit/>
          </a:bodyPr>
          <a:lstStyle/>
          <a:p>
            <a:r>
              <a:rPr lang="en-US" sz="2000" b="1" dirty="0"/>
              <a:t>Terminal</a:t>
            </a:r>
            <a:r>
              <a:rPr lang="en-US" sz="2000" dirty="0"/>
              <a:t> (bash) - </a:t>
            </a:r>
            <a:r>
              <a:rPr lang="en-US" sz="2000" dirty="0" err="1"/>
              <a:t>bu</a:t>
            </a:r>
            <a:r>
              <a:rPr lang="en-US" sz="2000" dirty="0"/>
              <a:t> Windows </a:t>
            </a:r>
            <a:r>
              <a:rPr lang="en-US" sz="2000" dirty="0" err="1"/>
              <a:t>buyruqlar</a:t>
            </a:r>
            <a:r>
              <a:rPr lang="en-US" sz="2000" dirty="0"/>
              <a:t> </a:t>
            </a:r>
            <a:r>
              <a:rPr lang="en-US" sz="2000" dirty="0" err="1"/>
              <a:t>satri</a:t>
            </a:r>
            <a:r>
              <a:rPr lang="en-US" sz="2000" dirty="0"/>
              <a:t> </a:t>
            </a:r>
            <a:r>
              <a:rPr lang="en-US" sz="2000" dirty="0" err="1"/>
              <a:t>bilan</a:t>
            </a:r>
            <a:r>
              <a:rPr lang="en-US" sz="2000" dirty="0"/>
              <a:t> </a:t>
            </a:r>
            <a:r>
              <a:rPr lang="en-US" sz="2000" dirty="0" err="1"/>
              <a:t>solishtirganda</a:t>
            </a:r>
            <a:r>
              <a:rPr lang="en-US" sz="2000" dirty="0"/>
              <a:t> </a:t>
            </a:r>
            <a:r>
              <a:rPr lang="en-US" sz="2000" dirty="0" err="1"/>
              <a:t>juda</a:t>
            </a:r>
            <a:r>
              <a:rPr lang="en-US" sz="2000" dirty="0"/>
              <a:t> </a:t>
            </a:r>
            <a:r>
              <a:rPr lang="en-US" sz="2000" dirty="0" err="1"/>
              <a:t>kengroq</a:t>
            </a:r>
            <a:r>
              <a:rPr lang="en-US" sz="2000" dirty="0"/>
              <a:t> </a:t>
            </a:r>
            <a:r>
              <a:rPr lang="en-US" sz="2000" dirty="0" err="1"/>
              <a:t>funktsiyalarga</a:t>
            </a:r>
            <a:r>
              <a:rPr lang="en-US" sz="2000" dirty="0"/>
              <a:t> </a:t>
            </a:r>
            <a:r>
              <a:rPr lang="en-US" sz="2000" dirty="0" err="1"/>
              <a:t>ega</a:t>
            </a:r>
            <a:r>
              <a:rPr lang="en-US" sz="2000" dirty="0"/>
              <a:t> </a:t>
            </a:r>
            <a:r>
              <a:rPr lang="en-US" sz="2000" dirty="0" err="1"/>
              <a:t>bo’lgan</a:t>
            </a:r>
            <a:r>
              <a:rPr lang="en-US" sz="2000" dirty="0"/>
              <a:t> </a:t>
            </a:r>
            <a:r>
              <a:rPr lang="en-US" sz="2000" dirty="0" err="1"/>
              <a:t>buyruqlar</a:t>
            </a:r>
            <a:r>
              <a:rPr lang="en-US" sz="2000" dirty="0"/>
              <a:t> </a:t>
            </a:r>
            <a:r>
              <a:rPr lang="en-US" sz="2000" dirty="0" err="1"/>
              <a:t>satri</a:t>
            </a:r>
            <a:r>
              <a:rPr lang="en-US" sz="2000" dirty="0"/>
              <a:t> </a:t>
            </a:r>
            <a:r>
              <a:rPr lang="en-US" sz="2000" dirty="0" err="1"/>
              <a:t>hisoblanadi</a:t>
            </a:r>
            <a:r>
              <a:rPr lang="en-US" sz="2000" dirty="0"/>
              <a:t>. </a:t>
            </a:r>
            <a:r>
              <a:rPr lang="en-US" sz="2000" dirty="0" err="1"/>
              <a:t>Deyarli</a:t>
            </a:r>
            <a:r>
              <a:rPr lang="en-US" sz="2000" dirty="0"/>
              <a:t> </a:t>
            </a:r>
            <a:r>
              <a:rPr lang="en-US" sz="2000" dirty="0" err="1"/>
              <a:t>har</a:t>
            </a:r>
            <a:r>
              <a:rPr lang="en-US" sz="2000" dirty="0"/>
              <a:t> </a:t>
            </a:r>
            <a:r>
              <a:rPr lang="en-US" sz="2000" dirty="0" err="1"/>
              <a:t>qanday</a:t>
            </a:r>
            <a:r>
              <a:rPr lang="en-US" sz="2000" dirty="0"/>
              <a:t> </a:t>
            </a:r>
            <a:r>
              <a:rPr lang="en-US" sz="2000" dirty="0" err="1"/>
              <a:t>vazifani</a:t>
            </a:r>
            <a:r>
              <a:rPr lang="en-US" sz="2000" dirty="0"/>
              <a:t> terminal </a:t>
            </a:r>
            <a:r>
              <a:rPr lang="en-US" sz="2000" dirty="0" err="1"/>
              <a:t>orqali</a:t>
            </a:r>
            <a:r>
              <a:rPr lang="en-US" sz="2000" dirty="0"/>
              <a:t> </a:t>
            </a:r>
            <a:r>
              <a:rPr lang="en-US" sz="2000" dirty="0" err="1"/>
              <a:t>buyruq</a:t>
            </a:r>
            <a:r>
              <a:rPr lang="en-US" sz="2000" dirty="0"/>
              <a:t> </a:t>
            </a:r>
            <a:r>
              <a:rPr lang="en-US" sz="2000" dirty="0" err="1"/>
              <a:t>bilan</a:t>
            </a:r>
            <a:r>
              <a:rPr lang="en-US" sz="2000" dirty="0"/>
              <a:t> </a:t>
            </a:r>
            <a:r>
              <a:rPr lang="en-US" sz="2000" dirty="0" err="1"/>
              <a:t>bajarish</a:t>
            </a:r>
            <a:r>
              <a:rPr lang="en-US" sz="2000" dirty="0"/>
              <a:t> </a:t>
            </a:r>
            <a:r>
              <a:rPr lang="en-US" sz="2000" dirty="0" err="1"/>
              <a:t>mumkin</a:t>
            </a:r>
            <a:r>
              <a:rPr lang="en-US" sz="2000" dirty="0"/>
              <a:t>, </a:t>
            </a:r>
            <a:r>
              <a:rPr lang="en-US" sz="2000" dirty="0" err="1"/>
              <a:t>lekin</a:t>
            </a:r>
            <a:r>
              <a:rPr lang="en-US" sz="2000" dirty="0"/>
              <a:t> </a:t>
            </a:r>
            <a:r>
              <a:rPr lang="en-US" sz="2000" dirty="0" err="1"/>
              <a:t>har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vazifani</a:t>
            </a:r>
            <a:r>
              <a:rPr lang="en-US" sz="2000" dirty="0"/>
              <a:t> </a:t>
            </a:r>
            <a:r>
              <a:rPr lang="en-US" sz="2000" dirty="0" err="1"/>
              <a:t>oddiy</a:t>
            </a:r>
            <a:r>
              <a:rPr lang="en-US" sz="2000" dirty="0"/>
              <a:t> </a:t>
            </a:r>
            <a:r>
              <a:rPr lang="en-US" sz="2000" dirty="0" err="1"/>
              <a:t>foydalanuvchi</a:t>
            </a:r>
            <a:r>
              <a:rPr lang="en-US" sz="2000" dirty="0"/>
              <a:t> </a:t>
            </a:r>
            <a:r>
              <a:rPr lang="en-US" sz="2000" dirty="0" err="1"/>
              <a:t>muhiti</a:t>
            </a:r>
            <a:r>
              <a:rPr lang="en-US" sz="2000" dirty="0"/>
              <a:t> </a:t>
            </a:r>
            <a:r>
              <a:rPr lang="en-US" sz="2000" dirty="0" err="1"/>
              <a:t>orqali</a:t>
            </a:r>
            <a:r>
              <a:rPr lang="en-US" sz="2000" dirty="0"/>
              <a:t> </a:t>
            </a:r>
            <a:r>
              <a:rPr lang="en-US" sz="2000" dirty="0" err="1"/>
              <a:t>bajarish</a:t>
            </a:r>
            <a:r>
              <a:rPr lang="en-US" sz="2000" dirty="0"/>
              <a:t> </a:t>
            </a:r>
            <a:r>
              <a:rPr lang="en-US" sz="2000" dirty="0" err="1"/>
              <a:t>mumkin</a:t>
            </a:r>
            <a:r>
              <a:rPr lang="en-US" sz="2000" dirty="0"/>
              <a:t> </a:t>
            </a:r>
            <a:r>
              <a:rPr lang="en-US" sz="2000" dirty="0" err="1"/>
              <a:t>emas</a:t>
            </a:r>
            <a:r>
              <a:rPr lang="en-US" sz="2000" dirty="0"/>
              <a:t>.</a:t>
            </a:r>
          </a:p>
          <a:p>
            <a:r>
              <a:rPr lang="en-US" sz="2000" b="1" dirty="0"/>
              <a:t>Linux </a:t>
            </a:r>
            <a:r>
              <a:rPr lang="en-US" sz="2000" b="1" dirty="0" err="1"/>
              <a:t>terminalining</a:t>
            </a:r>
            <a:r>
              <a:rPr lang="en-US" sz="2000" b="1" dirty="0"/>
              <a:t> </a:t>
            </a:r>
            <a:r>
              <a:rPr lang="en-US" sz="2000" b="1" dirty="0" err="1"/>
              <a:t>afzalligi</a:t>
            </a:r>
            <a:r>
              <a:rPr lang="en-US" sz="2000" b="1" dirty="0"/>
              <a:t> </a:t>
            </a:r>
            <a:r>
              <a:rPr lang="en-US" sz="2000" dirty="0"/>
              <a:t>- </a:t>
            </a:r>
            <a:r>
              <a:rPr lang="en-US" sz="2000" dirty="0" err="1"/>
              <a:t>undan</a:t>
            </a:r>
            <a:r>
              <a:rPr lang="en-US" sz="2000" dirty="0"/>
              <a:t> </a:t>
            </a:r>
            <a:r>
              <a:rPr lang="en-US" sz="2000" dirty="0" err="1"/>
              <a:t>foydalanuvchi</a:t>
            </a:r>
            <a:r>
              <a:rPr lang="en-US" sz="2000" dirty="0"/>
              <a:t> </a:t>
            </a:r>
            <a:r>
              <a:rPr lang="en-US" sz="2000" dirty="0" err="1"/>
              <a:t>muhitiga</a:t>
            </a:r>
            <a:r>
              <a:rPr lang="en-US" sz="2000" dirty="0"/>
              <a:t> (</a:t>
            </a:r>
            <a:r>
              <a:rPr lang="en-US" sz="2000" dirty="0" err="1"/>
              <a:t>grafik</a:t>
            </a:r>
            <a:r>
              <a:rPr lang="en-US" sz="2000" dirty="0"/>
              <a:t> </a:t>
            </a:r>
            <a:r>
              <a:rPr lang="en-US" sz="2000" dirty="0" err="1"/>
              <a:t>interfeys</a:t>
            </a:r>
            <a:r>
              <a:rPr lang="en-US" sz="2000" dirty="0"/>
              <a:t>) </a:t>
            </a:r>
            <a:r>
              <a:rPr lang="en-US" sz="2000" dirty="0" err="1"/>
              <a:t>ehtiyoj</a:t>
            </a:r>
            <a:r>
              <a:rPr lang="en-US" sz="2000" dirty="0"/>
              <a:t> </a:t>
            </a:r>
            <a:r>
              <a:rPr lang="en-US" sz="2000" dirty="0" err="1"/>
              <a:t>sezmasdan</a:t>
            </a:r>
            <a:r>
              <a:rPr lang="en-US" sz="2000" dirty="0"/>
              <a:t> </a:t>
            </a:r>
            <a:r>
              <a:rPr lang="en-US" sz="2000" dirty="0" err="1"/>
              <a:t>tizimni</a:t>
            </a:r>
            <a:r>
              <a:rPr lang="en-US" sz="2000" dirty="0"/>
              <a:t> </a:t>
            </a:r>
            <a:r>
              <a:rPr lang="en-US" sz="2000" dirty="0" err="1"/>
              <a:t>to'liq</a:t>
            </a:r>
            <a:r>
              <a:rPr lang="en-US" sz="2000" dirty="0"/>
              <a:t> </a:t>
            </a:r>
            <a:r>
              <a:rPr lang="en-US" sz="2000" dirty="0" err="1"/>
              <a:t>boshqarishingiz</a:t>
            </a:r>
            <a:r>
              <a:rPr lang="en-US" sz="2000" dirty="0"/>
              <a:t> </a:t>
            </a:r>
            <a:r>
              <a:rPr lang="en-US" sz="2000" dirty="0" err="1"/>
              <a:t>mumkin</a:t>
            </a:r>
            <a:r>
              <a:rPr lang="en-US" sz="2000" dirty="0"/>
              <a:t>. </a:t>
            </a:r>
            <a:r>
              <a:rPr lang="en-US" sz="2000" dirty="0" err="1"/>
              <a:t>Odatda</a:t>
            </a:r>
            <a:r>
              <a:rPr lang="en-US" sz="2000" dirty="0"/>
              <a:t>, </a:t>
            </a:r>
            <a:r>
              <a:rPr lang="en-US" sz="2000" dirty="0" err="1"/>
              <a:t>serverlar</a:t>
            </a:r>
            <a:r>
              <a:rPr lang="en-US" sz="2000" dirty="0"/>
              <a:t> </a:t>
            </a:r>
            <a:r>
              <a:rPr lang="en-US" sz="2000" dirty="0" err="1"/>
              <a:t>qora</a:t>
            </a:r>
            <a:r>
              <a:rPr lang="en-US" sz="2000" dirty="0"/>
              <a:t> </a:t>
            </a:r>
            <a:r>
              <a:rPr lang="en-US" sz="2000" dirty="0" err="1"/>
              <a:t>ekranda</a:t>
            </a:r>
            <a:r>
              <a:rPr lang="en-US" sz="2000" dirty="0"/>
              <a:t> </a:t>
            </a:r>
            <a:r>
              <a:rPr lang="en-US" sz="2000" dirty="0" err="1"/>
              <a:t>ishlaydi</a:t>
            </a:r>
            <a:r>
              <a:rPr lang="en-US" sz="2000" dirty="0"/>
              <a:t>, </a:t>
            </a:r>
            <a:r>
              <a:rPr lang="en-US" sz="2000" dirty="0" err="1"/>
              <a:t>barcha</a:t>
            </a:r>
            <a:r>
              <a:rPr lang="en-US" sz="2000" dirty="0"/>
              <a:t> </a:t>
            </a:r>
            <a:r>
              <a:rPr lang="en-US" sz="2000" dirty="0" err="1"/>
              <a:t>buyruqlar</a:t>
            </a:r>
            <a:r>
              <a:rPr lang="en-US" sz="2000" dirty="0"/>
              <a:t> </a:t>
            </a:r>
            <a:r>
              <a:rPr lang="en-US" sz="2000" dirty="0" err="1"/>
              <a:t>qo'lda</a:t>
            </a:r>
            <a:r>
              <a:rPr lang="en-US" sz="2000" dirty="0"/>
              <a:t> </a:t>
            </a:r>
            <a:r>
              <a:rPr lang="en-US" sz="2000" dirty="0" err="1"/>
              <a:t>klaviatura</a:t>
            </a:r>
            <a:r>
              <a:rPr lang="en-US" sz="2000" dirty="0"/>
              <a:t> </a:t>
            </a:r>
            <a:r>
              <a:rPr lang="en-US" sz="2000" dirty="0" err="1"/>
              <a:t>orqali</a:t>
            </a:r>
            <a:r>
              <a:rPr lang="en-US" sz="2000" dirty="0"/>
              <a:t> </a:t>
            </a:r>
            <a:r>
              <a:rPr lang="en-US" sz="2000" dirty="0" err="1"/>
              <a:t>kiritiladi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bajartriladi</a:t>
            </a:r>
            <a:r>
              <a:rPr lang="en-US" sz="2000" dirty="0"/>
              <a:t>. </a:t>
            </a:r>
            <a:endParaRPr lang="ru-RU" sz="2000" dirty="0"/>
          </a:p>
          <a:p>
            <a:r>
              <a:rPr lang="en-US" sz="2000" dirty="0" err="1"/>
              <a:t>Qachonki</a:t>
            </a:r>
            <a:r>
              <a:rPr lang="en-US" sz="2000" dirty="0"/>
              <a:t> SSH</a:t>
            </a:r>
            <a:r>
              <a:rPr lang="ru-RU" sz="2000" dirty="0"/>
              <a:t> (</a:t>
            </a:r>
            <a:r>
              <a:rPr lang="uz-Latn-UZ" sz="2000" dirty="0"/>
              <a:t>Secure Shell</a:t>
            </a:r>
            <a:r>
              <a:rPr lang="ru-RU" sz="2000" dirty="0"/>
              <a:t>)</a:t>
            </a:r>
            <a:r>
              <a:rPr lang="en-US" sz="2000" dirty="0"/>
              <a:t> </a:t>
            </a:r>
            <a:r>
              <a:rPr lang="en-US" sz="2000" dirty="0" err="1"/>
              <a:t>protokoli</a:t>
            </a:r>
            <a:r>
              <a:rPr lang="ru-RU" sz="2000" dirty="0"/>
              <a:t> </a:t>
            </a:r>
            <a:r>
              <a:rPr lang="en-US" sz="2000" dirty="0" err="1"/>
              <a:t>orqali</a:t>
            </a:r>
            <a:r>
              <a:rPr lang="en-US" sz="2000" dirty="0"/>
              <a:t> Linux </a:t>
            </a:r>
            <a:r>
              <a:rPr lang="en-US" sz="2000" dirty="0" err="1"/>
              <a:t>serveriga</a:t>
            </a:r>
            <a:r>
              <a:rPr lang="en-US" sz="2000" dirty="0"/>
              <a:t> </a:t>
            </a:r>
            <a:r>
              <a:rPr lang="en-US" sz="2000" dirty="0" err="1"/>
              <a:t>ulanganda</a:t>
            </a:r>
            <a:r>
              <a:rPr lang="en-US" sz="2000" dirty="0"/>
              <a:t>, </a:t>
            </a:r>
            <a:r>
              <a:rPr lang="en-US" sz="2000" dirty="0" err="1"/>
              <a:t>lokal</a:t>
            </a:r>
            <a:r>
              <a:rPr lang="en-US" sz="2000" dirty="0"/>
              <a:t> </a:t>
            </a:r>
            <a:r>
              <a:rPr lang="en-US" sz="2000" dirty="0" err="1"/>
              <a:t>kompyuterda</a:t>
            </a:r>
            <a:r>
              <a:rPr lang="en-US" sz="2000" dirty="0"/>
              <a:t> </a:t>
            </a:r>
            <a:r>
              <a:rPr lang="en-US" sz="2000" dirty="0" err="1"/>
              <a:t>ishlaydigan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buyruqlar</a:t>
            </a:r>
            <a:r>
              <a:rPr lang="en-US" sz="2000" dirty="0"/>
              <a:t> </a:t>
            </a:r>
            <a:r>
              <a:rPr lang="en-US" sz="2000" dirty="0" err="1"/>
              <a:t>kiritadigan</a:t>
            </a:r>
            <a:r>
              <a:rPr lang="en-US" sz="2000" dirty="0"/>
              <a:t> </a:t>
            </a:r>
            <a:r>
              <a:rPr lang="en-US" sz="2000" dirty="0" err="1"/>
              <a:t>dastur</a:t>
            </a:r>
            <a:r>
              <a:rPr lang="en-US" sz="2000" dirty="0"/>
              <a:t> – </a:t>
            </a:r>
            <a:r>
              <a:rPr lang="en-US" sz="2000" dirty="0" err="1"/>
              <a:t>bu</a:t>
            </a:r>
            <a:r>
              <a:rPr lang="en-US" sz="2000" dirty="0"/>
              <a:t> terminal </a:t>
            </a:r>
            <a:r>
              <a:rPr lang="en-US" sz="2000" dirty="0" err="1"/>
              <a:t>hisoblanadi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Terminaldan</a:t>
            </a:r>
            <a:r>
              <a:rPr lang="en-US" sz="2000" dirty="0"/>
              <a:t> </a:t>
            </a:r>
            <a:r>
              <a:rPr lang="en-US" sz="2000" dirty="0" err="1"/>
              <a:t>foydalanish</a:t>
            </a:r>
            <a:r>
              <a:rPr lang="en-US" sz="2000" dirty="0"/>
              <a:t> </a:t>
            </a:r>
            <a:r>
              <a:rPr lang="en-US" sz="2000" dirty="0" err="1"/>
              <a:t>bizga</a:t>
            </a:r>
            <a:r>
              <a:rPr lang="en-US" sz="2000" dirty="0"/>
              <a:t> </a:t>
            </a:r>
            <a:r>
              <a:rPr lang="en-US" sz="2000" dirty="0" err="1"/>
              <a:t>katalogni</a:t>
            </a:r>
            <a:r>
              <a:rPr lang="en-US" sz="2000" dirty="0"/>
              <a:t> </a:t>
            </a:r>
            <a:r>
              <a:rPr lang="en-US" sz="2000" dirty="0" err="1"/>
              <a:t>kezish</a:t>
            </a:r>
            <a:r>
              <a:rPr lang="en-US" sz="2000" dirty="0"/>
              <a:t> </a:t>
            </a:r>
            <a:r>
              <a:rPr lang="en-US" sz="2000" dirty="0" err="1"/>
              <a:t>yoki</a:t>
            </a:r>
            <a:r>
              <a:rPr lang="en-US" sz="2000" dirty="0"/>
              <a:t> </a:t>
            </a:r>
            <a:r>
              <a:rPr lang="en-US" sz="2000" dirty="0" err="1"/>
              <a:t>faylni</a:t>
            </a:r>
            <a:r>
              <a:rPr lang="en-US" sz="2000" dirty="0"/>
              <a:t> </a:t>
            </a:r>
            <a:r>
              <a:rPr lang="en-US" sz="2000" dirty="0" err="1"/>
              <a:t>nusxalash</a:t>
            </a:r>
            <a:r>
              <a:rPr lang="en-US" sz="2000" dirty="0"/>
              <a:t> </a:t>
            </a:r>
            <a:r>
              <a:rPr lang="en-US" sz="2000" dirty="0" err="1"/>
              <a:t>kabi</a:t>
            </a:r>
            <a:r>
              <a:rPr lang="en-US" sz="2000" dirty="0"/>
              <a:t> </a:t>
            </a:r>
            <a:r>
              <a:rPr lang="en-US" sz="2000" dirty="0" err="1"/>
              <a:t>amallarni</a:t>
            </a:r>
            <a:r>
              <a:rPr lang="en-US" sz="2000" dirty="0"/>
              <a:t> </a:t>
            </a:r>
            <a:r>
              <a:rPr lang="en-US" sz="2000" dirty="0" err="1"/>
              <a:t>bajarish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dirty="0" err="1"/>
              <a:t>kompyuterimizga</a:t>
            </a:r>
            <a:r>
              <a:rPr lang="en-US" sz="2000" dirty="0"/>
              <a:t> </a:t>
            </a:r>
            <a:r>
              <a:rPr lang="en-US" sz="2000" dirty="0" err="1"/>
              <a:t>oddiy</a:t>
            </a:r>
            <a:r>
              <a:rPr lang="en-US" sz="2000" dirty="0"/>
              <a:t> </a:t>
            </a:r>
            <a:r>
              <a:rPr lang="en-US" sz="2000" dirty="0" err="1"/>
              <a:t>matnli</a:t>
            </a:r>
            <a:r>
              <a:rPr lang="en-US" sz="2000" dirty="0"/>
              <a:t> </a:t>
            </a:r>
            <a:r>
              <a:rPr lang="en-US" sz="2000" dirty="0" err="1"/>
              <a:t>buyruqlarini</a:t>
            </a:r>
            <a:r>
              <a:rPr lang="en-US" sz="2000" dirty="0"/>
              <a:t> </a:t>
            </a:r>
            <a:r>
              <a:rPr lang="en-US" sz="2000" dirty="0" err="1"/>
              <a:t>yuborish</a:t>
            </a:r>
            <a:r>
              <a:rPr lang="en-US" sz="2000" dirty="0"/>
              <a:t> </a:t>
            </a:r>
            <a:r>
              <a:rPr lang="en-US" sz="2000" dirty="0" err="1"/>
              <a:t>imkonini</a:t>
            </a:r>
            <a:r>
              <a:rPr lang="en-US" sz="2000" dirty="0"/>
              <a:t> </a:t>
            </a:r>
            <a:r>
              <a:rPr lang="en-US" sz="2000" dirty="0" err="1"/>
              <a:t>beradi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avtomatlashtirish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dasturlash</a:t>
            </a:r>
            <a:r>
              <a:rPr lang="en-US" sz="2000" dirty="0"/>
              <a:t> </a:t>
            </a:r>
            <a:r>
              <a:rPr lang="en-US" sz="2000" dirty="0" err="1"/>
              <a:t>bilimlaridan</a:t>
            </a:r>
            <a:r>
              <a:rPr lang="en-US" sz="2000" dirty="0"/>
              <a:t> </a:t>
            </a:r>
            <a:r>
              <a:rPr lang="en-US" sz="2000" dirty="0" err="1"/>
              <a:t>foydalanish</a:t>
            </a:r>
            <a:r>
              <a:rPr lang="en-US" sz="2000" dirty="0"/>
              <a:t> </a:t>
            </a:r>
            <a:r>
              <a:rPr lang="en-US" sz="2000" dirty="0" err="1"/>
              <a:t>imkonini</a:t>
            </a:r>
            <a:r>
              <a:rPr lang="en-US" sz="2000" dirty="0"/>
              <a:t> </a:t>
            </a:r>
            <a:r>
              <a:rPr lang="en-US" sz="2000" dirty="0" err="1"/>
              <a:t>beradi</a:t>
            </a:r>
            <a:r>
              <a:rPr lang="en-US" sz="2000" dirty="0"/>
              <a:t>.</a:t>
            </a:r>
          </a:p>
          <a:p>
            <a:r>
              <a:rPr lang="en-US" sz="2000" dirty="0"/>
              <a:t>Terminal </a:t>
            </a:r>
            <a:r>
              <a:rPr lang="en-US" sz="2000" dirty="0" err="1"/>
              <a:t>har</a:t>
            </a:r>
            <a:r>
              <a:rPr lang="en-US" sz="2000" dirty="0"/>
              <a:t> </a:t>
            </a:r>
            <a:r>
              <a:rPr lang="en-US" sz="2000" dirty="0" err="1"/>
              <a:t>qanday</a:t>
            </a:r>
            <a:r>
              <a:rPr lang="en-US" sz="2000" dirty="0"/>
              <a:t> </a:t>
            </a:r>
            <a:r>
              <a:rPr lang="en-US" sz="2000" dirty="0" err="1"/>
              <a:t>grafik</a:t>
            </a:r>
            <a:r>
              <a:rPr lang="en-US" sz="2000" dirty="0"/>
              <a:t> </a:t>
            </a:r>
            <a:r>
              <a:rPr lang="en-US" sz="2000" dirty="0" err="1"/>
              <a:t>interfeysdan</a:t>
            </a:r>
            <a:r>
              <a:rPr lang="en-US" sz="2000" dirty="0"/>
              <a:t> </a:t>
            </a:r>
            <a:r>
              <a:rPr lang="en-US" sz="2000" dirty="0" err="1"/>
              <a:t>yaxshiroq</a:t>
            </a:r>
            <a:r>
              <a:rPr lang="en-US" sz="2000" dirty="0"/>
              <a:t> </a:t>
            </a:r>
            <a:r>
              <a:rPr lang="en-US" sz="2000" dirty="0" err="1"/>
              <a:t>kompyuterning</a:t>
            </a:r>
            <a:r>
              <a:rPr lang="en-US" sz="2000" dirty="0"/>
              <a:t> </a:t>
            </a:r>
            <a:r>
              <a:rPr lang="en-US" sz="2000" dirty="0" err="1"/>
              <a:t>haqiqiy</a:t>
            </a:r>
            <a:r>
              <a:rPr lang="en-US" sz="2000" dirty="0"/>
              <a:t> </a:t>
            </a:r>
            <a:r>
              <a:rPr lang="en-US" sz="2000" dirty="0" err="1"/>
              <a:t>quvvatiga</a:t>
            </a:r>
            <a:r>
              <a:rPr lang="en-US" sz="2000" dirty="0"/>
              <a:t> </a:t>
            </a:r>
            <a:r>
              <a:rPr lang="en-US" sz="2000" dirty="0" err="1"/>
              <a:t>kirish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dirty="0" err="1"/>
              <a:t>samarali</a:t>
            </a:r>
            <a:r>
              <a:rPr lang="en-US" sz="2000" dirty="0"/>
              <a:t> </a:t>
            </a:r>
            <a:r>
              <a:rPr lang="en-US" sz="2000" dirty="0" err="1"/>
              <a:t>interfeysni</a:t>
            </a:r>
            <a:r>
              <a:rPr lang="en-US" sz="2000" dirty="0"/>
              <a:t> </a:t>
            </a:r>
            <a:r>
              <a:rPr lang="en-US" sz="2000" dirty="0" err="1"/>
              <a:t>ta'minlaydi</a:t>
            </a:r>
            <a:r>
              <a:rPr lang="en-US" sz="2000" dirty="0"/>
              <a:t>. </a:t>
            </a:r>
            <a:r>
              <a:rPr lang="en-US" sz="2000" dirty="0" err="1"/>
              <a:t>Terminalni</a:t>
            </a:r>
            <a:r>
              <a:rPr lang="en-US" sz="2000" dirty="0"/>
              <a:t> </a:t>
            </a:r>
            <a:r>
              <a:rPr lang="en-US" sz="2000" dirty="0" err="1"/>
              <a:t>ochganingizda</a:t>
            </a:r>
            <a:r>
              <a:rPr lang="en-US" sz="2000" dirty="0"/>
              <a:t>, </a:t>
            </a:r>
            <a:r>
              <a:rPr lang="en-US" sz="2000" dirty="0" err="1"/>
              <a:t>sizga</a:t>
            </a:r>
            <a:r>
              <a:rPr lang="en-US" sz="2000" dirty="0"/>
              <a:t> </a:t>
            </a:r>
            <a:r>
              <a:rPr lang="en-US" sz="2000" dirty="0" err="1"/>
              <a:t>qobiq</a:t>
            </a:r>
            <a:r>
              <a:rPr lang="en-US" sz="2000" dirty="0"/>
              <a:t> </a:t>
            </a:r>
            <a:r>
              <a:rPr lang="en-US" sz="2000" dirty="0" err="1"/>
              <a:t>taqdim</a:t>
            </a:r>
            <a:r>
              <a:rPr lang="en-US" sz="2000" dirty="0"/>
              <a:t> </a:t>
            </a:r>
            <a:r>
              <a:rPr lang="en-US" sz="2000" dirty="0" err="1"/>
              <a:t>etiladi</a:t>
            </a:r>
            <a:r>
              <a:rPr lang="en-US" sz="2000" dirty="0"/>
              <a:t>. Mac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Linuxda</a:t>
            </a:r>
            <a:r>
              <a:rPr lang="en-US" sz="2000" dirty="0"/>
              <a:t>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qobiq</a:t>
            </a:r>
            <a:r>
              <a:rPr lang="en-US" sz="2000" dirty="0"/>
              <a:t> </a:t>
            </a:r>
            <a:r>
              <a:rPr lang="en-US" sz="2000" b="1" dirty="0"/>
              <a:t>Bash </a:t>
            </a:r>
            <a:r>
              <a:rPr lang="en-US" sz="2000" dirty="0" err="1"/>
              <a:t>deyiladi</a:t>
            </a:r>
            <a:r>
              <a:rPr lang="en-US" sz="2000" dirty="0"/>
              <a:t>, </a:t>
            </a:r>
            <a:r>
              <a:rPr lang="en-US" sz="2000" dirty="0" err="1"/>
              <a:t>lekin</a:t>
            </a:r>
            <a:r>
              <a:rPr lang="en-US" sz="2000" dirty="0"/>
              <a:t> </a:t>
            </a:r>
            <a:r>
              <a:rPr lang="en-US" sz="2000" dirty="0" err="1"/>
              <a:t>boshqa</a:t>
            </a:r>
            <a:r>
              <a:rPr lang="en-US" sz="2000" dirty="0"/>
              <a:t> </a:t>
            </a:r>
            <a:r>
              <a:rPr lang="en-US" sz="2000" dirty="0" err="1"/>
              <a:t>qobiqlardan</a:t>
            </a:r>
            <a:r>
              <a:rPr lang="en-US" sz="2000" dirty="0"/>
              <a:t> </a:t>
            </a:r>
            <a:r>
              <a:rPr lang="en-US" sz="2000" dirty="0" err="1"/>
              <a:t>foydalanish</a:t>
            </a:r>
            <a:r>
              <a:rPr lang="en-US" sz="2000" dirty="0"/>
              <a:t> </a:t>
            </a:r>
            <a:r>
              <a:rPr lang="en-US" sz="2000" dirty="0" err="1"/>
              <a:t>mumkin</a:t>
            </a:r>
            <a:r>
              <a:rPr lang="en-US" sz="2000" dirty="0"/>
              <a:t>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319684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1267" y="331259"/>
            <a:ext cx="10515600" cy="7302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uz-Latn-UZ" b="1" dirty="0" smtClean="0">
                <a:solidFill>
                  <a:srgbClr val="C00000"/>
                </a:solidFill>
              </a:rPr>
              <a:t>4.</a:t>
            </a:r>
            <a:r>
              <a:rPr lang="en-US" b="1" dirty="0" smtClean="0">
                <a:solidFill>
                  <a:srgbClr val="C00000"/>
                </a:solidFill>
              </a:rPr>
              <a:t>Linux </a:t>
            </a:r>
            <a:r>
              <a:rPr lang="en-US" b="1" dirty="0" err="1">
                <a:solidFill>
                  <a:srgbClr val="C00000"/>
                </a:solidFill>
              </a:rPr>
              <a:t>terminali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838200" y="1825625"/>
            <a:ext cx="2802147" cy="4351338"/>
          </a:xfrm>
        </p:spPr>
        <p:txBody>
          <a:bodyPr/>
          <a:lstStyle/>
          <a:p>
            <a:r>
              <a:rPr lang="en-US" dirty="0"/>
              <a:t>gnome-terminal</a:t>
            </a:r>
          </a:p>
          <a:p>
            <a:r>
              <a:rPr lang="en-US" dirty="0" err="1"/>
              <a:t>Ctrl+alt+t</a:t>
            </a:r>
            <a:endParaRPr lang="uz-Latn-UZ" dirty="0"/>
          </a:p>
        </p:txBody>
      </p:sp>
      <p:pic>
        <p:nvPicPr>
          <p:cNvPr id="4098" name="Picture 2" descr="MetaTrader 5 на Linux - Статьи по MQL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536" y="1139148"/>
            <a:ext cx="7601331" cy="4862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8117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2776" y="363296"/>
            <a:ext cx="9601196" cy="1303867"/>
          </a:xfrm>
        </p:spPr>
        <p:txBody>
          <a:bodyPr/>
          <a:lstStyle/>
          <a:p>
            <a:r>
              <a:rPr lang="uz-Latn-UZ" dirty="0"/>
              <a:t>Mavzu bo‘yicha savollar:</a:t>
            </a: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36783" y="1397011"/>
            <a:ext cx="9815944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uz-Latn-UZ" altLang="ru-RU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1.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Buyruqlar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terminali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(CLI -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Command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Line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Interface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nima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va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uning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asosiy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vazifalari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nimalardan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iborat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z-Latn-UZ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2.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Buyruqlar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terminali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va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grafik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interfeys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(GUI)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o‘rtasidagi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asosiy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farqlar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nimalardan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iborat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z-Latn-UZ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3.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Operatsion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tizimlarda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buyruqlar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terminali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qanday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ishlaydi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z-Latn-UZ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4.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Buyruqlar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terminalining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afzalliklari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va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kamchiliklari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qanday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z-Latn-UZ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5.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Terminalga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kiritilgan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buyruqlar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qanday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ishlov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beriladi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va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tizim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tomonidan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bajariladi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? </a:t>
            </a:r>
            <a:endParaRPr kumimoji="0" lang="uz-Latn-UZ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uz-Latn-UZ" altLang="ru-RU" sz="2000" dirty="0" smtClean="0">
                <a:solidFill>
                  <a:schemeClr val="tx1"/>
                </a:solidFill>
              </a:rPr>
              <a:t>6. </a:t>
            </a:r>
            <a:r>
              <a:rPr lang="uz-Latn-UZ" sz="2000" dirty="0"/>
              <a:t>Windows operatsion tizimida buyruqlar terminali sifatida qaysi vositalar mavjud</a:t>
            </a:r>
            <a:r>
              <a:rPr lang="uz-Latn-UZ" sz="2000" dirty="0" smtClean="0"/>
              <a:t>?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uz-Latn-UZ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7. </a:t>
            </a:r>
            <a:r>
              <a:rPr lang="sv-SE" sz="2000" dirty="0"/>
              <a:t>Linux operatsion tizimidagi eng mashhur terminal muhitlari qaysilar</a:t>
            </a:r>
            <a:r>
              <a:rPr lang="sv-SE" sz="2000" dirty="0" smtClean="0"/>
              <a:t>?</a:t>
            </a:r>
            <a:endParaRPr lang="uz-Latn-UZ" sz="2000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uz-Latn-UZ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8. </a:t>
            </a:r>
            <a:r>
              <a:rPr lang="en-US" sz="2000" dirty="0"/>
              <a:t>CMD, PowerShell </a:t>
            </a:r>
            <a:r>
              <a:rPr lang="en-US" sz="2000" dirty="0" err="1"/>
              <a:t>va</a:t>
            </a:r>
            <a:r>
              <a:rPr lang="en-US" sz="2000" dirty="0"/>
              <a:t> Bash </a:t>
            </a:r>
            <a:r>
              <a:rPr lang="en-US" sz="2000" dirty="0" err="1"/>
              <a:t>terminallari</a:t>
            </a:r>
            <a:r>
              <a:rPr lang="en-US" sz="2000" dirty="0"/>
              <a:t> </a:t>
            </a:r>
            <a:r>
              <a:rPr lang="en-US" sz="2000" dirty="0" err="1"/>
              <a:t>qanday</a:t>
            </a:r>
            <a:r>
              <a:rPr lang="en-US" sz="2000" dirty="0"/>
              <a:t> </a:t>
            </a:r>
            <a:r>
              <a:rPr lang="en-US" sz="2000" dirty="0" err="1"/>
              <a:t>farqlarga</a:t>
            </a:r>
            <a:r>
              <a:rPr lang="en-US" sz="2000" dirty="0"/>
              <a:t> </a:t>
            </a:r>
            <a:r>
              <a:rPr lang="en-US" sz="2000" dirty="0" err="1"/>
              <a:t>ega</a:t>
            </a:r>
            <a:r>
              <a:rPr lang="en-US" sz="2000" dirty="0" smtClean="0"/>
              <a:t>?</a:t>
            </a:r>
            <a:endParaRPr lang="uz-Latn-UZ" sz="2000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uz-Latn-UZ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9. </a:t>
            </a:r>
            <a:r>
              <a:rPr lang="uz-Latn-UZ" sz="2000" dirty="0"/>
              <a:t>macOS tizimida buyruqlar terminali qanday ishlaydi va undagi asosiy buyruqlar qaysilar</a:t>
            </a:r>
            <a:r>
              <a:rPr lang="uz-Latn-UZ" sz="2000" dirty="0" smtClean="0"/>
              <a:t>?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uz-Latn-UZ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10.</a:t>
            </a:r>
            <a:r>
              <a:rPr kumimoji="0" lang="uz-Latn-UZ" altLang="ru-RU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uz-Latn-UZ" sz="2000" dirty="0"/>
              <a:t>Mobil operatsion tizimlarda (Android va iOS) buyruqlar terminalidan foydalanish mumkinmi? Agar ha bo‘lsa, qanday</a:t>
            </a:r>
            <a:r>
              <a:rPr lang="uz-Latn-UZ" sz="2000" dirty="0" smtClean="0"/>
              <a:t>?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uz-Latn-UZ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11. </a:t>
            </a:r>
            <a:r>
              <a:rPr lang="uz-Latn-UZ" sz="2000" dirty="0"/>
              <a:t>Linux operatsion tizimidagi asosiy buyruqlar qaysilar va ularning vazifalari qanday</a:t>
            </a:r>
            <a:r>
              <a:rPr lang="uz-Latn-UZ" sz="2000" dirty="0" smtClean="0"/>
              <a:t>?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uz-Latn-UZ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12. </a:t>
            </a:r>
            <a:r>
              <a:rPr lang="uz-Latn-UZ" sz="2000" dirty="0"/>
              <a:t>Terminaldan foydalangan holda operatsion tizimning xavfsizligini qanday tekshirish mumkin?</a:t>
            </a:r>
            <a:endParaRPr kumimoji="0" lang="uz-Latn-UZ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6633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Foydalanilgan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adabiyotlar</a:t>
            </a:r>
            <a:r>
              <a:rPr lang="uz-Latn-UZ" dirty="0" smtClean="0">
                <a:solidFill>
                  <a:srgbClr val="FF0000"/>
                </a:solidFill>
              </a:rPr>
              <a:t/>
            </a:r>
            <a:br>
              <a:rPr lang="uz-Latn-UZ" dirty="0" smtClean="0">
                <a:solidFill>
                  <a:srgbClr val="FF0000"/>
                </a:solidFill>
              </a:rPr>
            </a:br>
            <a:r>
              <a:rPr lang="uz-Latn-UZ" dirty="0"/>
              <a:t>Asosoiy adabiyotlar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uz-Cyrl-UZ" dirty="0"/>
              <a:t>Operatsion tizimlar(O‘quv qo‘llanma) – U.R.Xamdamov, DJ.B.Sultonov, S.S.Parsiyev, U.M.Abdullayev – Toshkent- 2021 – 436 b.</a:t>
            </a:r>
            <a:endParaRPr lang="uz-Latn-UZ" dirty="0"/>
          </a:p>
          <a:p>
            <a:pPr marL="457200" indent="-457200">
              <a:buFont typeface="+mj-lt"/>
              <a:buAutoNum type="arabicPeriod"/>
            </a:pPr>
            <a:r>
              <a:rPr lang="uz-Cyrl-UZ" dirty="0"/>
              <a:t>Modern Operating Systems (4th Edition) 4th Edition – Andrew S. Tanenbaum, Herbert Bos – Pearson April 2014 – 1136 pages.</a:t>
            </a:r>
            <a:endParaRPr lang="uz-Latn-UZ" dirty="0"/>
          </a:p>
          <a:p>
            <a:pPr marL="457200" indent="-457200">
              <a:buFont typeface="+mj-lt"/>
              <a:buAutoNum type="arabicPeriod"/>
            </a:pPr>
            <a:r>
              <a:rPr lang="uz-Cyrl-UZ" dirty="0"/>
              <a:t>Linux with Operating System Concepts – Richard Fox – CRC Press 2015 – 688 pages</a:t>
            </a:r>
            <a:r>
              <a:rPr lang="uz-Latn-UZ" dirty="0"/>
              <a:t>.</a:t>
            </a:r>
          </a:p>
          <a:p>
            <a:pPr marL="0" indent="0" algn="ctr">
              <a:buNone/>
            </a:pPr>
            <a:r>
              <a:rPr lang="uz-Latn-UZ" dirty="0"/>
              <a:t>Qo‘shimcha adabiyotlar</a:t>
            </a:r>
          </a:p>
          <a:p>
            <a:pPr marL="457200" indent="-457200">
              <a:buFont typeface="+mj-lt"/>
              <a:buAutoNum type="arabicPeriod"/>
            </a:pPr>
            <a:r>
              <a:rPr lang="uz-Cyrl-UZ" dirty="0"/>
              <a:t>Operating System Concepts, Binder Ready Version 9th Edition - Abraham Silberschatz, Peter B. Galvin, Greg Gagne – Wiley January 2013 – 919 pages</a:t>
            </a:r>
            <a:r>
              <a:rPr lang="uz-Latn-UZ" dirty="0"/>
              <a:t> </a:t>
            </a:r>
          </a:p>
          <a:p>
            <a:pPr marL="0" indent="0" algn="ctr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13711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25352-C485-49D8-BBBE-88D52CEA6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786"/>
            <a:ext cx="10515600" cy="724639"/>
          </a:xfrm>
        </p:spPr>
        <p:txBody>
          <a:bodyPr>
            <a:normAutofit fontScale="90000"/>
          </a:bodyPr>
          <a:lstStyle/>
          <a:p>
            <a:r>
              <a:rPr lang="uz-Latn-UZ" dirty="0"/>
              <a:t>Internet manbaalar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D0220A-0CC6-4B32-BA54-6405D7457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489"/>
            <a:ext cx="10066713" cy="4323225"/>
          </a:xfrm>
        </p:spPr>
        <p:txBody>
          <a:bodyPr/>
          <a:lstStyle/>
          <a:p>
            <a:r>
              <a:rPr lang="uz-Latn-UZ" dirty="0">
                <a:solidFill>
                  <a:schemeClr val="tx1"/>
                </a:solidFill>
                <a:hlinkClick r:id="rId2"/>
              </a:rPr>
              <a:t>https://www.youtube.com/watch?v=AJQ3nFsyhH0&amp;list=PL1aqAoC4A0sWvR_pLp-mXYNqKst_Hb__W&amp;index=2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  <a:hlinkClick r:id="rId3"/>
              </a:rPr>
              <a:t>https://www.youtube.com/watch?v=vGr1oaPtO-c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uz-Latn-UZ" dirty="0">
                <a:solidFill>
                  <a:schemeClr val="tx1"/>
                </a:solidFill>
                <a:hlinkClick r:id="rId4"/>
              </a:rPr>
              <a:t>https://serverspace.ru/support/help/shpargalka-po-cmd-komandam-v-windows/?utm_source=google.com&amp;utm_medium=organic&amp;utm_campaign=google.com&amp;utm_referrer=google.com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uz-Latn-UZ" dirty="0">
                <a:solidFill>
                  <a:schemeClr val="tx1"/>
                </a:solidFill>
                <a:hlinkClick r:id="rId5"/>
              </a:rPr>
              <a:t>https://ab57.ru/cmdlist.html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799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3314</TotalTime>
  <Words>1634</Words>
  <Application>Microsoft Office PowerPoint</Application>
  <PresentationFormat>Широкоэкранный</PresentationFormat>
  <Paragraphs>164</Paragraphs>
  <Slides>44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48" baseType="lpstr">
      <vt:lpstr>Arial</vt:lpstr>
      <vt:lpstr>Garamond</vt:lpstr>
      <vt:lpstr>Wingdings</vt:lpstr>
      <vt:lpstr>Натуральные материалы</vt:lpstr>
      <vt:lpstr>  6-MA’RUZA.  Operatsion tizimlarda buyruqlar terminallari</vt:lpstr>
      <vt:lpstr>REJA</vt:lpstr>
      <vt:lpstr>1.Windows buyruqlar satri</vt:lpstr>
      <vt:lpstr>1.Windows buyruqlar satri buyruqlari</vt:lpstr>
      <vt:lpstr>1.Windows cmd satri buyruqlarining tiplari</vt:lpstr>
      <vt:lpstr>1.Windows PowerShell haqida</vt:lpstr>
      <vt:lpstr>Презентация PowerPoint</vt:lpstr>
      <vt:lpstr>Презентация PowerPoint</vt:lpstr>
      <vt:lpstr>2.PowerShell buyruqlar toyifalari</vt:lpstr>
      <vt:lpstr>Презентация PowerPoint</vt:lpstr>
      <vt:lpstr>2.PowerShellni yangilash</vt:lpstr>
      <vt:lpstr>2.PowerShell buyruqlari</vt:lpstr>
      <vt:lpstr>2.PowerShell da jarayonlarni ko’rish</vt:lpstr>
      <vt:lpstr>3.Unix buyruqli satri va terminali</vt:lpstr>
      <vt:lpstr>Презентация PowerPoint</vt:lpstr>
      <vt:lpstr>3.Unix buyruqli satri va terminali</vt:lpstr>
      <vt:lpstr>3.Ubuntu 20.04 ni Virtualboxga o’rnatish</vt:lpstr>
      <vt:lpstr>Презентация PowerPoint</vt:lpstr>
      <vt:lpstr>VirtualBoxni o’rnatish, ornatish parametrlari va diskdagi yo’lni tanlash</vt:lpstr>
      <vt:lpstr>Kerakli sozlanmalarni tanlash</vt:lpstr>
      <vt:lpstr>Or’rnatishga tayyorlanish va davom etish</vt:lpstr>
      <vt:lpstr>O’rnatishni yakunlash va VirtualBoxni ochish</vt:lpstr>
      <vt:lpstr>Yangi virtual mashina yaratish</vt:lpstr>
      <vt:lpstr>Kompyuter quvvatini aniqlash</vt:lpstr>
      <vt:lpstr>Virtual mashinani yaratish</vt:lpstr>
      <vt:lpstr>Keyingi bosqichda Create Virtual Hard Disk (Virtual diskni yaratishda VDI tanlanadi (agar bu virtual mashinani keyinchalik Hyper-V foydalanilsa, VHD tanlanishi kerak).</vt:lpstr>
      <vt:lpstr>Dinamik kengaytirish (Dinamically Allocated)ni tanlanadi.  Virtual disk hajmini tanlash (rasmda 10 Gb keltirilgan)</vt:lpstr>
      <vt:lpstr>Parametrlarni sozlash va Ubuntu obraz faylini tanlash</vt:lpstr>
      <vt:lpstr>3.Operatsion tizim tilini tanlash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4.Linux terminali</vt:lpstr>
      <vt:lpstr>4.Linux terminali</vt:lpstr>
      <vt:lpstr>Mavzu bo‘yicha savollar:</vt:lpstr>
      <vt:lpstr>Foydalanilgan adabiyotlar Asosoiy adabiyotlar</vt:lpstr>
      <vt:lpstr>Internet manbaalar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 тизим</dc:title>
  <dc:creator>AlisherH</dc:creator>
  <cp:lastModifiedBy>exper</cp:lastModifiedBy>
  <cp:revision>111</cp:revision>
  <dcterms:created xsi:type="dcterms:W3CDTF">2021-02-20T18:22:41Z</dcterms:created>
  <dcterms:modified xsi:type="dcterms:W3CDTF">2025-10-07T01:54:52Z</dcterms:modified>
</cp:coreProperties>
</file>